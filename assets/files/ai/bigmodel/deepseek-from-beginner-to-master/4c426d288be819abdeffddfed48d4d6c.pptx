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394075" y="2687319"/>
            <a:ext cx="5403850" cy="63436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sz="half" idx="2"/>
          </p:nvPr>
        </p:nvSpPr>
        <p:spPr>
          <a:xfrm>
            <a:off x="495934" y="1501686"/>
            <a:ext cx="3888104" cy="4578350"/>
          </a:xfrm>
          <a:prstGeom prst="rect">
            <a:avLst/>
          </a:prstGeom>
        </p:spPr>
        <p:txBody>
          <a:bodyPr wrap="square" lIns="0" tIns="0" rIns="0" bIns="0">
            <a:spAutoFit/>
          </a:bodyPr>
          <a:lstStyle>
            <a:lvl1pPr>
              <a:defRPr sz="1800" b="1" i="0">
                <a:solidFill>
                  <a:schemeClr val="bg1"/>
                </a:solidFill>
                <a:latin typeface="Microsoft JhengHei"/>
                <a:cs typeface="Microsoft JhengHei"/>
              </a:defRPr>
            </a:lvl1pPr>
          </a:lstStyle>
          <a:p>
            <a:endParaRPr/>
          </a:p>
        </p:txBody>
      </p:sp>
      <p:sp>
        <p:nvSpPr>
          <p:cNvPr id="4" name="Holder 4"/>
          <p:cNvSpPr>
            <a:spLocks noGrp="1"/>
          </p:cNvSpPr>
          <p:nvPr>
            <p:ph sz="half" idx="3"/>
          </p:nvPr>
        </p:nvSpPr>
        <p:spPr>
          <a:xfrm>
            <a:off x="6290309" y="1477009"/>
            <a:ext cx="4140200" cy="4495800"/>
          </a:xfrm>
          <a:prstGeom prst="rect">
            <a:avLst/>
          </a:prstGeom>
        </p:spPr>
        <p:txBody>
          <a:bodyPr wrap="square" lIns="0" tIns="0" rIns="0" bIns="0">
            <a:spAutoFit/>
          </a:bodyPr>
          <a:lstStyle>
            <a:lvl1pPr>
              <a:defRPr sz="1200" b="0" i="0">
                <a:solidFill>
                  <a:schemeClr val="tx1"/>
                </a:solidFill>
                <a:latin typeface="宋体"/>
                <a:cs typeface="宋体"/>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5740" y="301625"/>
            <a:ext cx="11780519" cy="574040"/>
          </a:xfrm>
          <a:prstGeom prst="rect">
            <a:avLst/>
          </a:prstGeom>
        </p:spPr>
        <p:txBody>
          <a:bodyPr wrap="square" lIns="0" tIns="0" rIns="0" bIns="0">
            <a:spAutoFit/>
          </a:bodyPr>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type="body" idx="1"/>
          </p:nvPr>
        </p:nvSpPr>
        <p:spPr>
          <a:xfrm>
            <a:off x="1104264" y="1785137"/>
            <a:ext cx="6050280" cy="34817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3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image" Target="../media/image84.png"/><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jpg"/><Relationship Id="rId1" Type="http://schemas.openxmlformats.org/officeDocument/2006/relationships/slideLayout" Target="../slideLayouts/slideLayout3.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5.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669791"/>
            <a:ext cx="12192000" cy="3188335"/>
          </a:xfrm>
          <a:custGeom>
            <a:avLst/>
            <a:gdLst/>
            <a:ahLst/>
            <a:cxnLst/>
            <a:rect l="l" t="t" r="r" b="b"/>
            <a:pathLst>
              <a:path w="12192000" h="3188334">
                <a:moveTo>
                  <a:pt x="0" y="0"/>
                </a:moveTo>
                <a:lnTo>
                  <a:pt x="12192000" y="0"/>
                </a:lnTo>
                <a:lnTo>
                  <a:pt x="12192000" y="3188208"/>
                </a:lnTo>
                <a:lnTo>
                  <a:pt x="0" y="3188208"/>
                </a:lnTo>
                <a:lnTo>
                  <a:pt x="0" y="0"/>
                </a:lnTo>
                <a:close/>
              </a:path>
            </a:pathLst>
          </a:custGeom>
          <a:solidFill>
            <a:srgbClr val="B6C6EA"/>
          </a:solidFill>
        </p:spPr>
        <p:txBody>
          <a:bodyPr wrap="square" lIns="0" tIns="0" rIns="0" bIns="0" rtlCol="0"/>
          <a:lstStyle/>
          <a:p>
            <a:endParaRPr/>
          </a:p>
        </p:txBody>
      </p:sp>
      <p:sp>
        <p:nvSpPr>
          <p:cNvPr id="3" name="object 3"/>
          <p:cNvSpPr txBox="1"/>
          <p:nvPr/>
        </p:nvSpPr>
        <p:spPr>
          <a:xfrm>
            <a:off x="3710304" y="3632834"/>
            <a:ext cx="4745990" cy="2741295"/>
          </a:xfrm>
          <a:prstGeom prst="rect">
            <a:avLst/>
          </a:prstGeom>
        </p:spPr>
        <p:txBody>
          <a:bodyPr vert="horz" wrap="square" lIns="0" tIns="121920" rIns="0" bIns="0" rtlCol="0">
            <a:spAutoFit/>
          </a:bodyPr>
          <a:lstStyle/>
          <a:p>
            <a:pPr algn="ctr">
              <a:lnSpc>
                <a:spcPct val="100000"/>
              </a:lnSpc>
              <a:spcBef>
                <a:spcPts val="960"/>
              </a:spcBef>
            </a:pPr>
            <a:r>
              <a:rPr sz="3600" spc="-15" dirty="0">
                <a:latin typeface="宋体"/>
                <a:cs typeface="宋体"/>
              </a:rPr>
              <a:t>清华大学</a:t>
            </a:r>
            <a:endParaRPr sz="3600">
              <a:latin typeface="宋体"/>
              <a:cs typeface="宋体"/>
            </a:endParaRPr>
          </a:p>
          <a:p>
            <a:pPr algn="ctr">
              <a:lnSpc>
                <a:spcPct val="100000"/>
              </a:lnSpc>
              <a:spcBef>
                <a:spcPts val="860"/>
              </a:spcBef>
            </a:pPr>
            <a:r>
              <a:rPr sz="3600" spc="-75" dirty="0">
                <a:latin typeface="宋体"/>
                <a:cs typeface="宋体"/>
              </a:rPr>
              <a:t>新闻学院 人工智能学院</a:t>
            </a:r>
            <a:endParaRPr sz="3600">
              <a:latin typeface="宋体"/>
              <a:cs typeface="宋体"/>
            </a:endParaRPr>
          </a:p>
          <a:p>
            <a:pPr marL="1701800" marR="212090" indent="-1160780">
              <a:lnSpc>
                <a:spcPts val="5520"/>
              </a:lnSpc>
              <a:spcBef>
                <a:spcPts val="409"/>
              </a:spcBef>
            </a:pPr>
            <a:r>
              <a:rPr sz="2400" spc="-55" dirty="0">
                <a:latin typeface="宋体"/>
                <a:cs typeface="宋体"/>
              </a:rPr>
              <a:t>沈阳教授团队 、</a:t>
            </a:r>
            <a:r>
              <a:rPr sz="2300" spc="-20" dirty="0">
                <a:latin typeface="宋体"/>
                <a:cs typeface="宋体"/>
              </a:rPr>
              <a:t>余梦珑博士后</a:t>
            </a:r>
            <a:r>
              <a:rPr sz="2300" spc="-50" dirty="0">
                <a:latin typeface="宋体"/>
                <a:cs typeface="宋体"/>
              </a:rPr>
              <a:t> </a:t>
            </a:r>
            <a:r>
              <a:rPr sz="2400" spc="285" dirty="0">
                <a:latin typeface="宋体"/>
                <a:cs typeface="宋体"/>
              </a:rPr>
              <a:t>2025</a:t>
            </a:r>
            <a:r>
              <a:rPr sz="2400" dirty="0">
                <a:latin typeface="宋体"/>
                <a:cs typeface="宋体"/>
              </a:rPr>
              <a:t>年</a:t>
            </a:r>
            <a:r>
              <a:rPr sz="2400" spc="285" dirty="0">
                <a:latin typeface="宋体"/>
                <a:cs typeface="宋体"/>
              </a:rPr>
              <a:t>2</a:t>
            </a:r>
            <a:r>
              <a:rPr sz="2400" spc="-50" dirty="0">
                <a:latin typeface="宋体"/>
                <a:cs typeface="宋体"/>
              </a:rPr>
              <a:t>月</a:t>
            </a:r>
            <a:endParaRPr sz="2400">
              <a:latin typeface="宋体"/>
              <a:cs typeface="宋体"/>
            </a:endParaRPr>
          </a:p>
        </p:txBody>
      </p:sp>
      <p:sp>
        <p:nvSpPr>
          <p:cNvPr id="4" name="object 4"/>
          <p:cNvSpPr txBox="1">
            <a:spLocks noGrp="1"/>
          </p:cNvSpPr>
          <p:nvPr>
            <p:ph type="title"/>
          </p:nvPr>
        </p:nvSpPr>
        <p:spPr>
          <a:xfrm>
            <a:off x="1046048" y="1455521"/>
            <a:ext cx="10024110" cy="1031240"/>
          </a:xfrm>
          <a:prstGeom prst="rect">
            <a:avLst/>
          </a:prstGeom>
        </p:spPr>
        <p:txBody>
          <a:bodyPr vert="horz" wrap="square" lIns="0" tIns="12700" rIns="0" bIns="0" rtlCol="0">
            <a:spAutoFit/>
          </a:bodyPr>
          <a:lstStyle/>
          <a:p>
            <a:pPr marL="12700">
              <a:lnSpc>
                <a:spcPct val="100000"/>
              </a:lnSpc>
              <a:spcBef>
                <a:spcPts val="100"/>
              </a:spcBef>
            </a:pPr>
            <a:r>
              <a:rPr sz="6600" dirty="0">
                <a:solidFill>
                  <a:srgbClr val="5F95E6"/>
                </a:solidFill>
              </a:rPr>
              <a:t>DeepSeek</a:t>
            </a:r>
            <a:r>
              <a:rPr sz="6600" spc="-10" dirty="0">
                <a:solidFill>
                  <a:srgbClr val="5F95E6"/>
                </a:solidFill>
              </a:rPr>
              <a:t>：从入门到精通</a:t>
            </a:r>
            <a:endParaRPr sz="6600"/>
          </a:p>
        </p:txBody>
      </p:sp>
      <p:grpSp>
        <p:nvGrpSpPr>
          <p:cNvPr id="5" name="object 5"/>
          <p:cNvGrpSpPr/>
          <p:nvPr/>
        </p:nvGrpSpPr>
        <p:grpSpPr>
          <a:xfrm>
            <a:off x="5010937" y="2875635"/>
            <a:ext cx="735965" cy="304165"/>
            <a:chOff x="5010937" y="2875635"/>
            <a:chExt cx="735965" cy="304165"/>
          </a:xfrm>
        </p:grpSpPr>
        <p:pic>
          <p:nvPicPr>
            <p:cNvPr id="6" name="object 6"/>
            <p:cNvPicPr/>
            <p:nvPr/>
          </p:nvPicPr>
          <p:blipFill>
            <a:blip r:embed="rId2" cstate="print"/>
            <a:stretch>
              <a:fillRect/>
            </a:stretch>
          </p:blipFill>
          <p:spPr>
            <a:xfrm>
              <a:off x="5010937" y="2907636"/>
              <a:ext cx="371503" cy="226232"/>
            </a:xfrm>
            <a:prstGeom prst="rect">
              <a:avLst/>
            </a:prstGeom>
          </p:spPr>
        </p:pic>
        <p:pic>
          <p:nvPicPr>
            <p:cNvPr id="7" name="object 7"/>
            <p:cNvPicPr/>
            <p:nvPr/>
          </p:nvPicPr>
          <p:blipFill>
            <a:blip r:embed="rId3" cstate="print"/>
            <a:stretch>
              <a:fillRect/>
            </a:stretch>
          </p:blipFill>
          <p:spPr>
            <a:xfrm>
              <a:off x="5366715" y="2875635"/>
              <a:ext cx="379641" cy="304076"/>
            </a:xfrm>
            <a:prstGeom prst="rect">
              <a:avLst/>
            </a:prstGeom>
          </p:spPr>
        </p:pic>
      </p:grpSp>
      <p:pic>
        <p:nvPicPr>
          <p:cNvPr id="8" name="object 8"/>
          <p:cNvPicPr/>
          <p:nvPr/>
        </p:nvPicPr>
        <p:blipFill>
          <a:blip r:embed="rId4" cstate="print"/>
          <a:stretch>
            <a:fillRect/>
          </a:stretch>
        </p:blipFill>
        <p:spPr>
          <a:xfrm>
            <a:off x="5893143" y="2907636"/>
            <a:ext cx="385965" cy="226232"/>
          </a:xfrm>
          <a:prstGeom prst="rect">
            <a:avLst/>
          </a:prstGeom>
        </p:spPr>
      </p:pic>
      <p:pic>
        <p:nvPicPr>
          <p:cNvPr id="9" name="object 9"/>
          <p:cNvPicPr/>
          <p:nvPr/>
        </p:nvPicPr>
        <p:blipFill>
          <a:blip r:embed="rId5" cstate="print"/>
          <a:stretch>
            <a:fillRect/>
          </a:stretch>
        </p:blipFill>
        <p:spPr>
          <a:xfrm>
            <a:off x="6354732" y="2884803"/>
            <a:ext cx="776856" cy="2618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64739" y="1798319"/>
            <a:ext cx="5789930" cy="3072765"/>
          </a:xfrm>
          <a:prstGeom prst="rect">
            <a:avLst/>
          </a:prstGeom>
        </p:spPr>
        <p:txBody>
          <a:bodyPr vert="horz" wrap="square" lIns="0" tIns="12065" rIns="0" bIns="0" rtlCol="0">
            <a:spAutoFit/>
          </a:bodyPr>
          <a:lstStyle/>
          <a:p>
            <a:pPr marL="298450" indent="-285750">
              <a:lnSpc>
                <a:spcPct val="100000"/>
              </a:lnSpc>
              <a:spcBef>
                <a:spcPts val="95"/>
              </a:spcBef>
              <a:buFont typeface="Arial"/>
              <a:buChar char="•"/>
              <a:tabLst>
                <a:tab pos="298450" algn="l"/>
              </a:tabLst>
            </a:pPr>
            <a:r>
              <a:rPr sz="4000" b="1" dirty="0">
                <a:latin typeface="Microsoft JhengHei"/>
                <a:cs typeface="Microsoft JhengHei"/>
              </a:rPr>
              <a:t>Deepseek</a:t>
            </a:r>
            <a:r>
              <a:rPr sz="4000" b="1" spc="-35" dirty="0">
                <a:latin typeface="Microsoft JhengHei"/>
                <a:cs typeface="Microsoft JhengHei"/>
              </a:rPr>
              <a:t>是什么？</a:t>
            </a:r>
            <a:endParaRPr sz="4000">
              <a:latin typeface="Microsoft JhengHei"/>
              <a:cs typeface="Microsoft JhengHei"/>
            </a:endParaRPr>
          </a:p>
          <a:p>
            <a:pPr>
              <a:lnSpc>
                <a:spcPct val="100000"/>
              </a:lnSpc>
              <a:spcBef>
                <a:spcPts val="15"/>
              </a:spcBef>
              <a:buFont typeface="Arial"/>
              <a:buChar char="•"/>
            </a:pPr>
            <a:endParaRPr sz="2600">
              <a:latin typeface="Microsoft JhengHei"/>
              <a:cs typeface="Microsoft JhengHei"/>
            </a:endParaRPr>
          </a:p>
          <a:p>
            <a:pPr marL="298450" indent="-285750">
              <a:lnSpc>
                <a:spcPct val="100000"/>
              </a:lnSpc>
              <a:buFont typeface="Arial"/>
              <a:buChar char="•"/>
              <a:tabLst>
                <a:tab pos="298450" algn="l"/>
              </a:tabLst>
            </a:pPr>
            <a:r>
              <a:rPr sz="4000" b="1" dirty="0">
                <a:latin typeface="Microsoft JhengHei"/>
                <a:cs typeface="Microsoft JhengHei"/>
              </a:rPr>
              <a:t>Deepseek</a:t>
            </a:r>
            <a:r>
              <a:rPr sz="4000" b="1" spc="-35" dirty="0">
                <a:latin typeface="Microsoft JhengHei"/>
                <a:cs typeface="Microsoft JhengHei"/>
              </a:rPr>
              <a:t>能够做什么？</a:t>
            </a:r>
            <a:endParaRPr sz="4000">
              <a:latin typeface="Microsoft JhengHei"/>
              <a:cs typeface="Microsoft JhengHei"/>
            </a:endParaRPr>
          </a:p>
          <a:p>
            <a:pPr>
              <a:lnSpc>
                <a:spcPct val="100000"/>
              </a:lnSpc>
              <a:spcBef>
                <a:spcPts val="20"/>
              </a:spcBef>
              <a:buFont typeface="Arial"/>
              <a:buChar char="•"/>
            </a:pPr>
            <a:endParaRPr sz="2600">
              <a:latin typeface="Microsoft JhengHei"/>
              <a:cs typeface="Microsoft JhengHei"/>
            </a:endParaRPr>
          </a:p>
          <a:p>
            <a:pPr marL="298450" indent="-285750">
              <a:lnSpc>
                <a:spcPct val="100000"/>
              </a:lnSpc>
              <a:buFont typeface="Arial"/>
              <a:buChar char="•"/>
              <a:tabLst>
                <a:tab pos="298450" algn="l"/>
              </a:tabLst>
            </a:pPr>
            <a:r>
              <a:rPr sz="4000" b="1" spc="-30" dirty="0">
                <a:latin typeface="Microsoft JhengHei"/>
                <a:cs typeface="Microsoft JhengHei"/>
              </a:rPr>
              <a:t>如何使用</a:t>
            </a:r>
            <a:r>
              <a:rPr sz="4000" b="1" spc="-10" dirty="0">
                <a:latin typeface="Microsoft JhengHei"/>
                <a:cs typeface="Microsoft JhengHei"/>
              </a:rPr>
              <a:t>Deepseek？</a:t>
            </a:r>
            <a:endParaRPr sz="4000">
              <a:latin typeface="Microsoft JhengHei"/>
              <a:cs typeface="Microsoft Jheng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976495" cy="634365"/>
          </a:xfrm>
          <a:prstGeom prst="rect">
            <a:avLst/>
          </a:prstGeom>
        </p:spPr>
        <p:txBody>
          <a:bodyPr vert="horz" wrap="square" lIns="0" tIns="12065" rIns="0" bIns="0" rtlCol="0">
            <a:spAutoFit/>
          </a:bodyPr>
          <a:lstStyle/>
          <a:p>
            <a:pPr marL="12700">
              <a:lnSpc>
                <a:spcPct val="100000"/>
              </a:lnSpc>
              <a:spcBef>
                <a:spcPts val="95"/>
              </a:spcBef>
            </a:pPr>
            <a:r>
              <a:rPr sz="4000" spc="310" dirty="0"/>
              <a:t>DeepSeek</a:t>
            </a:r>
            <a:r>
              <a:rPr sz="4000" spc="270" dirty="0"/>
              <a:t>是什么</a:t>
            </a:r>
            <a:r>
              <a:rPr sz="4000" spc="-50" dirty="0"/>
              <a:t>？</a:t>
            </a:r>
            <a:endParaRPr sz="4000"/>
          </a:p>
        </p:txBody>
      </p:sp>
      <p:pic>
        <p:nvPicPr>
          <p:cNvPr id="3" name="object 3"/>
          <p:cNvPicPr/>
          <p:nvPr/>
        </p:nvPicPr>
        <p:blipFill>
          <a:blip r:embed="rId2" cstate="print"/>
          <a:stretch>
            <a:fillRect/>
          </a:stretch>
        </p:blipFill>
        <p:spPr>
          <a:xfrm>
            <a:off x="730226" y="2510263"/>
            <a:ext cx="7409673" cy="4134141"/>
          </a:xfrm>
          <a:prstGeom prst="rect">
            <a:avLst/>
          </a:prstGeom>
        </p:spPr>
      </p:pic>
      <p:sp>
        <p:nvSpPr>
          <p:cNvPr id="4" name="object 4"/>
          <p:cNvSpPr txBox="1"/>
          <p:nvPr/>
        </p:nvSpPr>
        <p:spPr>
          <a:xfrm>
            <a:off x="9820909" y="624713"/>
            <a:ext cx="774700" cy="5763895"/>
          </a:xfrm>
          <a:prstGeom prst="rect">
            <a:avLst/>
          </a:prstGeom>
        </p:spPr>
        <p:txBody>
          <a:bodyPr vert="horz" wrap="square" lIns="0" tIns="226060" rIns="0" bIns="0" rtlCol="0">
            <a:spAutoFit/>
          </a:bodyPr>
          <a:lstStyle/>
          <a:p>
            <a:pPr marL="635" algn="ctr">
              <a:lnSpc>
                <a:spcPct val="100000"/>
              </a:lnSpc>
              <a:spcBef>
                <a:spcPts val="1780"/>
              </a:spcBef>
            </a:pPr>
            <a:r>
              <a:rPr sz="2800" b="1" spc="110" dirty="0">
                <a:solidFill>
                  <a:srgbClr val="252525"/>
                </a:solidFill>
                <a:latin typeface="Arial"/>
                <a:cs typeface="Arial"/>
              </a:rPr>
              <a:t>AI</a:t>
            </a:r>
            <a:endParaRPr sz="2800">
              <a:latin typeface="Arial"/>
              <a:cs typeface="Arial"/>
            </a:endParaRPr>
          </a:p>
          <a:p>
            <a:pPr algn="ctr">
              <a:lnSpc>
                <a:spcPct val="100000"/>
              </a:lnSpc>
              <a:spcBef>
                <a:spcPts val="1680"/>
              </a:spcBef>
            </a:pPr>
            <a:r>
              <a:rPr sz="2800" b="1" spc="-5" dirty="0">
                <a:solidFill>
                  <a:srgbClr val="252525"/>
                </a:solidFill>
                <a:latin typeface="Arial"/>
                <a:cs typeface="Arial"/>
              </a:rPr>
              <a:t>+</a:t>
            </a:r>
            <a:endParaRPr sz="2800">
              <a:latin typeface="Arial"/>
              <a:cs typeface="Arial"/>
            </a:endParaRPr>
          </a:p>
          <a:p>
            <a:pPr marL="12700">
              <a:lnSpc>
                <a:spcPct val="100000"/>
              </a:lnSpc>
              <a:spcBef>
                <a:spcPts val="1505"/>
              </a:spcBef>
            </a:pPr>
            <a:r>
              <a:rPr sz="2800" b="1" spc="114" dirty="0">
                <a:solidFill>
                  <a:srgbClr val="15468D"/>
                </a:solidFill>
                <a:latin typeface="Microsoft JhengHei"/>
                <a:cs typeface="Microsoft JhengHei"/>
              </a:rPr>
              <a:t>国产</a:t>
            </a:r>
            <a:endParaRPr sz="2800">
              <a:latin typeface="Microsoft JhengHei"/>
              <a:cs typeface="Microsoft JhengHei"/>
            </a:endParaRPr>
          </a:p>
          <a:p>
            <a:pPr algn="ctr">
              <a:lnSpc>
                <a:spcPct val="100000"/>
              </a:lnSpc>
              <a:spcBef>
                <a:spcPts val="1855"/>
              </a:spcBef>
            </a:pPr>
            <a:r>
              <a:rPr sz="2800" b="1" spc="-5" dirty="0">
                <a:solidFill>
                  <a:srgbClr val="252525"/>
                </a:solidFill>
                <a:latin typeface="Arial"/>
                <a:cs typeface="Arial"/>
              </a:rPr>
              <a:t>+</a:t>
            </a:r>
            <a:endParaRPr sz="2800">
              <a:latin typeface="Arial"/>
              <a:cs typeface="Arial"/>
            </a:endParaRPr>
          </a:p>
          <a:p>
            <a:pPr marL="12700">
              <a:lnSpc>
                <a:spcPct val="100000"/>
              </a:lnSpc>
              <a:spcBef>
                <a:spcPts val="1505"/>
              </a:spcBef>
            </a:pPr>
            <a:r>
              <a:rPr sz="2800" b="1" spc="114" dirty="0">
                <a:solidFill>
                  <a:srgbClr val="E9451F"/>
                </a:solidFill>
                <a:latin typeface="Microsoft JhengHei"/>
                <a:cs typeface="Microsoft JhengHei"/>
              </a:rPr>
              <a:t>免费</a:t>
            </a:r>
            <a:endParaRPr sz="2800">
              <a:latin typeface="Microsoft JhengHei"/>
              <a:cs typeface="Microsoft JhengHei"/>
            </a:endParaRPr>
          </a:p>
          <a:p>
            <a:pPr algn="ctr">
              <a:lnSpc>
                <a:spcPct val="100000"/>
              </a:lnSpc>
              <a:spcBef>
                <a:spcPts val="1855"/>
              </a:spcBef>
            </a:pPr>
            <a:r>
              <a:rPr sz="2800" b="1" spc="-5" dirty="0">
                <a:solidFill>
                  <a:srgbClr val="252525"/>
                </a:solidFill>
                <a:latin typeface="Arial"/>
                <a:cs typeface="Arial"/>
              </a:rPr>
              <a:t>+</a:t>
            </a:r>
            <a:endParaRPr sz="2800">
              <a:latin typeface="Arial"/>
              <a:cs typeface="Arial"/>
            </a:endParaRPr>
          </a:p>
          <a:p>
            <a:pPr marL="12700">
              <a:lnSpc>
                <a:spcPct val="100000"/>
              </a:lnSpc>
              <a:spcBef>
                <a:spcPts val="1505"/>
              </a:spcBef>
            </a:pPr>
            <a:r>
              <a:rPr sz="2800" b="1" spc="114" dirty="0">
                <a:solidFill>
                  <a:srgbClr val="216D4A"/>
                </a:solidFill>
                <a:latin typeface="Microsoft JhengHei"/>
                <a:cs typeface="Microsoft JhengHei"/>
              </a:rPr>
              <a:t>开源</a:t>
            </a:r>
            <a:endParaRPr sz="2800">
              <a:latin typeface="Microsoft JhengHei"/>
              <a:cs typeface="Microsoft JhengHei"/>
            </a:endParaRPr>
          </a:p>
          <a:p>
            <a:pPr algn="ctr">
              <a:lnSpc>
                <a:spcPct val="100000"/>
              </a:lnSpc>
              <a:spcBef>
                <a:spcPts val="1855"/>
              </a:spcBef>
            </a:pPr>
            <a:r>
              <a:rPr sz="2800" b="1" spc="-5" dirty="0">
                <a:solidFill>
                  <a:srgbClr val="216D4A"/>
                </a:solidFill>
                <a:latin typeface="Arial"/>
                <a:cs typeface="Arial"/>
              </a:rPr>
              <a:t>+</a:t>
            </a:r>
            <a:endParaRPr sz="2800">
              <a:latin typeface="Arial"/>
              <a:cs typeface="Arial"/>
            </a:endParaRPr>
          </a:p>
          <a:p>
            <a:pPr marL="12700">
              <a:lnSpc>
                <a:spcPct val="100000"/>
              </a:lnSpc>
              <a:spcBef>
                <a:spcPts val="1505"/>
              </a:spcBef>
            </a:pPr>
            <a:r>
              <a:rPr sz="2800" b="1" spc="114" dirty="0">
                <a:solidFill>
                  <a:srgbClr val="FFB954"/>
                </a:solidFill>
                <a:latin typeface="Microsoft JhengHei"/>
                <a:cs typeface="Microsoft JhengHei"/>
              </a:rPr>
              <a:t>强大</a:t>
            </a:r>
            <a:endParaRPr sz="2800">
              <a:latin typeface="Microsoft JhengHei"/>
              <a:cs typeface="Microsoft JhengHei"/>
            </a:endParaRPr>
          </a:p>
        </p:txBody>
      </p:sp>
      <p:sp>
        <p:nvSpPr>
          <p:cNvPr id="5" name="object 5"/>
          <p:cNvSpPr txBox="1"/>
          <p:nvPr/>
        </p:nvSpPr>
        <p:spPr>
          <a:xfrm>
            <a:off x="365759" y="1115060"/>
            <a:ext cx="8629650" cy="1094105"/>
          </a:xfrm>
          <a:prstGeom prst="rect">
            <a:avLst/>
          </a:prstGeom>
        </p:spPr>
        <p:txBody>
          <a:bodyPr vert="horz" wrap="square" lIns="0" tIns="12700" rIns="0" bIns="0" rtlCol="0">
            <a:spAutoFit/>
          </a:bodyPr>
          <a:lstStyle/>
          <a:p>
            <a:pPr marL="297815" marR="5080" indent="-285750">
              <a:lnSpc>
                <a:spcPct val="129900"/>
              </a:lnSpc>
              <a:spcBef>
                <a:spcPts val="100"/>
              </a:spcBef>
              <a:buChar char="•"/>
              <a:tabLst>
                <a:tab pos="297815" algn="l"/>
                <a:tab pos="298450" algn="l"/>
              </a:tabLst>
            </a:pPr>
            <a:r>
              <a:rPr sz="1800" spc="-10" dirty="0">
                <a:latin typeface="Arial"/>
                <a:cs typeface="Arial"/>
              </a:rPr>
              <a:t>DeepSeek</a:t>
            </a:r>
            <a:r>
              <a:rPr sz="1800" dirty="0">
                <a:latin typeface="宋体"/>
                <a:cs typeface="宋体"/>
              </a:rPr>
              <a:t>是一家专注通用人工智能</a:t>
            </a:r>
            <a:r>
              <a:rPr sz="1800" spc="-10" dirty="0">
                <a:latin typeface="宋体"/>
                <a:cs typeface="宋体"/>
              </a:rPr>
              <a:t>（</a:t>
            </a:r>
            <a:r>
              <a:rPr sz="1800" spc="-10" dirty="0">
                <a:latin typeface="Arial"/>
                <a:cs typeface="Arial"/>
              </a:rPr>
              <a:t>AGI</a:t>
            </a:r>
            <a:r>
              <a:rPr sz="1800" spc="-10" dirty="0">
                <a:latin typeface="宋体"/>
                <a:cs typeface="宋体"/>
              </a:rPr>
              <a:t>）</a:t>
            </a:r>
            <a:r>
              <a:rPr sz="1800" spc="-5" dirty="0">
                <a:latin typeface="宋体"/>
                <a:cs typeface="宋体"/>
              </a:rPr>
              <a:t>的中国科技公司，主攻大模型研发与应</a:t>
            </a:r>
            <a:r>
              <a:rPr sz="1800" spc="-25" dirty="0">
                <a:latin typeface="宋体"/>
                <a:cs typeface="宋体"/>
              </a:rPr>
              <a:t>用。</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DeepSeek-R1</a:t>
            </a:r>
            <a:r>
              <a:rPr sz="1800" spc="-5" dirty="0">
                <a:latin typeface="宋体"/>
                <a:cs typeface="宋体"/>
              </a:rPr>
              <a:t>是其开源的推理模型，擅长处理复杂任务且可免费商用。</a:t>
            </a:r>
            <a:endParaRPr sz="1800">
              <a:latin typeface="宋体"/>
              <a:cs typeface="宋体"/>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63854" y="234314"/>
            <a:ext cx="5944235" cy="634365"/>
          </a:xfrm>
          <a:prstGeom prst="rect">
            <a:avLst/>
          </a:prstGeom>
        </p:spPr>
        <p:txBody>
          <a:bodyPr vert="horz" wrap="square" lIns="0" tIns="12065" rIns="0" bIns="0" rtlCol="0">
            <a:spAutoFit/>
          </a:bodyPr>
          <a:lstStyle/>
          <a:p>
            <a:pPr marL="12700">
              <a:lnSpc>
                <a:spcPct val="100000"/>
              </a:lnSpc>
              <a:spcBef>
                <a:spcPts val="95"/>
              </a:spcBef>
            </a:pPr>
            <a:r>
              <a:rPr sz="4000" b="1" spc="275" dirty="0">
                <a:solidFill>
                  <a:srgbClr val="252525"/>
                </a:solidFill>
                <a:latin typeface="Arial"/>
                <a:cs typeface="Arial"/>
              </a:rPr>
              <a:t>Deepseek</a:t>
            </a:r>
            <a:r>
              <a:rPr sz="4000" b="1" spc="270" dirty="0">
                <a:solidFill>
                  <a:srgbClr val="252525"/>
                </a:solidFill>
                <a:latin typeface="Microsoft JhengHei"/>
                <a:cs typeface="Microsoft JhengHei"/>
              </a:rPr>
              <a:t>可以做什么</a:t>
            </a:r>
            <a:r>
              <a:rPr sz="4000" b="1" spc="-50" dirty="0">
                <a:solidFill>
                  <a:srgbClr val="252525"/>
                </a:solidFill>
                <a:latin typeface="Microsoft JhengHei"/>
                <a:cs typeface="Microsoft JhengHei"/>
              </a:rPr>
              <a:t>？</a:t>
            </a:r>
            <a:endParaRPr sz="4000">
              <a:latin typeface="Microsoft JhengHei"/>
              <a:cs typeface="Microsoft JhengHei"/>
            </a:endParaRPr>
          </a:p>
        </p:txBody>
      </p:sp>
      <p:sp>
        <p:nvSpPr>
          <p:cNvPr id="3" name="object 3"/>
          <p:cNvSpPr txBox="1"/>
          <p:nvPr/>
        </p:nvSpPr>
        <p:spPr>
          <a:xfrm>
            <a:off x="483869" y="974724"/>
            <a:ext cx="10998200" cy="683260"/>
          </a:xfrm>
          <a:prstGeom prst="rect">
            <a:avLst/>
          </a:prstGeom>
        </p:spPr>
        <p:txBody>
          <a:bodyPr vert="horz" wrap="square" lIns="0" tIns="12700" rIns="0" bIns="0" rtlCol="0">
            <a:spAutoFit/>
          </a:bodyPr>
          <a:lstStyle/>
          <a:p>
            <a:pPr marL="12700" marR="5080">
              <a:lnSpc>
                <a:spcPct val="119900"/>
              </a:lnSpc>
              <a:spcBef>
                <a:spcPts val="100"/>
              </a:spcBef>
            </a:pPr>
            <a:r>
              <a:rPr sz="1800" spc="-5" dirty="0">
                <a:latin typeface="宋体"/>
                <a:cs typeface="宋体"/>
              </a:rPr>
              <a:t>直接面向用户或者支持开发者，提供智能对话、文本生成、语义理解、计算推理、代码生成补全等应用场景，支持联网搜索与深度思考模式，同时支持文件上传，能够扫描读取各类文件及图片中的文字内容。</a:t>
            </a:r>
            <a:endParaRPr sz="1800">
              <a:latin typeface="宋体"/>
              <a:cs typeface="宋体"/>
            </a:endParaRPr>
          </a:p>
        </p:txBody>
      </p:sp>
      <p:pic>
        <p:nvPicPr>
          <p:cNvPr id="4" name="object 4"/>
          <p:cNvPicPr/>
          <p:nvPr/>
        </p:nvPicPr>
        <p:blipFill>
          <a:blip r:embed="rId2" cstate="print"/>
          <a:stretch>
            <a:fillRect/>
          </a:stretch>
        </p:blipFill>
        <p:spPr>
          <a:xfrm>
            <a:off x="1130808" y="1652016"/>
            <a:ext cx="9447276" cy="50794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846" y="61671"/>
            <a:ext cx="2172970" cy="634365"/>
          </a:xfrm>
          <a:prstGeom prst="rect">
            <a:avLst/>
          </a:prstGeom>
        </p:spPr>
        <p:txBody>
          <a:bodyPr vert="horz" wrap="square" lIns="0" tIns="12065" rIns="0" bIns="0" rtlCol="0">
            <a:spAutoFit/>
          </a:bodyPr>
          <a:lstStyle/>
          <a:p>
            <a:pPr marL="12700">
              <a:lnSpc>
                <a:spcPct val="100000"/>
              </a:lnSpc>
              <a:spcBef>
                <a:spcPts val="95"/>
              </a:spcBef>
            </a:pPr>
            <a:r>
              <a:rPr sz="4000" spc="270" dirty="0"/>
              <a:t>文本生</a:t>
            </a:r>
            <a:r>
              <a:rPr sz="4000" spc="-50" dirty="0"/>
              <a:t>成</a:t>
            </a:r>
            <a:endParaRPr sz="4000"/>
          </a:p>
        </p:txBody>
      </p:sp>
      <p:sp>
        <p:nvSpPr>
          <p:cNvPr id="3" name="object 3"/>
          <p:cNvSpPr txBox="1"/>
          <p:nvPr/>
        </p:nvSpPr>
        <p:spPr>
          <a:xfrm>
            <a:off x="5058562" y="4628095"/>
            <a:ext cx="2616200" cy="836294"/>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5F95E6"/>
                </a:solidFill>
                <a:latin typeface="Microsoft JhengHei"/>
                <a:cs typeface="Microsoft JhengHei"/>
              </a:rPr>
              <a:t>结构化生成</a:t>
            </a:r>
            <a:endParaRPr sz="1800">
              <a:latin typeface="Microsoft JhengHei"/>
              <a:cs typeface="Microsoft JhengHei"/>
            </a:endParaRPr>
          </a:p>
          <a:p>
            <a:pPr marL="12700" marR="5080">
              <a:lnSpc>
                <a:spcPct val="129900"/>
              </a:lnSpc>
              <a:spcBef>
                <a:spcPts val="480"/>
              </a:spcBef>
            </a:pPr>
            <a:r>
              <a:rPr sz="1200" dirty="0">
                <a:solidFill>
                  <a:srgbClr val="252525"/>
                </a:solidFill>
                <a:latin typeface="宋体"/>
                <a:cs typeface="宋体"/>
              </a:rPr>
              <a:t>表格、列表生成（如日程安排、菜谱</a:t>
            </a:r>
            <a:r>
              <a:rPr sz="1200" spc="-50" dirty="0">
                <a:solidFill>
                  <a:srgbClr val="252525"/>
                </a:solidFill>
                <a:latin typeface="宋体"/>
                <a:cs typeface="宋体"/>
              </a:rPr>
              <a:t>）</a:t>
            </a:r>
            <a:r>
              <a:rPr sz="1200" spc="-10" dirty="0">
                <a:solidFill>
                  <a:srgbClr val="252525"/>
                </a:solidFill>
                <a:latin typeface="宋体"/>
                <a:cs typeface="宋体"/>
              </a:rPr>
              <a:t>代码注释、文档撰写</a:t>
            </a:r>
            <a:endParaRPr sz="1200">
              <a:latin typeface="宋体"/>
              <a:cs typeface="宋体"/>
            </a:endParaRPr>
          </a:p>
        </p:txBody>
      </p:sp>
      <p:sp>
        <p:nvSpPr>
          <p:cNvPr id="4" name="object 4"/>
          <p:cNvSpPr txBox="1"/>
          <p:nvPr/>
        </p:nvSpPr>
        <p:spPr>
          <a:xfrm>
            <a:off x="5058562" y="1621866"/>
            <a:ext cx="2159000" cy="130429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5F95E6"/>
                </a:solidFill>
                <a:latin typeface="Microsoft JhengHei"/>
                <a:cs typeface="Microsoft JhengHei"/>
              </a:rPr>
              <a:t>文本创作</a:t>
            </a:r>
            <a:endParaRPr sz="1800">
              <a:latin typeface="Microsoft JhengHei"/>
              <a:cs typeface="Microsoft JhengHei"/>
            </a:endParaRPr>
          </a:p>
          <a:p>
            <a:pPr marL="12700" marR="614680">
              <a:lnSpc>
                <a:spcPct val="129900"/>
              </a:lnSpc>
              <a:spcBef>
                <a:spcPts val="425"/>
              </a:spcBef>
            </a:pPr>
            <a:r>
              <a:rPr sz="1200" spc="-50" dirty="0">
                <a:solidFill>
                  <a:srgbClr val="252525"/>
                </a:solidFill>
                <a:latin typeface="宋体"/>
                <a:cs typeface="宋体"/>
              </a:rPr>
              <a:t>文章/故事/</a:t>
            </a:r>
            <a:r>
              <a:rPr sz="1200" spc="-15" dirty="0">
                <a:solidFill>
                  <a:srgbClr val="252525"/>
                </a:solidFill>
                <a:latin typeface="宋体"/>
                <a:cs typeface="宋体"/>
              </a:rPr>
              <a:t>诗歌写作</a:t>
            </a:r>
            <a:r>
              <a:rPr sz="1200" spc="-50" dirty="0">
                <a:solidFill>
                  <a:srgbClr val="252525"/>
                </a:solidFill>
                <a:latin typeface="宋体"/>
                <a:cs typeface="宋体"/>
              </a:rPr>
              <a:t> </a:t>
            </a:r>
            <a:r>
              <a:rPr sz="1200" spc="-5" dirty="0">
                <a:solidFill>
                  <a:srgbClr val="252525"/>
                </a:solidFill>
                <a:latin typeface="宋体"/>
                <a:cs typeface="宋体"/>
              </a:rPr>
              <a:t>营销文案、广告语生成</a:t>
            </a:r>
            <a:endParaRPr sz="1200">
              <a:latin typeface="宋体"/>
              <a:cs typeface="宋体"/>
            </a:endParaRPr>
          </a:p>
          <a:p>
            <a:pPr marL="12700" marR="5080">
              <a:lnSpc>
                <a:spcPct val="129900"/>
              </a:lnSpc>
            </a:pPr>
            <a:r>
              <a:rPr sz="1200" dirty="0">
                <a:solidFill>
                  <a:srgbClr val="252525"/>
                </a:solidFill>
                <a:latin typeface="宋体"/>
                <a:cs typeface="宋体"/>
              </a:rPr>
              <a:t>社交媒体内容（如推文、帖子</a:t>
            </a:r>
            <a:r>
              <a:rPr sz="1200" spc="-50" dirty="0">
                <a:solidFill>
                  <a:srgbClr val="252525"/>
                </a:solidFill>
                <a:latin typeface="宋体"/>
                <a:cs typeface="宋体"/>
              </a:rPr>
              <a:t>）</a:t>
            </a:r>
            <a:r>
              <a:rPr sz="1200" spc="-10" dirty="0">
                <a:solidFill>
                  <a:srgbClr val="252525"/>
                </a:solidFill>
                <a:latin typeface="宋体"/>
                <a:cs typeface="宋体"/>
              </a:rPr>
              <a:t>剧本或对话设计</a:t>
            </a:r>
            <a:endParaRPr sz="1200">
              <a:latin typeface="宋体"/>
              <a:cs typeface="宋体"/>
            </a:endParaRPr>
          </a:p>
        </p:txBody>
      </p:sp>
      <p:sp>
        <p:nvSpPr>
          <p:cNvPr id="5" name="object 5"/>
          <p:cNvSpPr txBox="1"/>
          <p:nvPr/>
        </p:nvSpPr>
        <p:spPr>
          <a:xfrm>
            <a:off x="5058562" y="3124987"/>
            <a:ext cx="1854200" cy="1069975"/>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57B6E4"/>
                </a:solidFill>
                <a:latin typeface="Microsoft JhengHei"/>
                <a:cs typeface="Microsoft JhengHei"/>
              </a:rPr>
              <a:t>摘要与改写</a:t>
            </a:r>
            <a:endParaRPr sz="1800">
              <a:latin typeface="Microsoft JhengHei"/>
              <a:cs typeface="Microsoft JhengHei"/>
            </a:endParaRPr>
          </a:p>
          <a:p>
            <a:pPr marL="12700" marR="5080">
              <a:lnSpc>
                <a:spcPct val="129900"/>
              </a:lnSpc>
              <a:spcBef>
                <a:spcPts val="450"/>
              </a:spcBef>
            </a:pPr>
            <a:r>
              <a:rPr sz="1200" dirty="0">
                <a:solidFill>
                  <a:srgbClr val="252525"/>
                </a:solidFill>
                <a:latin typeface="宋体"/>
                <a:cs typeface="宋体"/>
              </a:rPr>
              <a:t>长文本摘要（论文、报告</a:t>
            </a:r>
            <a:r>
              <a:rPr sz="1200" spc="-50" dirty="0">
                <a:solidFill>
                  <a:srgbClr val="252525"/>
                </a:solidFill>
                <a:latin typeface="宋体"/>
                <a:cs typeface="宋体"/>
              </a:rPr>
              <a:t>）</a:t>
            </a:r>
            <a:r>
              <a:rPr sz="1200" dirty="0">
                <a:solidFill>
                  <a:srgbClr val="252525"/>
                </a:solidFill>
                <a:latin typeface="宋体"/>
                <a:cs typeface="宋体"/>
              </a:rPr>
              <a:t>文本简化（降低复杂度</a:t>
            </a:r>
            <a:r>
              <a:rPr sz="1200" spc="-50" dirty="0">
                <a:solidFill>
                  <a:srgbClr val="252525"/>
                </a:solidFill>
                <a:latin typeface="宋体"/>
                <a:cs typeface="宋体"/>
              </a:rPr>
              <a:t>） </a:t>
            </a:r>
            <a:r>
              <a:rPr sz="1200" spc="-10" dirty="0">
                <a:solidFill>
                  <a:srgbClr val="252525"/>
                </a:solidFill>
                <a:latin typeface="宋体"/>
                <a:cs typeface="宋体"/>
              </a:rPr>
              <a:t>多语言翻译与本地化</a:t>
            </a:r>
            <a:endParaRPr sz="1200">
              <a:latin typeface="宋体"/>
              <a:cs typeface="宋体"/>
            </a:endParaRPr>
          </a:p>
        </p:txBody>
      </p:sp>
      <p:grpSp>
        <p:nvGrpSpPr>
          <p:cNvPr id="6" name="object 6"/>
          <p:cNvGrpSpPr/>
          <p:nvPr/>
        </p:nvGrpSpPr>
        <p:grpSpPr>
          <a:xfrm>
            <a:off x="1225486" y="1690636"/>
            <a:ext cx="3291204" cy="3962400"/>
            <a:chOff x="1225486" y="1690636"/>
            <a:chExt cx="3291204" cy="3962400"/>
          </a:xfrm>
        </p:grpSpPr>
        <p:pic>
          <p:nvPicPr>
            <p:cNvPr id="7" name="object 7"/>
            <p:cNvPicPr/>
            <p:nvPr/>
          </p:nvPicPr>
          <p:blipFill>
            <a:blip r:embed="rId2" cstate="print"/>
            <a:stretch>
              <a:fillRect/>
            </a:stretch>
          </p:blipFill>
          <p:spPr>
            <a:xfrm>
              <a:off x="1225486" y="1690636"/>
              <a:ext cx="3022663" cy="3962400"/>
            </a:xfrm>
            <a:prstGeom prst="rect">
              <a:avLst/>
            </a:prstGeom>
          </p:spPr>
        </p:pic>
        <p:pic>
          <p:nvPicPr>
            <p:cNvPr id="8" name="object 8"/>
            <p:cNvPicPr/>
            <p:nvPr/>
          </p:nvPicPr>
          <p:blipFill>
            <a:blip r:embed="rId3" cstate="print"/>
            <a:stretch>
              <a:fillRect/>
            </a:stretch>
          </p:blipFill>
          <p:spPr>
            <a:xfrm>
              <a:off x="3926979" y="3369500"/>
              <a:ext cx="589136" cy="588010"/>
            </a:xfrm>
            <a:prstGeom prst="rect">
              <a:avLst/>
            </a:prstGeom>
          </p:spPr>
        </p:pic>
      </p:grpSp>
      <p:sp>
        <p:nvSpPr>
          <p:cNvPr id="9" name="object 9"/>
          <p:cNvSpPr txBox="1"/>
          <p:nvPr/>
        </p:nvSpPr>
        <p:spPr>
          <a:xfrm>
            <a:off x="4097032" y="3520643"/>
            <a:ext cx="248920" cy="240029"/>
          </a:xfrm>
          <a:prstGeom prst="rect">
            <a:avLst/>
          </a:prstGeom>
        </p:spPr>
        <p:txBody>
          <a:bodyPr vert="horz" wrap="square" lIns="0" tIns="13335" rIns="0" bIns="0" rtlCol="0">
            <a:spAutoFit/>
          </a:bodyPr>
          <a:lstStyle/>
          <a:p>
            <a:pPr marL="12700">
              <a:lnSpc>
                <a:spcPct val="100000"/>
              </a:lnSpc>
              <a:spcBef>
                <a:spcPts val="105"/>
              </a:spcBef>
            </a:pPr>
            <a:r>
              <a:rPr sz="1400" b="1" spc="-25" dirty="0">
                <a:solidFill>
                  <a:srgbClr val="FFFFFF"/>
                </a:solidFill>
                <a:latin typeface="Microsoft JhengHei"/>
                <a:cs typeface="Microsoft JhengHei"/>
              </a:rPr>
              <a:t>02</a:t>
            </a:r>
            <a:endParaRPr sz="1400">
              <a:latin typeface="Microsoft JhengHei"/>
              <a:cs typeface="Microsoft JhengHei"/>
            </a:endParaRPr>
          </a:p>
        </p:txBody>
      </p:sp>
      <p:pic>
        <p:nvPicPr>
          <p:cNvPr id="10" name="object 10"/>
          <p:cNvPicPr/>
          <p:nvPr/>
        </p:nvPicPr>
        <p:blipFill>
          <a:blip r:embed="rId4" cstate="print"/>
          <a:stretch>
            <a:fillRect/>
          </a:stretch>
        </p:blipFill>
        <p:spPr>
          <a:xfrm>
            <a:off x="3393808" y="1989277"/>
            <a:ext cx="589136" cy="588010"/>
          </a:xfrm>
          <a:prstGeom prst="rect">
            <a:avLst/>
          </a:prstGeom>
        </p:spPr>
      </p:pic>
      <p:sp>
        <p:nvSpPr>
          <p:cNvPr id="11" name="object 11"/>
          <p:cNvSpPr txBox="1"/>
          <p:nvPr/>
        </p:nvSpPr>
        <p:spPr>
          <a:xfrm>
            <a:off x="3563873" y="2140419"/>
            <a:ext cx="248920" cy="240029"/>
          </a:xfrm>
          <a:prstGeom prst="rect">
            <a:avLst/>
          </a:prstGeom>
        </p:spPr>
        <p:txBody>
          <a:bodyPr vert="horz" wrap="square" lIns="0" tIns="13335" rIns="0" bIns="0" rtlCol="0">
            <a:spAutoFit/>
          </a:bodyPr>
          <a:lstStyle/>
          <a:p>
            <a:pPr marL="12700">
              <a:lnSpc>
                <a:spcPct val="100000"/>
              </a:lnSpc>
              <a:spcBef>
                <a:spcPts val="105"/>
              </a:spcBef>
            </a:pPr>
            <a:r>
              <a:rPr sz="1400" b="1" spc="-25" dirty="0">
                <a:solidFill>
                  <a:srgbClr val="FFFFFF"/>
                </a:solidFill>
                <a:latin typeface="Microsoft JhengHei"/>
                <a:cs typeface="Microsoft JhengHei"/>
              </a:rPr>
              <a:t>01</a:t>
            </a:r>
            <a:endParaRPr sz="1400">
              <a:latin typeface="Microsoft JhengHei"/>
              <a:cs typeface="Microsoft JhengHei"/>
            </a:endParaRPr>
          </a:p>
        </p:txBody>
      </p:sp>
      <p:pic>
        <p:nvPicPr>
          <p:cNvPr id="12" name="object 12"/>
          <p:cNvPicPr/>
          <p:nvPr/>
        </p:nvPicPr>
        <p:blipFill>
          <a:blip r:embed="rId5" cstate="print"/>
          <a:stretch>
            <a:fillRect/>
          </a:stretch>
        </p:blipFill>
        <p:spPr>
          <a:xfrm>
            <a:off x="3393808" y="4749114"/>
            <a:ext cx="589136" cy="588010"/>
          </a:xfrm>
          <a:prstGeom prst="rect">
            <a:avLst/>
          </a:prstGeom>
        </p:spPr>
      </p:pic>
      <p:sp>
        <p:nvSpPr>
          <p:cNvPr id="13" name="object 13"/>
          <p:cNvSpPr txBox="1"/>
          <p:nvPr/>
        </p:nvSpPr>
        <p:spPr>
          <a:xfrm>
            <a:off x="3563873" y="4900257"/>
            <a:ext cx="248920" cy="240029"/>
          </a:xfrm>
          <a:prstGeom prst="rect">
            <a:avLst/>
          </a:prstGeom>
        </p:spPr>
        <p:txBody>
          <a:bodyPr vert="horz" wrap="square" lIns="0" tIns="13335" rIns="0" bIns="0" rtlCol="0">
            <a:spAutoFit/>
          </a:bodyPr>
          <a:lstStyle/>
          <a:p>
            <a:pPr marL="12700">
              <a:lnSpc>
                <a:spcPct val="100000"/>
              </a:lnSpc>
              <a:spcBef>
                <a:spcPts val="105"/>
              </a:spcBef>
            </a:pPr>
            <a:r>
              <a:rPr sz="1400" b="1" spc="-25" dirty="0">
                <a:solidFill>
                  <a:srgbClr val="FFFFFF"/>
                </a:solidFill>
                <a:latin typeface="Microsoft JhengHei"/>
                <a:cs typeface="Microsoft JhengHei"/>
              </a:rPr>
              <a:t>03</a:t>
            </a:r>
            <a:endParaRPr sz="1400">
              <a:latin typeface="Microsoft JhengHei"/>
              <a:cs typeface="Microsoft JhengHei"/>
            </a:endParaRPr>
          </a:p>
        </p:txBody>
      </p:sp>
      <p:pic>
        <p:nvPicPr>
          <p:cNvPr id="14" name="object 14"/>
          <p:cNvPicPr/>
          <p:nvPr/>
        </p:nvPicPr>
        <p:blipFill>
          <a:blip r:embed="rId6" cstate="print"/>
          <a:stretch>
            <a:fillRect/>
          </a:stretch>
        </p:blipFill>
        <p:spPr>
          <a:xfrm>
            <a:off x="1225575" y="2625407"/>
            <a:ext cx="2070506" cy="2070100"/>
          </a:xfrm>
          <a:prstGeom prst="rect">
            <a:avLst/>
          </a:prstGeom>
        </p:spPr>
      </p:pic>
      <p:sp>
        <p:nvSpPr>
          <p:cNvPr id="15" name="object 15"/>
          <p:cNvSpPr txBox="1"/>
          <p:nvPr/>
        </p:nvSpPr>
        <p:spPr>
          <a:xfrm>
            <a:off x="1751025" y="3481209"/>
            <a:ext cx="998855" cy="299720"/>
          </a:xfrm>
          <a:prstGeom prst="rect">
            <a:avLst/>
          </a:prstGeom>
        </p:spPr>
        <p:txBody>
          <a:bodyPr vert="horz" wrap="square" lIns="0" tIns="12700" rIns="0" bIns="0" rtlCol="0">
            <a:spAutoFit/>
          </a:bodyPr>
          <a:lstStyle/>
          <a:p>
            <a:pPr marL="12700">
              <a:lnSpc>
                <a:spcPct val="100000"/>
              </a:lnSpc>
              <a:spcBef>
                <a:spcPts val="100"/>
              </a:spcBef>
            </a:pPr>
            <a:r>
              <a:rPr sz="1800" b="1" spc="100" dirty="0">
                <a:solidFill>
                  <a:srgbClr val="FFFFFF"/>
                </a:solidFill>
                <a:latin typeface="Microsoft JhengHei"/>
                <a:cs typeface="Microsoft JhengHei"/>
              </a:rPr>
              <a:t>文本生成</a:t>
            </a:r>
            <a:endParaRPr sz="1800">
              <a:latin typeface="Microsoft JhengHei"/>
              <a:cs typeface="Microsoft JhengHe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016" y="119456"/>
            <a:ext cx="5365115" cy="697230"/>
          </a:xfrm>
          <a:prstGeom prst="rect">
            <a:avLst/>
          </a:prstGeom>
        </p:spPr>
        <p:txBody>
          <a:bodyPr vert="horz" wrap="square" lIns="0" tIns="13335" rIns="0" bIns="0" rtlCol="0">
            <a:spAutoFit/>
          </a:bodyPr>
          <a:lstStyle/>
          <a:p>
            <a:pPr marL="12700">
              <a:lnSpc>
                <a:spcPct val="100000"/>
              </a:lnSpc>
              <a:spcBef>
                <a:spcPts val="105"/>
              </a:spcBef>
            </a:pPr>
            <a:r>
              <a:rPr sz="4400" spc="260" dirty="0"/>
              <a:t>自然语言理解与分析</a:t>
            </a:r>
            <a:endParaRPr sz="4400"/>
          </a:p>
        </p:txBody>
      </p:sp>
      <p:grpSp>
        <p:nvGrpSpPr>
          <p:cNvPr id="3" name="object 3"/>
          <p:cNvGrpSpPr/>
          <p:nvPr/>
        </p:nvGrpSpPr>
        <p:grpSpPr>
          <a:xfrm>
            <a:off x="3751550" y="1540430"/>
            <a:ext cx="3903345" cy="3903345"/>
            <a:chOff x="3751550" y="1540430"/>
            <a:chExt cx="3903345" cy="3903345"/>
          </a:xfrm>
        </p:grpSpPr>
        <p:pic>
          <p:nvPicPr>
            <p:cNvPr id="4" name="object 4"/>
            <p:cNvPicPr/>
            <p:nvPr/>
          </p:nvPicPr>
          <p:blipFill>
            <a:blip r:embed="rId2" cstate="print"/>
            <a:stretch>
              <a:fillRect/>
            </a:stretch>
          </p:blipFill>
          <p:spPr>
            <a:xfrm>
              <a:off x="3751550" y="1540430"/>
              <a:ext cx="3903158" cy="3903158"/>
            </a:xfrm>
            <a:prstGeom prst="rect">
              <a:avLst/>
            </a:prstGeom>
          </p:spPr>
        </p:pic>
        <p:pic>
          <p:nvPicPr>
            <p:cNvPr id="5" name="object 5"/>
            <p:cNvPicPr/>
            <p:nvPr/>
          </p:nvPicPr>
          <p:blipFill>
            <a:blip r:embed="rId3" cstate="print"/>
            <a:stretch>
              <a:fillRect/>
            </a:stretch>
          </p:blipFill>
          <p:spPr>
            <a:xfrm>
              <a:off x="3933863" y="1715490"/>
              <a:ext cx="2336634" cy="2391333"/>
            </a:xfrm>
            <a:prstGeom prst="rect">
              <a:avLst/>
            </a:prstGeom>
          </p:spPr>
        </p:pic>
        <p:pic>
          <p:nvPicPr>
            <p:cNvPr id="6" name="object 6"/>
            <p:cNvPicPr/>
            <p:nvPr/>
          </p:nvPicPr>
          <p:blipFill>
            <a:blip r:embed="rId4" cstate="print"/>
            <a:stretch>
              <a:fillRect/>
            </a:stretch>
          </p:blipFill>
          <p:spPr>
            <a:xfrm>
              <a:off x="5547791" y="1748535"/>
              <a:ext cx="1927110" cy="3049079"/>
            </a:xfrm>
            <a:prstGeom prst="rect">
              <a:avLst/>
            </a:prstGeom>
          </p:spPr>
        </p:pic>
        <p:pic>
          <p:nvPicPr>
            <p:cNvPr id="7" name="object 7"/>
            <p:cNvPicPr/>
            <p:nvPr/>
          </p:nvPicPr>
          <p:blipFill>
            <a:blip r:embed="rId5" cstate="print"/>
            <a:stretch>
              <a:fillRect/>
            </a:stretch>
          </p:blipFill>
          <p:spPr>
            <a:xfrm>
              <a:off x="3978224" y="3781463"/>
              <a:ext cx="3073857" cy="1464195"/>
            </a:xfrm>
            <a:prstGeom prst="rect">
              <a:avLst/>
            </a:prstGeom>
          </p:spPr>
        </p:pic>
      </p:grpSp>
      <p:sp>
        <p:nvSpPr>
          <p:cNvPr id="8" name="object 8"/>
          <p:cNvSpPr txBox="1"/>
          <p:nvPr/>
        </p:nvSpPr>
        <p:spPr>
          <a:xfrm>
            <a:off x="8441994" y="3046670"/>
            <a:ext cx="3150235" cy="1855470"/>
          </a:xfrm>
          <a:prstGeom prst="rect">
            <a:avLst/>
          </a:prstGeom>
        </p:spPr>
        <p:txBody>
          <a:bodyPr vert="horz" wrap="square" lIns="0" tIns="108585" rIns="0" bIns="0" rtlCol="0">
            <a:spAutoFit/>
          </a:bodyPr>
          <a:lstStyle/>
          <a:p>
            <a:pPr marL="12700">
              <a:lnSpc>
                <a:spcPct val="100000"/>
              </a:lnSpc>
              <a:spcBef>
                <a:spcPts val="855"/>
              </a:spcBef>
            </a:pPr>
            <a:r>
              <a:rPr sz="2000" b="1" spc="-15" dirty="0">
                <a:solidFill>
                  <a:srgbClr val="57B6E4"/>
                </a:solidFill>
                <a:latin typeface="Microsoft JhengHei"/>
                <a:cs typeface="Microsoft JhengHei"/>
              </a:rPr>
              <a:t>知识推理</a:t>
            </a:r>
            <a:endParaRPr sz="2000">
              <a:latin typeface="Microsoft JhengHei"/>
              <a:cs typeface="Microsoft JhengHei"/>
            </a:endParaRPr>
          </a:p>
          <a:p>
            <a:pPr marL="12700">
              <a:lnSpc>
                <a:spcPct val="100000"/>
              </a:lnSpc>
              <a:spcBef>
                <a:spcPts val="675"/>
              </a:spcBef>
            </a:pPr>
            <a:r>
              <a:rPr sz="1800" spc="-15" dirty="0">
                <a:solidFill>
                  <a:srgbClr val="252525"/>
                </a:solidFill>
                <a:latin typeface="宋体"/>
                <a:cs typeface="宋体"/>
              </a:rPr>
              <a:t>知识推理</a:t>
            </a:r>
            <a:endParaRPr sz="1800">
              <a:latin typeface="宋体"/>
              <a:cs typeface="宋体"/>
            </a:endParaRPr>
          </a:p>
          <a:p>
            <a:pPr marL="12700" marR="5080">
              <a:lnSpc>
                <a:spcPct val="129900"/>
              </a:lnSpc>
            </a:pPr>
            <a:r>
              <a:rPr sz="1800" spc="100" dirty="0">
                <a:solidFill>
                  <a:srgbClr val="252525"/>
                </a:solidFill>
                <a:latin typeface="宋体"/>
                <a:cs typeface="宋体"/>
              </a:rPr>
              <a:t>逻辑问题解答（</a:t>
            </a:r>
            <a:r>
              <a:rPr sz="1800" spc="75" dirty="0">
                <a:solidFill>
                  <a:srgbClr val="252525"/>
                </a:solidFill>
                <a:latin typeface="宋体"/>
                <a:cs typeface="宋体"/>
              </a:rPr>
              <a:t>数学、常识推</a:t>
            </a:r>
            <a:r>
              <a:rPr sz="1800" dirty="0">
                <a:solidFill>
                  <a:srgbClr val="252525"/>
                </a:solidFill>
                <a:latin typeface="宋体"/>
                <a:cs typeface="宋体"/>
              </a:rPr>
              <a:t>理</a:t>
            </a:r>
            <a:r>
              <a:rPr sz="1800" spc="-50" dirty="0">
                <a:solidFill>
                  <a:srgbClr val="252525"/>
                </a:solidFill>
                <a:latin typeface="宋体"/>
                <a:cs typeface="宋体"/>
              </a:rPr>
              <a:t>）</a:t>
            </a:r>
            <a:endParaRPr sz="1800">
              <a:latin typeface="宋体"/>
              <a:cs typeface="宋体"/>
            </a:endParaRPr>
          </a:p>
          <a:p>
            <a:pPr marL="12700">
              <a:lnSpc>
                <a:spcPct val="100000"/>
              </a:lnSpc>
              <a:spcBef>
                <a:spcPts val="645"/>
              </a:spcBef>
            </a:pPr>
            <a:r>
              <a:rPr sz="1800" dirty="0">
                <a:solidFill>
                  <a:srgbClr val="252525"/>
                </a:solidFill>
                <a:latin typeface="宋体"/>
                <a:cs typeface="宋体"/>
              </a:rPr>
              <a:t>因果分析（事件关联性</a:t>
            </a:r>
            <a:r>
              <a:rPr sz="1800" spc="-50" dirty="0">
                <a:solidFill>
                  <a:srgbClr val="252525"/>
                </a:solidFill>
                <a:latin typeface="宋体"/>
                <a:cs typeface="宋体"/>
              </a:rPr>
              <a:t>）</a:t>
            </a:r>
            <a:endParaRPr sz="1800">
              <a:latin typeface="宋体"/>
              <a:cs typeface="宋体"/>
            </a:endParaRPr>
          </a:p>
        </p:txBody>
      </p:sp>
      <p:pic>
        <p:nvPicPr>
          <p:cNvPr id="9" name="object 9"/>
          <p:cNvPicPr/>
          <p:nvPr/>
        </p:nvPicPr>
        <p:blipFill>
          <a:blip r:embed="rId6" cstate="print"/>
          <a:stretch>
            <a:fillRect/>
          </a:stretch>
        </p:blipFill>
        <p:spPr>
          <a:xfrm>
            <a:off x="7914131" y="3245764"/>
            <a:ext cx="458444" cy="228460"/>
          </a:xfrm>
          <a:prstGeom prst="rect">
            <a:avLst/>
          </a:prstGeom>
        </p:spPr>
      </p:pic>
      <p:sp>
        <p:nvSpPr>
          <p:cNvPr id="10" name="object 10"/>
          <p:cNvSpPr txBox="1"/>
          <p:nvPr/>
        </p:nvSpPr>
        <p:spPr>
          <a:xfrm>
            <a:off x="2215718" y="1978532"/>
            <a:ext cx="1043940" cy="331470"/>
          </a:xfrm>
          <a:prstGeom prst="rect">
            <a:avLst/>
          </a:prstGeom>
        </p:spPr>
        <p:txBody>
          <a:bodyPr vert="horz" wrap="square" lIns="0" tIns="13335" rIns="0" bIns="0" rtlCol="0">
            <a:spAutoFit/>
          </a:bodyPr>
          <a:lstStyle/>
          <a:p>
            <a:pPr marL="12700">
              <a:lnSpc>
                <a:spcPct val="100000"/>
              </a:lnSpc>
              <a:spcBef>
                <a:spcPts val="105"/>
              </a:spcBef>
            </a:pPr>
            <a:r>
              <a:rPr sz="2000" b="1" spc="-15" dirty="0">
                <a:solidFill>
                  <a:srgbClr val="5F95E6"/>
                </a:solidFill>
                <a:latin typeface="Microsoft JhengHei"/>
                <a:cs typeface="Microsoft JhengHei"/>
              </a:rPr>
              <a:t>语义分析</a:t>
            </a:r>
            <a:endParaRPr sz="2000">
              <a:latin typeface="Microsoft JhengHei"/>
              <a:cs typeface="Microsoft JhengHei"/>
            </a:endParaRPr>
          </a:p>
        </p:txBody>
      </p:sp>
      <p:sp>
        <p:nvSpPr>
          <p:cNvPr id="11" name="object 11"/>
          <p:cNvSpPr txBox="1"/>
          <p:nvPr/>
        </p:nvSpPr>
        <p:spPr>
          <a:xfrm>
            <a:off x="773430" y="2324735"/>
            <a:ext cx="3454400" cy="1450340"/>
          </a:xfrm>
          <a:prstGeom prst="rect">
            <a:avLst/>
          </a:prstGeom>
        </p:spPr>
        <p:txBody>
          <a:bodyPr vert="horz" wrap="square" lIns="0" tIns="94615" rIns="0" bIns="0" rtlCol="0">
            <a:spAutoFit/>
          </a:bodyPr>
          <a:lstStyle/>
          <a:p>
            <a:pPr marL="12700">
              <a:lnSpc>
                <a:spcPct val="100000"/>
              </a:lnSpc>
              <a:spcBef>
                <a:spcPts val="745"/>
              </a:spcBef>
            </a:pPr>
            <a:r>
              <a:rPr sz="1800" spc="-15" dirty="0">
                <a:solidFill>
                  <a:srgbClr val="252525"/>
                </a:solidFill>
                <a:latin typeface="宋体"/>
                <a:cs typeface="宋体"/>
              </a:rPr>
              <a:t>语义解析</a:t>
            </a:r>
            <a:endParaRPr sz="1800">
              <a:latin typeface="宋体"/>
              <a:cs typeface="宋体"/>
            </a:endParaRPr>
          </a:p>
          <a:p>
            <a:pPr marL="12700">
              <a:lnSpc>
                <a:spcPct val="100000"/>
              </a:lnSpc>
              <a:spcBef>
                <a:spcPts val="645"/>
              </a:spcBef>
            </a:pPr>
            <a:r>
              <a:rPr sz="1800" dirty="0">
                <a:solidFill>
                  <a:srgbClr val="252525"/>
                </a:solidFill>
                <a:latin typeface="宋体"/>
                <a:cs typeface="宋体"/>
              </a:rPr>
              <a:t>情感分析（评论、反馈</a:t>
            </a:r>
            <a:r>
              <a:rPr sz="1800" spc="-50" dirty="0">
                <a:solidFill>
                  <a:srgbClr val="252525"/>
                </a:solidFill>
                <a:latin typeface="宋体"/>
                <a:cs typeface="宋体"/>
              </a:rPr>
              <a:t>）</a:t>
            </a:r>
            <a:endParaRPr sz="1800">
              <a:latin typeface="宋体"/>
              <a:cs typeface="宋体"/>
            </a:endParaRPr>
          </a:p>
          <a:p>
            <a:pPr marL="12700" marR="5080">
              <a:lnSpc>
                <a:spcPct val="129900"/>
              </a:lnSpc>
            </a:pPr>
            <a:r>
              <a:rPr sz="1800" dirty="0">
                <a:solidFill>
                  <a:srgbClr val="252525"/>
                </a:solidFill>
                <a:latin typeface="宋体"/>
                <a:cs typeface="宋体"/>
              </a:rPr>
              <a:t>意图识别（客服对话、用户查询</a:t>
            </a:r>
            <a:r>
              <a:rPr sz="1800" spc="-50" dirty="0">
                <a:solidFill>
                  <a:srgbClr val="252525"/>
                </a:solidFill>
                <a:latin typeface="宋体"/>
                <a:cs typeface="宋体"/>
              </a:rPr>
              <a:t>）</a:t>
            </a:r>
            <a:r>
              <a:rPr sz="1800" dirty="0">
                <a:solidFill>
                  <a:srgbClr val="252525"/>
                </a:solidFill>
                <a:latin typeface="宋体"/>
                <a:cs typeface="宋体"/>
              </a:rPr>
              <a:t>实体提取（人名、地点、事件</a:t>
            </a:r>
            <a:r>
              <a:rPr sz="1800" spc="-50" dirty="0">
                <a:solidFill>
                  <a:srgbClr val="252525"/>
                </a:solidFill>
                <a:latin typeface="宋体"/>
                <a:cs typeface="宋体"/>
              </a:rPr>
              <a:t>）</a:t>
            </a:r>
            <a:endParaRPr sz="1800">
              <a:latin typeface="宋体"/>
              <a:cs typeface="宋体"/>
            </a:endParaRPr>
          </a:p>
        </p:txBody>
      </p:sp>
      <p:sp>
        <p:nvSpPr>
          <p:cNvPr id="12" name="object 12"/>
          <p:cNvSpPr txBox="1"/>
          <p:nvPr/>
        </p:nvSpPr>
        <p:spPr>
          <a:xfrm>
            <a:off x="2215718" y="4385665"/>
            <a:ext cx="1043940" cy="331470"/>
          </a:xfrm>
          <a:prstGeom prst="rect">
            <a:avLst/>
          </a:prstGeom>
        </p:spPr>
        <p:txBody>
          <a:bodyPr vert="horz" wrap="square" lIns="0" tIns="13335" rIns="0" bIns="0" rtlCol="0">
            <a:spAutoFit/>
          </a:bodyPr>
          <a:lstStyle/>
          <a:p>
            <a:pPr marL="12700">
              <a:lnSpc>
                <a:spcPct val="100000"/>
              </a:lnSpc>
              <a:spcBef>
                <a:spcPts val="105"/>
              </a:spcBef>
            </a:pPr>
            <a:r>
              <a:rPr sz="2000" b="1" spc="-15" dirty="0">
                <a:solidFill>
                  <a:srgbClr val="55C994"/>
                </a:solidFill>
                <a:latin typeface="Microsoft JhengHei"/>
                <a:cs typeface="Microsoft JhengHei"/>
              </a:rPr>
              <a:t>文本分类</a:t>
            </a:r>
            <a:endParaRPr sz="2000">
              <a:latin typeface="Microsoft JhengHei"/>
              <a:cs typeface="Microsoft JhengHei"/>
            </a:endParaRPr>
          </a:p>
        </p:txBody>
      </p:sp>
      <p:sp>
        <p:nvSpPr>
          <p:cNvPr id="13" name="object 13"/>
          <p:cNvSpPr txBox="1"/>
          <p:nvPr/>
        </p:nvSpPr>
        <p:spPr>
          <a:xfrm>
            <a:off x="773430" y="4665980"/>
            <a:ext cx="2997200" cy="1094105"/>
          </a:xfrm>
          <a:prstGeom prst="rect">
            <a:avLst/>
          </a:prstGeom>
        </p:spPr>
        <p:txBody>
          <a:bodyPr vert="horz" wrap="square" lIns="0" tIns="94615" rIns="0" bIns="0" rtlCol="0">
            <a:spAutoFit/>
          </a:bodyPr>
          <a:lstStyle/>
          <a:p>
            <a:pPr marL="12700">
              <a:lnSpc>
                <a:spcPct val="100000"/>
              </a:lnSpc>
              <a:spcBef>
                <a:spcPts val="745"/>
              </a:spcBef>
            </a:pPr>
            <a:r>
              <a:rPr sz="1800" spc="-15" dirty="0">
                <a:solidFill>
                  <a:srgbClr val="252525"/>
                </a:solidFill>
                <a:latin typeface="宋体"/>
                <a:cs typeface="宋体"/>
              </a:rPr>
              <a:t>文本分类</a:t>
            </a:r>
            <a:endParaRPr sz="1800">
              <a:latin typeface="宋体"/>
              <a:cs typeface="宋体"/>
            </a:endParaRPr>
          </a:p>
          <a:p>
            <a:pPr marL="12700" marR="5080">
              <a:lnSpc>
                <a:spcPct val="129900"/>
              </a:lnSpc>
            </a:pPr>
            <a:r>
              <a:rPr sz="1800" dirty="0">
                <a:solidFill>
                  <a:srgbClr val="252525"/>
                </a:solidFill>
                <a:latin typeface="宋体"/>
                <a:cs typeface="宋体"/>
              </a:rPr>
              <a:t>主题标签生成（如新闻分类</a:t>
            </a:r>
            <a:r>
              <a:rPr sz="1800" spc="-50" dirty="0">
                <a:solidFill>
                  <a:srgbClr val="252525"/>
                </a:solidFill>
                <a:latin typeface="宋体"/>
                <a:cs typeface="宋体"/>
              </a:rPr>
              <a:t>）</a:t>
            </a:r>
            <a:r>
              <a:rPr sz="1800" spc="-10" dirty="0">
                <a:solidFill>
                  <a:srgbClr val="252525"/>
                </a:solidFill>
                <a:latin typeface="宋体"/>
                <a:cs typeface="宋体"/>
              </a:rPr>
              <a:t>垃圾内容检测</a:t>
            </a:r>
            <a:endParaRPr sz="1800">
              <a:latin typeface="宋体"/>
              <a:cs typeface="宋体"/>
            </a:endParaRPr>
          </a:p>
        </p:txBody>
      </p:sp>
      <p:grpSp>
        <p:nvGrpSpPr>
          <p:cNvPr id="14" name="object 14"/>
          <p:cNvGrpSpPr/>
          <p:nvPr/>
        </p:nvGrpSpPr>
        <p:grpSpPr>
          <a:xfrm>
            <a:off x="3260331" y="2077618"/>
            <a:ext cx="3662045" cy="2640330"/>
            <a:chOff x="3260331" y="2077618"/>
            <a:chExt cx="3662045" cy="2640330"/>
          </a:xfrm>
        </p:grpSpPr>
        <p:pic>
          <p:nvPicPr>
            <p:cNvPr id="15" name="object 15"/>
            <p:cNvPicPr/>
            <p:nvPr/>
          </p:nvPicPr>
          <p:blipFill>
            <a:blip r:embed="rId7" cstate="print"/>
            <a:stretch>
              <a:fillRect/>
            </a:stretch>
          </p:blipFill>
          <p:spPr>
            <a:xfrm>
              <a:off x="3260331" y="2077618"/>
              <a:ext cx="458914" cy="228460"/>
            </a:xfrm>
            <a:prstGeom prst="rect">
              <a:avLst/>
            </a:prstGeom>
          </p:spPr>
        </p:pic>
        <p:sp>
          <p:nvSpPr>
            <p:cNvPr id="16" name="object 16"/>
            <p:cNvSpPr/>
            <p:nvPr/>
          </p:nvSpPr>
          <p:spPr>
            <a:xfrm>
              <a:off x="3505199" y="4489386"/>
              <a:ext cx="229235" cy="228600"/>
            </a:xfrm>
            <a:custGeom>
              <a:avLst/>
              <a:gdLst/>
              <a:ahLst/>
              <a:cxnLst/>
              <a:rect l="l" t="t" r="r" b="b"/>
              <a:pathLst>
                <a:path w="229235" h="228600">
                  <a:moveTo>
                    <a:pt x="114376" y="228460"/>
                  </a:moveTo>
                  <a:lnTo>
                    <a:pt x="69906" y="219489"/>
                  </a:lnTo>
                  <a:lnTo>
                    <a:pt x="33580" y="195051"/>
                  </a:lnTo>
                  <a:lnTo>
                    <a:pt x="9057" y="158856"/>
                  </a:lnTo>
                  <a:lnTo>
                    <a:pt x="0" y="114617"/>
                  </a:lnTo>
                  <a:lnTo>
                    <a:pt x="9057" y="69930"/>
                  </a:lnTo>
                  <a:lnTo>
                    <a:pt x="33580" y="33505"/>
                  </a:lnTo>
                  <a:lnTo>
                    <a:pt x="69906" y="8982"/>
                  </a:lnTo>
                  <a:lnTo>
                    <a:pt x="114376" y="0"/>
                  </a:lnTo>
                  <a:lnTo>
                    <a:pt x="158843" y="8976"/>
                  </a:lnTo>
                  <a:lnTo>
                    <a:pt x="195154" y="33458"/>
                  </a:lnTo>
                  <a:lnTo>
                    <a:pt x="219635" y="69769"/>
                  </a:lnTo>
                  <a:lnTo>
                    <a:pt x="228612" y="114236"/>
                  </a:lnTo>
                  <a:lnTo>
                    <a:pt x="219635" y="158696"/>
                  </a:lnTo>
                  <a:lnTo>
                    <a:pt x="195154" y="195003"/>
                  </a:lnTo>
                  <a:lnTo>
                    <a:pt x="158843" y="219483"/>
                  </a:lnTo>
                  <a:lnTo>
                    <a:pt x="114376" y="228460"/>
                  </a:lnTo>
                  <a:close/>
                </a:path>
              </a:pathLst>
            </a:custGeom>
            <a:solidFill>
              <a:srgbClr val="55C994">
                <a:alpha val="19999"/>
              </a:srgbClr>
            </a:solidFill>
          </p:spPr>
          <p:txBody>
            <a:bodyPr wrap="square" lIns="0" tIns="0" rIns="0" bIns="0" rtlCol="0"/>
            <a:lstStyle/>
            <a:p>
              <a:endParaRPr/>
            </a:p>
          </p:txBody>
        </p:sp>
        <p:pic>
          <p:nvPicPr>
            <p:cNvPr id="17" name="object 17"/>
            <p:cNvPicPr/>
            <p:nvPr/>
          </p:nvPicPr>
          <p:blipFill>
            <a:blip r:embed="rId8" cstate="print"/>
            <a:stretch>
              <a:fillRect/>
            </a:stretch>
          </p:blipFill>
          <p:spPr>
            <a:xfrm>
              <a:off x="4631753" y="2959011"/>
              <a:ext cx="368363" cy="368363"/>
            </a:xfrm>
            <a:prstGeom prst="rect">
              <a:avLst/>
            </a:prstGeom>
          </p:spPr>
        </p:pic>
        <p:sp>
          <p:nvSpPr>
            <p:cNvPr id="18" name="object 18"/>
            <p:cNvSpPr/>
            <p:nvPr/>
          </p:nvSpPr>
          <p:spPr>
            <a:xfrm>
              <a:off x="3579875" y="4564214"/>
              <a:ext cx="79375" cy="79375"/>
            </a:xfrm>
            <a:custGeom>
              <a:avLst/>
              <a:gdLst/>
              <a:ahLst/>
              <a:cxnLst/>
              <a:rect l="l" t="t" r="r" b="b"/>
              <a:pathLst>
                <a:path w="79375" h="79375">
                  <a:moveTo>
                    <a:pt x="39700" y="78803"/>
                  </a:moveTo>
                  <a:lnTo>
                    <a:pt x="24361" y="75713"/>
                  </a:lnTo>
                  <a:lnTo>
                    <a:pt x="11806" y="67311"/>
                  </a:lnTo>
                  <a:lnTo>
                    <a:pt x="3272" y="54902"/>
                  </a:lnTo>
                  <a:lnTo>
                    <a:pt x="0" y="39789"/>
                  </a:lnTo>
                  <a:lnTo>
                    <a:pt x="3272" y="24228"/>
                  </a:lnTo>
                  <a:lnTo>
                    <a:pt x="11806" y="11588"/>
                  </a:lnTo>
                  <a:lnTo>
                    <a:pt x="24361" y="3102"/>
                  </a:lnTo>
                  <a:lnTo>
                    <a:pt x="39700" y="0"/>
                  </a:lnTo>
                  <a:lnTo>
                    <a:pt x="55033" y="3096"/>
                  </a:lnTo>
                  <a:lnTo>
                    <a:pt x="67556" y="11541"/>
                  </a:lnTo>
                  <a:lnTo>
                    <a:pt x="75999" y="24067"/>
                  </a:lnTo>
                  <a:lnTo>
                    <a:pt x="79095" y="39408"/>
                  </a:lnTo>
                  <a:lnTo>
                    <a:pt x="75999" y="54741"/>
                  </a:lnTo>
                  <a:lnTo>
                    <a:pt x="67556" y="67263"/>
                  </a:lnTo>
                  <a:lnTo>
                    <a:pt x="55033" y="75707"/>
                  </a:lnTo>
                  <a:lnTo>
                    <a:pt x="39700" y="78803"/>
                  </a:lnTo>
                  <a:close/>
                </a:path>
              </a:pathLst>
            </a:custGeom>
            <a:solidFill>
              <a:srgbClr val="55C994"/>
            </a:solidFill>
          </p:spPr>
          <p:txBody>
            <a:bodyPr wrap="square" lIns="0" tIns="0" rIns="0" bIns="0" rtlCol="0"/>
            <a:lstStyle/>
            <a:p>
              <a:endParaRPr/>
            </a:p>
          </p:txBody>
        </p:sp>
        <p:sp>
          <p:nvSpPr>
            <p:cNvPr id="19" name="object 19"/>
            <p:cNvSpPr/>
            <p:nvPr/>
          </p:nvSpPr>
          <p:spPr>
            <a:xfrm>
              <a:off x="3274898" y="4600143"/>
              <a:ext cx="230504" cy="7620"/>
            </a:xfrm>
            <a:custGeom>
              <a:avLst/>
              <a:gdLst/>
              <a:ahLst/>
              <a:cxnLst/>
              <a:rect l="l" t="t" r="r" b="b"/>
              <a:pathLst>
                <a:path w="230504" h="7620">
                  <a:moveTo>
                    <a:pt x="7620" y="0"/>
                  </a:moveTo>
                  <a:lnTo>
                    <a:pt x="0" y="0"/>
                  </a:lnTo>
                  <a:lnTo>
                    <a:pt x="0" y="7620"/>
                  </a:lnTo>
                  <a:lnTo>
                    <a:pt x="7620" y="7620"/>
                  </a:lnTo>
                  <a:lnTo>
                    <a:pt x="7620" y="0"/>
                  </a:lnTo>
                  <a:close/>
                </a:path>
                <a:path w="230504" h="7620">
                  <a:moveTo>
                    <a:pt x="22860" y="0"/>
                  </a:moveTo>
                  <a:lnTo>
                    <a:pt x="15227" y="0"/>
                  </a:lnTo>
                  <a:lnTo>
                    <a:pt x="15227" y="7620"/>
                  </a:lnTo>
                  <a:lnTo>
                    <a:pt x="22860" y="7620"/>
                  </a:lnTo>
                  <a:lnTo>
                    <a:pt x="22860" y="0"/>
                  </a:lnTo>
                  <a:close/>
                </a:path>
                <a:path w="230504" h="7620">
                  <a:moveTo>
                    <a:pt x="38100" y="0"/>
                  </a:moveTo>
                  <a:lnTo>
                    <a:pt x="30480" y="0"/>
                  </a:lnTo>
                  <a:lnTo>
                    <a:pt x="30480" y="7620"/>
                  </a:lnTo>
                  <a:lnTo>
                    <a:pt x="38100" y="7620"/>
                  </a:lnTo>
                  <a:lnTo>
                    <a:pt x="38100" y="0"/>
                  </a:lnTo>
                  <a:close/>
                </a:path>
                <a:path w="230504" h="7620">
                  <a:moveTo>
                    <a:pt x="53327" y="0"/>
                  </a:moveTo>
                  <a:lnTo>
                    <a:pt x="45720" y="0"/>
                  </a:lnTo>
                  <a:lnTo>
                    <a:pt x="45720" y="7620"/>
                  </a:lnTo>
                  <a:lnTo>
                    <a:pt x="53327" y="7620"/>
                  </a:lnTo>
                  <a:lnTo>
                    <a:pt x="53327" y="0"/>
                  </a:lnTo>
                  <a:close/>
                </a:path>
                <a:path w="230504" h="7620">
                  <a:moveTo>
                    <a:pt x="68580" y="0"/>
                  </a:moveTo>
                  <a:lnTo>
                    <a:pt x="60960" y="0"/>
                  </a:lnTo>
                  <a:lnTo>
                    <a:pt x="60960" y="7620"/>
                  </a:lnTo>
                  <a:lnTo>
                    <a:pt x="68580" y="7620"/>
                  </a:lnTo>
                  <a:lnTo>
                    <a:pt x="68580" y="0"/>
                  </a:lnTo>
                  <a:close/>
                </a:path>
                <a:path w="230504" h="7620">
                  <a:moveTo>
                    <a:pt x="83820" y="0"/>
                  </a:moveTo>
                  <a:lnTo>
                    <a:pt x="76200" y="0"/>
                  </a:lnTo>
                  <a:lnTo>
                    <a:pt x="76200" y="7620"/>
                  </a:lnTo>
                  <a:lnTo>
                    <a:pt x="83820" y="7620"/>
                  </a:lnTo>
                  <a:lnTo>
                    <a:pt x="83820" y="0"/>
                  </a:lnTo>
                  <a:close/>
                </a:path>
                <a:path w="230504" h="7620">
                  <a:moveTo>
                    <a:pt x="99060" y="0"/>
                  </a:moveTo>
                  <a:lnTo>
                    <a:pt x="91440" y="0"/>
                  </a:lnTo>
                  <a:lnTo>
                    <a:pt x="91440" y="7620"/>
                  </a:lnTo>
                  <a:lnTo>
                    <a:pt x="99060" y="7620"/>
                  </a:lnTo>
                  <a:lnTo>
                    <a:pt x="99060" y="0"/>
                  </a:lnTo>
                  <a:close/>
                </a:path>
                <a:path w="230504" h="7620">
                  <a:moveTo>
                    <a:pt x="114300" y="0"/>
                  </a:moveTo>
                  <a:lnTo>
                    <a:pt x="106680" y="0"/>
                  </a:lnTo>
                  <a:lnTo>
                    <a:pt x="106680" y="7620"/>
                  </a:lnTo>
                  <a:lnTo>
                    <a:pt x="114300" y="7620"/>
                  </a:lnTo>
                  <a:lnTo>
                    <a:pt x="114300" y="0"/>
                  </a:lnTo>
                  <a:close/>
                </a:path>
                <a:path w="230504" h="7620">
                  <a:moveTo>
                    <a:pt x="129540" y="0"/>
                  </a:moveTo>
                  <a:lnTo>
                    <a:pt x="121920" y="0"/>
                  </a:lnTo>
                  <a:lnTo>
                    <a:pt x="121920" y="7620"/>
                  </a:lnTo>
                  <a:lnTo>
                    <a:pt x="129540" y="7620"/>
                  </a:lnTo>
                  <a:lnTo>
                    <a:pt x="129540" y="0"/>
                  </a:lnTo>
                  <a:close/>
                </a:path>
                <a:path w="230504" h="7620">
                  <a:moveTo>
                    <a:pt x="144780" y="0"/>
                  </a:moveTo>
                  <a:lnTo>
                    <a:pt x="137160" y="0"/>
                  </a:lnTo>
                  <a:lnTo>
                    <a:pt x="137160" y="7620"/>
                  </a:lnTo>
                  <a:lnTo>
                    <a:pt x="144780" y="7620"/>
                  </a:lnTo>
                  <a:lnTo>
                    <a:pt x="144780" y="0"/>
                  </a:lnTo>
                  <a:close/>
                </a:path>
                <a:path w="230504" h="7620">
                  <a:moveTo>
                    <a:pt x="160020" y="0"/>
                  </a:moveTo>
                  <a:lnTo>
                    <a:pt x="152400" y="0"/>
                  </a:lnTo>
                  <a:lnTo>
                    <a:pt x="152400" y="7620"/>
                  </a:lnTo>
                  <a:lnTo>
                    <a:pt x="160020" y="7620"/>
                  </a:lnTo>
                  <a:lnTo>
                    <a:pt x="160020" y="0"/>
                  </a:lnTo>
                  <a:close/>
                </a:path>
                <a:path w="230504" h="7620">
                  <a:moveTo>
                    <a:pt x="175260" y="0"/>
                  </a:moveTo>
                  <a:lnTo>
                    <a:pt x="167640" y="0"/>
                  </a:lnTo>
                  <a:lnTo>
                    <a:pt x="167640" y="7620"/>
                  </a:lnTo>
                  <a:lnTo>
                    <a:pt x="175260" y="7620"/>
                  </a:lnTo>
                  <a:lnTo>
                    <a:pt x="175260" y="0"/>
                  </a:lnTo>
                  <a:close/>
                </a:path>
                <a:path w="230504" h="7620">
                  <a:moveTo>
                    <a:pt x="190500" y="0"/>
                  </a:moveTo>
                  <a:lnTo>
                    <a:pt x="182880" y="0"/>
                  </a:lnTo>
                  <a:lnTo>
                    <a:pt x="182880" y="7620"/>
                  </a:lnTo>
                  <a:lnTo>
                    <a:pt x="190500" y="7620"/>
                  </a:lnTo>
                  <a:lnTo>
                    <a:pt x="190500" y="0"/>
                  </a:lnTo>
                  <a:close/>
                </a:path>
                <a:path w="230504" h="7620">
                  <a:moveTo>
                    <a:pt x="205740" y="0"/>
                  </a:moveTo>
                  <a:lnTo>
                    <a:pt x="198120" y="0"/>
                  </a:lnTo>
                  <a:lnTo>
                    <a:pt x="198120" y="7620"/>
                  </a:lnTo>
                  <a:lnTo>
                    <a:pt x="205740" y="7620"/>
                  </a:lnTo>
                  <a:lnTo>
                    <a:pt x="205740" y="0"/>
                  </a:lnTo>
                  <a:close/>
                </a:path>
                <a:path w="230504" h="7620">
                  <a:moveTo>
                    <a:pt x="220980" y="0"/>
                  </a:moveTo>
                  <a:lnTo>
                    <a:pt x="213360" y="0"/>
                  </a:lnTo>
                  <a:lnTo>
                    <a:pt x="213360" y="7620"/>
                  </a:lnTo>
                  <a:lnTo>
                    <a:pt x="220980" y="7620"/>
                  </a:lnTo>
                  <a:lnTo>
                    <a:pt x="220980" y="0"/>
                  </a:lnTo>
                  <a:close/>
                </a:path>
                <a:path w="230504" h="7620">
                  <a:moveTo>
                    <a:pt x="230454" y="0"/>
                  </a:moveTo>
                  <a:lnTo>
                    <a:pt x="228600" y="0"/>
                  </a:lnTo>
                  <a:lnTo>
                    <a:pt x="228600" y="7620"/>
                  </a:lnTo>
                  <a:lnTo>
                    <a:pt x="230454" y="7620"/>
                  </a:lnTo>
                  <a:lnTo>
                    <a:pt x="230454" y="0"/>
                  </a:lnTo>
                  <a:close/>
                </a:path>
              </a:pathLst>
            </a:custGeom>
            <a:solidFill>
              <a:srgbClr val="55C994">
                <a:alpha val="59999"/>
              </a:srgbClr>
            </a:solidFill>
          </p:spPr>
          <p:txBody>
            <a:bodyPr wrap="square" lIns="0" tIns="0" rIns="0" bIns="0" rtlCol="0"/>
            <a:lstStyle/>
            <a:p>
              <a:endParaRPr/>
            </a:p>
          </p:txBody>
        </p:sp>
        <p:pic>
          <p:nvPicPr>
            <p:cNvPr id="20" name="object 20"/>
            <p:cNvPicPr/>
            <p:nvPr/>
          </p:nvPicPr>
          <p:blipFill>
            <a:blip r:embed="rId9" cstate="print"/>
            <a:stretch>
              <a:fillRect/>
            </a:stretch>
          </p:blipFill>
          <p:spPr>
            <a:xfrm>
              <a:off x="6553479" y="2959011"/>
              <a:ext cx="368363" cy="368363"/>
            </a:xfrm>
            <a:prstGeom prst="rect">
              <a:avLst/>
            </a:prstGeom>
          </p:spPr>
        </p:pic>
        <p:pic>
          <p:nvPicPr>
            <p:cNvPr id="21" name="object 21"/>
            <p:cNvPicPr/>
            <p:nvPr/>
          </p:nvPicPr>
          <p:blipFill>
            <a:blip r:embed="rId10" cstate="print"/>
            <a:stretch>
              <a:fillRect/>
            </a:stretch>
          </p:blipFill>
          <p:spPr>
            <a:xfrm>
              <a:off x="5535002" y="4336402"/>
              <a:ext cx="368363" cy="368363"/>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546" y="14046"/>
            <a:ext cx="4525010" cy="756920"/>
          </a:xfrm>
          <a:prstGeom prst="rect">
            <a:avLst/>
          </a:prstGeom>
        </p:spPr>
        <p:txBody>
          <a:bodyPr vert="horz" wrap="square" lIns="0" tIns="12700" rIns="0" bIns="0" rtlCol="0">
            <a:spAutoFit/>
          </a:bodyPr>
          <a:lstStyle/>
          <a:p>
            <a:pPr marL="12700">
              <a:lnSpc>
                <a:spcPct val="100000"/>
              </a:lnSpc>
              <a:spcBef>
                <a:spcPts val="100"/>
              </a:spcBef>
            </a:pPr>
            <a:r>
              <a:rPr sz="4800" spc="250" dirty="0"/>
              <a:t>编程与代码相关</a:t>
            </a:r>
            <a:endParaRPr sz="4800"/>
          </a:p>
        </p:txBody>
      </p:sp>
      <p:sp>
        <p:nvSpPr>
          <p:cNvPr id="3" name="object 3"/>
          <p:cNvSpPr/>
          <p:nvPr/>
        </p:nvSpPr>
        <p:spPr>
          <a:xfrm>
            <a:off x="4328782" y="2063786"/>
            <a:ext cx="2472055" cy="3656965"/>
          </a:xfrm>
          <a:custGeom>
            <a:avLst/>
            <a:gdLst/>
            <a:ahLst/>
            <a:cxnLst/>
            <a:rect l="l" t="t" r="r" b="b"/>
            <a:pathLst>
              <a:path w="2472054" h="3656965">
                <a:moveTo>
                  <a:pt x="141090" y="3656483"/>
                </a:moveTo>
                <a:lnTo>
                  <a:pt x="103761" y="3647390"/>
                </a:lnTo>
                <a:lnTo>
                  <a:pt x="70107" y="3628089"/>
                </a:lnTo>
                <a:lnTo>
                  <a:pt x="41516" y="3599939"/>
                </a:lnTo>
                <a:lnTo>
                  <a:pt x="19377" y="3564302"/>
                </a:lnTo>
                <a:lnTo>
                  <a:pt x="5075" y="3522536"/>
                </a:lnTo>
                <a:lnTo>
                  <a:pt x="0" y="3476003"/>
                </a:lnTo>
                <a:lnTo>
                  <a:pt x="0" y="179566"/>
                </a:lnTo>
                <a:lnTo>
                  <a:pt x="6830" y="125868"/>
                </a:lnTo>
                <a:lnTo>
                  <a:pt x="25862" y="78903"/>
                </a:lnTo>
                <a:lnTo>
                  <a:pt x="54905" y="40830"/>
                </a:lnTo>
                <a:lnTo>
                  <a:pt x="91769" y="13808"/>
                </a:lnTo>
                <a:lnTo>
                  <a:pt x="134264" y="0"/>
                </a:lnTo>
                <a:lnTo>
                  <a:pt x="180200" y="1563"/>
                </a:lnTo>
                <a:lnTo>
                  <a:pt x="2345601" y="460782"/>
                </a:lnTo>
                <a:lnTo>
                  <a:pt x="2386734" y="476794"/>
                </a:lnTo>
                <a:lnTo>
                  <a:pt x="2421497" y="504855"/>
                </a:lnTo>
                <a:lnTo>
                  <a:pt x="2448285" y="542711"/>
                </a:lnTo>
                <a:lnTo>
                  <a:pt x="2465494" y="588106"/>
                </a:lnTo>
                <a:lnTo>
                  <a:pt x="2471521" y="638785"/>
                </a:lnTo>
                <a:lnTo>
                  <a:pt x="2471521" y="3006726"/>
                </a:lnTo>
                <a:lnTo>
                  <a:pt x="2465452" y="3057290"/>
                </a:lnTo>
                <a:lnTo>
                  <a:pt x="2448297" y="3102599"/>
                </a:lnTo>
                <a:lnTo>
                  <a:pt x="2421633" y="3140427"/>
                </a:lnTo>
                <a:lnTo>
                  <a:pt x="2387040" y="3168546"/>
                </a:lnTo>
                <a:lnTo>
                  <a:pt x="2346096" y="3184729"/>
                </a:lnTo>
                <a:lnTo>
                  <a:pt x="180708" y="3654007"/>
                </a:lnTo>
                <a:lnTo>
                  <a:pt x="141090" y="3656483"/>
                </a:lnTo>
                <a:close/>
              </a:path>
            </a:pathLst>
          </a:custGeom>
          <a:solidFill>
            <a:srgbClr val="BED4F5">
              <a:alpha val="17999"/>
            </a:srgbClr>
          </a:solidFill>
        </p:spPr>
        <p:txBody>
          <a:bodyPr wrap="square" lIns="0" tIns="0" rIns="0" bIns="0" rtlCol="0"/>
          <a:lstStyle/>
          <a:p>
            <a:endParaRPr/>
          </a:p>
        </p:txBody>
      </p:sp>
      <p:sp>
        <p:nvSpPr>
          <p:cNvPr id="4" name="object 4"/>
          <p:cNvSpPr txBox="1"/>
          <p:nvPr/>
        </p:nvSpPr>
        <p:spPr>
          <a:xfrm>
            <a:off x="4500245" y="2916656"/>
            <a:ext cx="2129790" cy="2112010"/>
          </a:xfrm>
          <a:prstGeom prst="rect">
            <a:avLst/>
          </a:prstGeom>
        </p:spPr>
        <p:txBody>
          <a:bodyPr vert="horz" wrap="square" lIns="0" tIns="12065" rIns="0" bIns="0" rtlCol="0">
            <a:spAutoFit/>
          </a:bodyPr>
          <a:lstStyle/>
          <a:p>
            <a:pPr marL="351155">
              <a:lnSpc>
                <a:spcPct val="100000"/>
              </a:lnSpc>
              <a:spcBef>
                <a:spcPts val="95"/>
              </a:spcBef>
            </a:pPr>
            <a:r>
              <a:rPr sz="2800" b="1" spc="-25" dirty="0">
                <a:solidFill>
                  <a:srgbClr val="5F95E6"/>
                </a:solidFill>
                <a:latin typeface="Microsoft JhengHei"/>
                <a:cs typeface="Microsoft JhengHei"/>
              </a:rPr>
              <a:t>代码调</a:t>
            </a:r>
            <a:r>
              <a:rPr sz="2800" b="1" spc="-50" dirty="0">
                <a:solidFill>
                  <a:srgbClr val="5F95E6"/>
                </a:solidFill>
                <a:latin typeface="Microsoft JhengHei"/>
                <a:cs typeface="Microsoft JhengHei"/>
              </a:rPr>
              <a:t>试</a:t>
            </a:r>
            <a:endParaRPr sz="2800">
              <a:latin typeface="Microsoft JhengHei"/>
              <a:cs typeface="Microsoft JhengHei"/>
            </a:endParaRPr>
          </a:p>
          <a:p>
            <a:pPr marL="298450" marR="5080" indent="-285750">
              <a:lnSpc>
                <a:spcPct val="139800"/>
              </a:lnSpc>
              <a:spcBef>
                <a:spcPts val="995"/>
              </a:spcBef>
              <a:buFont typeface="Arial"/>
              <a:buChar char="•"/>
              <a:tabLst>
                <a:tab pos="297815" algn="l"/>
                <a:tab pos="298450" algn="l"/>
              </a:tabLst>
            </a:pPr>
            <a:r>
              <a:rPr sz="1800" spc="235" dirty="0">
                <a:solidFill>
                  <a:srgbClr val="252525"/>
                </a:solidFill>
                <a:latin typeface="宋体"/>
                <a:cs typeface="宋体"/>
              </a:rPr>
              <a:t>错误分析与修复</a:t>
            </a:r>
            <a:r>
              <a:rPr sz="1800" spc="-25" dirty="0">
                <a:solidFill>
                  <a:srgbClr val="252525"/>
                </a:solidFill>
                <a:latin typeface="宋体"/>
                <a:cs typeface="宋体"/>
              </a:rPr>
              <a:t>建议</a:t>
            </a:r>
            <a:endParaRPr sz="1800">
              <a:latin typeface="宋体"/>
              <a:cs typeface="宋体"/>
            </a:endParaRPr>
          </a:p>
          <a:p>
            <a:pPr marL="298450" marR="5080" indent="-285750">
              <a:lnSpc>
                <a:spcPct val="139800"/>
              </a:lnSpc>
              <a:buFont typeface="Arial"/>
              <a:buChar char="•"/>
              <a:tabLst>
                <a:tab pos="297815" algn="l"/>
                <a:tab pos="298450" algn="l"/>
              </a:tabLst>
            </a:pPr>
            <a:r>
              <a:rPr sz="1800" spc="235" dirty="0">
                <a:solidFill>
                  <a:srgbClr val="252525"/>
                </a:solidFill>
                <a:latin typeface="宋体"/>
                <a:cs typeface="宋体"/>
              </a:rPr>
              <a:t>代码性能优化提</a:t>
            </a:r>
            <a:r>
              <a:rPr sz="1800" spc="-50" dirty="0">
                <a:solidFill>
                  <a:srgbClr val="252525"/>
                </a:solidFill>
                <a:latin typeface="宋体"/>
                <a:cs typeface="宋体"/>
              </a:rPr>
              <a:t>示</a:t>
            </a:r>
            <a:endParaRPr sz="1800">
              <a:latin typeface="宋体"/>
              <a:cs typeface="宋体"/>
            </a:endParaRPr>
          </a:p>
        </p:txBody>
      </p:sp>
      <p:grpSp>
        <p:nvGrpSpPr>
          <p:cNvPr id="5" name="object 5"/>
          <p:cNvGrpSpPr/>
          <p:nvPr/>
        </p:nvGrpSpPr>
        <p:grpSpPr>
          <a:xfrm>
            <a:off x="5157901" y="1833841"/>
            <a:ext cx="814069" cy="814069"/>
            <a:chOff x="5157901" y="1833841"/>
            <a:chExt cx="814069" cy="814069"/>
          </a:xfrm>
        </p:grpSpPr>
        <p:pic>
          <p:nvPicPr>
            <p:cNvPr id="6" name="object 6"/>
            <p:cNvPicPr/>
            <p:nvPr/>
          </p:nvPicPr>
          <p:blipFill>
            <a:blip r:embed="rId2" cstate="print"/>
            <a:stretch>
              <a:fillRect/>
            </a:stretch>
          </p:blipFill>
          <p:spPr>
            <a:xfrm>
              <a:off x="5157901" y="1833841"/>
              <a:ext cx="814011" cy="814069"/>
            </a:xfrm>
            <a:prstGeom prst="rect">
              <a:avLst/>
            </a:prstGeom>
          </p:spPr>
        </p:pic>
        <p:pic>
          <p:nvPicPr>
            <p:cNvPr id="7" name="object 7"/>
            <p:cNvPicPr/>
            <p:nvPr/>
          </p:nvPicPr>
          <p:blipFill>
            <a:blip r:embed="rId3" cstate="print"/>
            <a:stretch>
              <a:fillRect/>
            </a:stretch>
          </p:blipFill>
          <p:spPr>
            <a:xfrm>
              <a:off x="5388279" y="2065058"/>
              <a:ext cx="352539" cy="352539"/>
            </a:xfrm>
            <a:prstGeom prst="rect">
              <a:avLst/>
            </a:prstGeom>
          </p:spPr>
        </p:pic>
      </p:grpSp>
      <p:sp>
        <p:nvSpPr>
          <p:cNvPr id="8" name="object 8"/>
          <p:cNvSpPr/>
          <p:nvPr/>
        </p:nvSpPr>
        <p:spPr>
          <a:xfrm>
            <a:off x="7627949" y="2063786"/>
            <a:ext cx="2472055" cy="3656965"/>
          </a:xfrm>
          <a:custGeom>
            <a:avLst/>
            <a:gdLst/>
            <a:ahLst/>
            <a:cxnLst/>
            <a:rect l="l" t="t" r="r" b="b"/>
            <a:pathLst>
              <a:path w="2472054" h="3656965">
                <a:moveTo>
                  <a:pt x="141082" y="3656483"/>
                </a:moveTo>
                <a:lnTo>
                  <a:pt x="103756" y="3647390"/>
                </a:lnTo>
                <a:lnTo>
                  <a:pt x="70105" y="3628089"/>
                </a:lnTo>
                <a:lnTo>
                  <a:pt x="41515" y="3599939"/>
                </a:lnTo>
                <a:lnTo>
                  <a:pt x="19376" y="3564302"/>
                </a:lnTo>
                <a:lnTo>
                  <a:pt x="5075" y="3522536"/>
                </a:lnTo>
                <a:lnTo>
                  <a:pt x="0" y="3476003"/>
                </a:lnTo>
                <a:lnTo>
                  <a:pt x="0" y="179566"/>
                </a:lnTo>
                <a:lnTo>
                  <a:pt x="6830" y="125868"/>
                </a:lnTo>
                <a:lnTo>
                  <a:pt x="25862" y="78903"/>
                </a:lnTo>
                <a:lnTo>
                  <a:pt x="54905" y="40830"/>
                </a:lnTo>
                <a:lnTo>
                  <a:pt x="91769" y="13808"/>
                </a:lnTo>
                <a:lnTo>
                  <a:pt x="134264" y="0"/>
                </a:lnTo>
                <a:lnTo>
                  <a:pt x="180200" y="1563"/>
                </a:lnTo>
                <a:lnTo>
                  <a:pt x="2345588" y="460782"/>
                </a:lnTo>
                <a:lnTo>
                  <a:pt x="2386728" y="476794"/>
                </a:lnTo>
                <a:lnTo>
                  <a:pt x="2421494" y="504855"/>
                </a:lnTo>
                <a:lnTo>
                  <a:pt x="2448284" y="542711"/>
                </a:lnTo>
                <a:lnTo>
                  <a:pt x="2465494" y="588106"/>
                </a:lnTo>
                <a:lnTo>
                  <a:pt x="2471521" y="638785"/>
                </a:lnTo>
                <a:lnTo>
                  <a:pt x="2471521" y="3006726"/>
                </a:lnTo>
                <a:lnTo>
                  <a:pt x="2465451" y="3057290"/>
                </a:lnTo>
                <a:lnTo>
                  <a:pt x="2448293" y="3102599"/>
                </a:lnTo>
                <a:lnTo>
                  <a:pt x="2421628" y="3140427"/>
                </a:lnTo>
                <a:lnTo>
                  <a:pt x="2387035" y="3168546"/>
                </a:lnTo>
                <a:lnTo>
                  <a:pt x="2346096" y="3184729"/>
                </a:lnTo>
                <a:lnTo>
                  <a:pt x="180695" y="3654007"/>
                </a:lnTo>
                <a:lnTo>
                  <a:pt x="141082" y="3656483"/>
                </a:lnTo>
                <a:close/>
              </a:path>
            </a:pathLst>
          </a:custGeom>
          <a:solidFill>
            <a:srgbClr val="BED4F5">
              <a:alpha val="17999"/>
            </a:srgbClr>
          </a:solidFill>
        </p:spPr>
        <p:txBody>
          <a:bodyPr wrap="square" lIns="0" tIns="0" rIns="0" bIns="0" rtlCol="0"/>
          <a:lstStyle/>
          <a:p>
            <a:endParaRPr/>
          </a:p>
        </p:txBody>
      </p:sp>
      <p:sp>
        <p:nvSpPr>
          <p:cNvPr id="9" name="object 9"/>
          <p:cNvSpPr txBox="1"/>
          <p:nvPr/>
        </p:nvSpPr>
        <p:spPr>
          <a:xfrm>
            <a:off x="7677150" y="2916555"/>
            <a:ext cx="2161540" cy="451484"/>
          </a:xfrm>
          <a:prstGeom prst="rect">
            <a:avLst/>
          </a:prstGeom>
        </p:spPr>
        <p:txBody>
          <a:bodyPr vert="horz" wrap="square" lIns="0" tIns="12065" rIns="0" bIns="0" rtlCol="0">
            <a:spAutoFit/>
          </a:bodyPr>
          <a:lstStyle/>
          <a:p>
            <a:pPr marL="12700">
              <a:lnSpc>
                <a:spcPct val="100000"/>
              </a:lnSpc>
              <a:spcBef>
                <a:spcPts val="95"/>
              </a:spcBef>
            </a:pPr>
            <a:r>
              <a:rPr sz="2800" b="1" spc="-25" dirty="0">
                <a:solidFill>
                  <a:srgbClr val="5F95E6"/>
                </a:solidFill>
                <a:latin typeface="Microsoft JhengHei"/>
                <a:cs typeface="Microsoft JhengHei"/>
              </a:rPr>
              <a:t>技术文档处</a:t>
            </a:r>
            <a:r>
              <a:rPr sz="2800" b="1" spc="-50" dirty="0">
                <a:solidFill>
                  <a:srgbClr val="5F95E6"/>
                </a:solidFill>
                <a:latin typeface="Microsoft JhengHei"/>
                <a:cs typeface="Microsoft JhengHei"/>
              </a:rPr>
              <a:t>理</a:t>
            </a:r>
            <a:endParaRPr sz="2800">
              <a:latin typeface="Microsoft JhengHei"/>
              <a:cs typeface="Microsoft JhengHei"/>
            </a:endParaRPr>
          </a:p>
        </p:txBody>
      </p:sp>
      <p:sp>
        <p:nvSpPr>
          <p:cNvPr id="10" name="object 10"/>
          <p:cNvSpPr txBox="1"/>
          <p:nvPr/>
        </p:nvSpPr>
        <p:spPr>
          <a:xfrm>
            <a:off x="7748905" y="3469004"/>
            <a:ext cx="2010410" cy="1176020"/>
          </a:xfrm>
          <a:prstGeom prst="rect">
            <a:avLst/>
          </a:prstGeom>
        </p:spPr>
        <p:txBody>
          <a:bodyPr vert="horz" wrap="square" lIns="0" tIns="121920" rIns="0" bIns="0" rtlCol="0">
            <a:spAutoFit/>
          </a:bodyPr>
          <a:lstStyle/>
          <a:p>
            <a:pPr marL="298450" indent="-285750">
              <a:lnSpc>
                <a:spcPct val="100000"/>
              </a:lnSpc>
              <a:spcBef>
                <a:spcPts val="960"/>
              </a:spcBef>
              <a:buFont typeface="Arial"/>
              <a:buChar char="•"/>
              <a:tabLst>
                <a:tab pos="297815" algn="l"/>
                <a:tab pos="298450" algn="l"/>
              </a:tabLst>
            </a:pPr>
            <a:r>
              <a:rPr sz="1800" spc="60" dirty="0">
                <a:solidFill>
                  <a:srgbClr val="252525"/>
                </a:solidFill>
                <a:latin typeface="宋体"/>
                <a:cs typeface="宋体"/>
              </a:rPr>
              <a:t>API</a:t>
            </a:r>
            <a:r>
              <a:rPr sz="1800" spc="-15" dirty="0">
                <a:solidFill>
                  <a:srgbClr val="252525"/>
                </a:solidFill>
                <a:latin typeface="宋体"/>
                <a:cs typeface="宋体"/>
              </a:rPr>
              <a:t>文档生成</a:t>
            </a:r>
            <a:endParaRPr sz="1800">
              <a:latin typeface="宋体"/>
              <a:cs typeface="宋体"/>
            </a:endParaRPr>
          </a:p>
          <a:p>
            <a:pPr marL="298450" marR="5080" indent="-285750">
              <a:lnSpc>
                <a:spcPct val="139800"/>
              </a:lnSpc>
              <a:buFont typeface="Arial"/>
              <a:buChar char="•"/>
              <a:tabLst>
                <a:tab pos="297815" algn="l"/>
                <a:tab pos="298450" algn="l"/>
              </a:tabLst>
            </a:pPr>
            <a:r>
              <a:rPr sz="1800" spc="100" dirty="0">
                <a:solidFill>
                  <a:srgbClr val="252525"/>
                </a:solidFill>
                <a:latin typeface="宋体"/>
                <a:cs typeface="宋体"/>
              </a:rPr>
              <a:t>代码库解释与示</a:t>
            </a:r>
            <a:r>
              <a:rPr sz="1800" spc="-20" dirty="0">
                <a:solidFill>
                  <a:srgbClr val="252525"/>
                </a:solidFill>
                <a:latin typeface="宋体"/>
                <a:cs typeface="宋体"/>
              </a:rPr>
              <a:t>例生成</a:t>
            </a:r>
            <a:endParaRPr sz="1800">
              <a:latin typeface="宋体"/>
              <a:cs typeface="宋体"/>
            </a:endParaRPr>
          </a:p>
        </p:txBody>
      </p:sp>
      <p:grpSp>
        <p:nvGrpSpPr>
          <p:cNvPr id="11" name="object 11"/>
          <p:cNvGrpSpPr/>
          <p:nvPr/>
        </p:nvGrpSpPr>
        <p:grpSpPr>
          <a:xfrm>
            <a:off x="8457069" y="1833841"/>
            <a:ext cx="814069" cy="814069"/>
            <a:chOff x="8457069" y="1833841"/>
            <a:chExt cx="814069" cy="814069"/>
          </a:xfrm>
        </p:grpSpPr>
        <p:pic>
          <p:nvPicPr>
            <p:cNvPr id="12" name="object 12"/>
            <p:cNvPicPr/>
            <p:nvPr/>
          </p:nvPicPr>
          <p:blipFill>
            <a:blip r:embed="rId4" cstate="print"/>
            <a:stretch>
              <a:fillRect/>
            </a:stretch>
          </p:blipFill>
          <p:spPr>
            <a:xfrm>
              <a:off x="8457069" y="1833841"/>
              <a:ext cx="814011" cy="814069"/>
            </a:xfrm>
            <a:prstGeom prst="rect">
              <a:avLst/>
            </a:prstGeom>
          </p:spPr>
        </p:pic>
        <p:pic>
          <p:nvPicPr>
            <p:cNvPr id="13" name="object 13"/>
            <p:cNvPicPr/>
            <p:nvPr/>
          </p:nvPicPr>
          <p:blipFill>
            <a:blip r:embed="rId5" cstate="print"/>
            <a:stretch>
              <a:fillRect/>
            </a:stretch>
          </p:blipFill>
          <p:spPr>
            <a:xfrm>
              <a:off x="8688159" y="2065058"/>
              <a:ext cx="351828" cy="351828"/>
            </a:xfrm>
            <a:prstGeom prst="rect">
              <a:avLst/>
            </a:prstGeom>
          </p:spPr>
        </p:pic>
      </p:grpSp>
      <p:sp>
        <p:nvSpPr>
          <p:cNvPr id="14" name="object 14"/>
          <p:cNvSpPr/>
          <p:nvPr/>
        </p:nvSpPr>
        <p:spPr>
          <a:xfrm>
            <a:off x="1028903" y="2063786"/>
            <a:ext cx="2472055" cy="3656965"/>
          </a:xfrm>
          <a:custGeom>
            <a:avLst/>
            <a:gdLst/>
            <a:ahLst/>
            <a:cxnLst/>
            <a:rect l="l" t="t" r="r" b="b"/>
            <a:pathLst>
              <a:path w="2472054" h="3656965">
                <a:moveTo>
                  <a:pt x="141090" y="3656483"/>
                </a:moveTo>
                <a:lnTo>
                  <a:pt x="103761" y="3647390"/>
                </a:lnTo>
                <a:lnTo>
                  <a:pt x="70107" y="3628089"/>
                </a:lnTo>
                <a:lnTo>
                  <a:pt x="41516" y="3599939"/>
                </a:lnTo>
                <a:lnTo>
                  <a:pt x="19377" y="3564302"/>
                </a:lnTo>
                <a:lnTo>
                  <a:pt x="5075" y="3522536"/>
                </a:lnTo>
                <a:lnTo>
                  <a:pt x="0" y="3476003"/>
                </a:lnTo>
                <a:lnTo>
                  <a:pt x="0" y="179566"/>
                </a:lnTo>
                <a:lnTo>
                  <a:pt x="6830" y="125868"/>
                </a:lnTo>
                <a:lnTo>
                  <a:pt x="25862" y="78903"/>
                </a:lnTo>
                <a:lnTo>
                  <a:pt x="54905" y="40830"/>
                </a:lnTo>
                <a:lnTo>
                  <a:pt x="91769" y="13808"/>
                </a:lnTo>
                <a:lnTo>
                  <a:pt x="134264" y="0"/>
                </a:lnTo>
                <a:lnTo>
                  <a:pt x="180200" y="1563"/>
                </a:lnTo>
                <a:lnTo>
                  <a:pt x="2345601" y="460782"/>
                </a:lnTo>
                <a:lnTo>
                  <a:pt x="2386734" y="476794"/>
                </a:lnTo>
                <a:lnTo>
                  <a:pt x="2421497" y="504855"/>
                </a:lnTo>
                <a:lnTo>
                  <a:pt x="2448285" y="542711"/>
                </a:lnTo>
                <a:lnTo>
                  <a:pt x="2465494" y="588106"/>
                </a:lnTo>
                <a:lnTo>
                  <a:pt x="2471521" y="638785"/>
                </a:lnTo>
                <a:lnTo>
                  <a:pt x="2471521" y="3006726"/>
                </a:lnTo>
                <a:lnTo>
                  <a:pt x="2465452" y="3057290"/>
                </a:lnTo>
                <a:lnTo>
                  <a:pt x="2448297" y="3102599"/>
                </a:lnTo>
                <a:lnTo>
                  <a:pt x="2421633" y="3140427"/>
                </a:lnTo>
                <a:lnTo>
                  <a:pt x="2387040" y="3168546"/>
                </a:lnTo>
                <a:lnTo>
                  <a:pt x="2346096" y="3184729"/>
                </a:lnTo>
                <a:lnTo>
                  <a:pt x="180708" y="3654007"/>
                </a:lnTo>
                <a:lnTo>
                  <a:pt x="141090" y="3656483"/>
                </a:lnTo>
                <a:close/>
              </a:path>
            </a:pathLst>
          </a:custGeom>
          <a:solidFill>
            <a:srgbClr val="BED4F5">
              <a:alpha val="17999"/>
            </a:srgbClr>
          </a:solidFill>
        </p:spPr>
        <p:txBody>
          <a:bodyPr wrap="square" lIns="0" tIns="0" rIns="0" bIns="0" rtlCol="0"/>
          <a:lstStyle/>
          <a:p>
            <a:endParaRPr/>
          </a:p>
        </p:txBody>
      </p:sp>
      <p:sp>
        <p:nvSpPr>
          <p:cNvPr id="15" name="object 15"/>
          <p:cNvSpPr txBox="1"/>
          <p:nvPr/>
        </p:nvSpPr>
        <p:spPr>
          <a:xfrm>
            <a:off x="1029969" y="2916656"/>
            <a:ext cx="2208530" cy="2495550"/>
          </a:xfrm>
          <a:prstGeom prst="rect">
            <a:avLst/>
          </a:prstGeom>
        </p:spPr>
        <p:txBody>
          <a:bodyPr vert="horz" wrap="square" lIns="0" tIns="12065" rIns="0" bIns="0" rtlCol="0">
            <a:spAutoFit/>
          </a:bodyPr>
          <a:lstStyle/>
          <a:p>
            <a:pPr marL="521334">
              <a:lnSpc>
                <a:spcPct val="100000"/>
              </a:lnSpc>
              <a:spcBef>
                <a:spcPts val="95"/>
              </a:spcBef>
            </a:pPr>
            <a:r>
              <a:rPr sz="2800" b="1" spc="-25" dirty="0">
                <a:solidFill>
                  <a:srgbClr val="5F95E6"/>
                </a:solidFill>
                <a:latin typeface="Microsoft JhengHei"/>
                <a:cs typeface="Microsoft JhengHei"/>
              </a:rPr>
              <a:t>代码生</a:t>
            </a:r>
            <a:r>
              <a:rPr sz="2800" b="1" spc="-50" dirty="0">
                <a:solidFill>
                  <a:srgbClr val="5F95E6"/>
                </a:solidFill>
                <a:latin typeface="Microsoft JhengHei"/>
                <a:cs typeface="Microsoft JhengHei"/>
              </a:rPr>
              <a:t>成</a:t>
            </a:r>
            <a:endParaRPr sz="2800">
              <a:latin typeface="Microsoft JhengHei"/>
              <a:cs typeface="Microsoft JhengHei"/>
            </a:endParaRPr>
          </a:p>
          <a:p>
            <a:pPr marL="298450" marR="5080" indent="-285750">
              <a:lnSpc>
                <a:spcPct val="139800"/>
              </a:lnSpc>
              <a:spcBef>
                <a:spcPts val="995"/>
              </a:spcBef>
              <a:buFont typeface="Arial"/>
              <a:buChar char="•"/>
              <a:tabLst>
                <a:tab pos="297815" algn="l"/>
                <a:tab pos="298450" algn="l"/>
              </a:tabLst>
            </a:pPr>
            <a:r>
              <a:rPr sz="1800" spc="235" dirty="0">
                <a:solidFill>
                  <a:srgbClr val="252525"/>
                </a:solidFill>
                <a:latin typeface="宋体"/>
                <a:cs typeface="宋体"/>
              </a:rPr>
              <a:t>根据需求生成代</a:t>
            </a:r>
            <a:r>
              <a:rPr sz="1800" dirty="0">
                <a:solidFill>
                  <a:srgbClr val="252525"/>
                </a:solidFill>
                <a:latin typeface="宋体"/>
                <a:cs typeface="宋体"/>
              </a:rPr>
              <a:t>码片段</a:t>
            </a:r>
            <a:r>
              <a:rPr sz="1800" spc="70" dirty="0">
                <a:solidFill>
                  <a:srgbClr val="252525"/>
                </a:solidFill>
                <a:latin typeface="宋体"/>
                <a:cs typeface="宋体"/>
              </a:rPr>
              <a:t>（Python</a:t>
            </a:r>
            <a:r>
              <a:rPr sz="1800" spc="-50" dirty="0">
                <a:solidFill>
                  <a:srgbClr val="252525"/>
                </a:solidFill>
                <a:latin typeface="宋体"/>
                <a:cs typeface="宋体"/>
              </a:rPr>
              <a:t>、 </a:t>
            </a:r>
            <a:r>
              <a:rPr sz="1800" spc="-10" dirty="0">
                <a:solidFill>
                  <a:srgbClr val="252525"/>
                </a:solidFill>
                <a:latin typeface="宋体"/>
                <a:cs typeface="宋体"/>
              </a:rPr>
              <a:t>JavaScript）</a:t>
            </a:r>
            <a:endParaRPr sz="1800">
              <a:latin typeface="宋体"/>
              <a:cs typeface="宋体"/>
            </a:endParaRPr>
          </a:p>
          <a:p>
            <a:pPr marL="298450" marR="83820" indent="-285750">
              <a:lnSpc>
                <a:spcPct val="139800"/>
              </a:lnSpc>
              <a:buFont typeface="Arial"/>
              <a:buChar char="•"/>
              <a:tabLst>
                <a:tab pos="297815" algn="l"/>
                <a:tab pos="298450" algn="l"/>
              </a:tabLst>
            </a:pPr>
            <a:r>
              <a:rPr sz="1800" spc="235" dirty="0">
                <a:solidFill>
                  <a:srgbClr val="252525"/>
                </a:solidFill>
                <a:latin typeface="宋体"/>
                <a:cs typeface="宋体"/>
              </a:rPr>
              <a:t>自动补全与注释</a:t>
            </a:r>
            <a:r>
              <a:rPr sz="1800" spc="-25" dirty="0">
                <a:solidFill>
                  <a:srgbClr val="252525"/>
                </a:solidFill>
                <a:latin typeface="宋体"/>
                <a:cs typeface="宋体"/>
              </a:rPr>
              <a:t>生成</a:t>
            </a:r>
            <a:endParaRPr sz="1800">
              <a:latin typeface="宋体"/>
              <a:cs typeface="宋体"/>
            </a:endParaRPr>
          </a:p>
        </p:txBody>
      </p:sp>
      <p:grpSp>
        <p:nvGrpSpPr>
          <p:cNvPr id="16" name="object 16"/>
          <p:cNvGrpSpPr/>
          <p:nvPr/>
        </p:nvGrpSpPr>
        <p:grpSpPr>
          <a:xfrm>
            <a:off x="1858022" y="1833841"/>
            <a:ext cx="814069" cy="814069"/>
            <a:chOff x="1858022" y="1833841"/>
            <a:chExt cx="814069" cy="814069"/>
          </a:xfrm>
        </p:grpSpPr>
        <p:pic>
          <p:nvPicPr>
            <p:cNvPr id="17" name="object 17"/>
            <p:cNvPicPr/>
            <p:nvPr/>
          </p:nvPicPr>
          <p:blipFill>
            <a:blip r:embed="rId6" cstate="print"/>
            <a:stretch>
              <a:fillRect/>
            </a:stretch>
          </p:blipFill>
          <p:spPr>
            <a:xfrm>
              <a:off x="1858022" y="1833841"/>
              <a:ext cx="814011" cy="814069"/>
            </a:xfrm>
            <a:prstGeom prst="rect">
              <a:avLst/>
            </a:prstGeom>
          </p:spPr>
        </p:pic>
        <p:pic>
          <p:nvPicPr>
            <p:cNvPr id="18" name="object 18"/>
            <p:cNvPicPr/>
            <p:nvPr/>
          </p:nvPicPr>
          <p:blipFill>
            <a:blip r:embed="rId7" cstate="print"/>
            <a:stretch>
              <a:fillRect/>
            </a:stretch>
          </p:blipFill>
          <p:spPr>
            <a:xfrm>
              <a:off x="2087676" y="2063635"/>
              <a:ext cx="354355" cy="354355"/>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172970" cy="634365"/>
          </a:xfrm>
          <a:prstGeom prst="rect">
            <a:avLst/>
          </a:prstGeom>
        </p:spPr>
        <p:txBody>
          <a:bodyPr vert="horz" wrap="square" lIns="0" tIns="12065" rIns="0" bIns="0" rtlCol="0">
            <a:spAutoFit/>
          </a:bodyPr>
          <a:lstStyle/>
          <a:p>
            <a:pPr marL="12700">
              <a:lnSpc>
                <a:spcPct val="100000"/>
              </a:lnSpc>
              <a:spcBef>
                <a:spcPts val="95"/>
              </a:spcBef>
            </a:pPr>
            <a:r>
              <a:rPr sz="4000" spc="270" dirty="0"/>
              <a:t>常规绘</a:t>
            </a:r>
            <a:r>
              <a:rPr sz="4000" spc="-50" dirty="0"/>
              <a:t>图</a:t>
            </a:r>
            <a:endParaRPr sz="4000"/>
          </a:p>
        </p:txBody>
      </p:sp>
      <p:pic>
        <p:nvPicPr>
          <p:cNvPr id="3" name="object 3"/>
          <p:cNvPicPr/>
          <p:nvPr/>
        </p:nvPicPr>
        <p:blipFill>
          <a:blip r:embed="rId2" cstate="print"/>
          <a:stretch>
            <a:fillRect/>
          </a:stretch>
        </p:blipFill>
        <p:spPr>
          <a:xfrm>
            <a:off x="1319393" y="1446275"/>
            <a:ext cx="9501006" cy="39654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4015" cy="634365"/>
          </a:xfrm>
          <a:prstGeom prst="rect">
            <a:avLst/>
          </a:prstGeom>
        </p:spPr>
        <p:txBody>
          <a:bodyPr vert="horz" wrap="square" lIns="0" tIns="12065" rIns="0" bIns="0" rtlCol="0">
            <a:spAutoFit/>
          </a:bodyPr>
          <a:lstStyle/>
          <a:p>
            <a:pPr marL="12700">
              <a:lnSpc>
                <a:spcPct val="100000"/>
              </a:lnSpc>
              <a:spcBef>
                <a:spcPts val="95"/>
              </a:spcBef>
            </a:pPr>
            <a:r>
              <a:rPr sz="4000" spc="270" dirty="0"/>
              <a:t>如何使用</a:t>
            </a:r>
            <a:r>
              <a:rPr sz="4000" spc="229" dirty="0">
                <a:latin typeface="Arial"/>
                <a:cs typeface="Arial"/>
              </a:rPr>
              <a:t>DeepSeek</a:t>
            </a:r>
            <a:r>
              <a:rPr sz="4000" spc="229" dirty="0"/>
              <a:t>？</a:t>
            </a:r>
            <a:endParaRPr sz="4000">
              <a:latin typeface="Arial"/>
              <a:cs typeface="Arial"/>
            </a:endParaRPr>
          </a:p>
        </p:txBody>
      </p:sp>
      <p:sp>
        <p:nvSpPr>
          <p:cNvPr id="3" name="object 3"/>
          <p:cNvSpPr txBox="1"/>
          <p:nvPr/>
        </p:nvSpPr>
        <p:spPr>
          <a:xfrm>
            <a:off x="858519" y="1121409"/>
            <a:ext cx="480123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宋体"/>
                <a:cs typeface="宋体"/>
              </a:rPr>
              <a:t>网页端：</a:t>
            </a:r>
            <a:r>
              <a:rPr sz="2400" spc="-10" dirty="0">
                <a:latin typeface="Arial"/>
                <a:cs typeface="Arial"/>
              </a:rPr>
              <a:t>https://chat.deepseek.com</a:t>
            </a:r>
            <a:endParaRPr sz="2400">
              <a:latin typeface="Arial"/>
              <a:cs typeface="Arial"/>
            </a:endParaRPr>
          </a:p>
        </p:txBody>
      </p:sp>
      <p:sp>
        <p:nvSpPr>
          <p:cNvPr id="4" name="object 4"/>
          <p:cNvSpPr txBox="1"/>
          <p:nvPr/>
        </p:nvSpPr>
        <p:spPr>
          <a:xfrm>
            <a:off x="7355840" y="1121409"/>
            <a:ext cx="2397125"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Arial"/>
                <a:cs typeface="Arial"/>
              </a:rPr>
              <a:t>APP</a:t>
            </a:r>
            <a:r>
              <a:rPr sz="2400" spc="-10" dirty="0">
                <a:latin typeface="宋体"/>
                <a:cs typeface="宋体"/>
              </a:rPr>
              <a:t>：</a:t>
            </a:r>
            <a:r>
              <a:rPr sz="2400" b="1" spc="-10" dirty="0">
                <a:solidFill>
                  <a:srgbClr val="2069D2"/>
                </a:solidFill>
                <a:latin typeface="Arial"/>
                <a:cs typeface="Arial"/>
              </a:rPr>
              <a:t>DeepSeek</a:t>
            </a:r>
            <a:endParaRPr sz="2400">
              <a:latin typeface="Arial"/>
              <a:cs typeface="Arial"/>
            </a:endParaRPr>
          </a:p>
        </p:txBody>
      </p:sp>
      <p:pic>
        <p:nvPicPr>
          <p:cNvPr id="5" name="object 5"/>
          <p:cNvPicPr/>
          <p:nvPr/>
        </p:nvPicPr>
        <p:blipFill>
          <a:blip r:embed="rId2" cstate="print"/>
          <a:stretch>
            <a:fillRect/>
          </a:stretch>
        </p:blipFill>
        <p:spPr>
          <a:xfrm>
            <a:off x="1185378" y="2401683"/>
            <a:ext cx="8916190" cy="30049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94075" y="2687319"/>
            <a:ext cx="4906645" cy="634365"/>
          </a:xfrm>
          <a:prstGeom prst="rect">
            <a:avLst/>
          </a:prstGeom>
        </p:spPr>
        <p:txBody>
          <a:bodyPr vert="horz" wrap="square" lIns="0" tIns="12065" rIns="0" bIns="0" rtlCol="0">
            <a:spAutoFit/>
          </a:bodyPr>
          <a:lstStyle/>
          <a:p>
            <a:pPr marL="12700">
              <a:lnSpc>
                <a:spcPct val="100000"/>
              </a:lnSpc>
              <a:spcBef>
                <a:spcPts val="95"/>
              </a:spcBef>
            </a:pPr>
            <a:r>
              <a:rPr sz="4000" b="1" spc="270" dirty="0">
                <a:solidFill>
                  <a:srgbClr val="252525"/>
                </a:solidFill>
                <a:latin typeface="Microsoft JhengHei"/>
                <a:cs typeface="Microsoft JhengHei"/>
              </a:rPr>
              <a:t>如何从入门到精通</a:t>
            </a:r>
            <a:r>
              <a:rPr sz="4000" b="1" spc="-50" dirty="0">
                <a:solidFill>
                  <a:srgbClr val="252525"/>
                </a:solidFill>
                <a:latin typeface="Microsoft JhengHei"/>
                <a:cs typeface="Microsoft JhengHei"/>
              </a:rPr>
              <a:t>？</a:t>
            </a:r>
            <a:endParaRPr sz="4000">
              <a:latin typeface="Microsoft JhengHei"/>
              <a:cs typeface="Microsoft JhengHei"/>
            </a:endParaRPr>
          </a:p>
        </p:txBody>
      </p:sp>
      <p:sp>
        <p:nvSpPr>
          <p:cNvPr id="3" name="object 3"/>
          <p:cNvSpPr txBox="1"/>
          <p:nvPr/>
        </p:nvSpPr>
        <p:spPr>
          <a:xfrm>
            <a:off x="2098039" y="4126229"/>
            <a:ext cx="7122159" cy="451484"/>
          </a:xfrm>
          <a:prstGeom prst="rect">
            <a:avLst/>
          </a:prstGeom>
        </p:spPr>
        <p:txBody>
          <a:bodyPr vert="horz" wrap="square" lIns="0" tIns="12065" rIns="0" bIns="0" rtlCol="0">
            <a:spAutoFit/>
          </a:bodyPr>
          <a:lstStyle/>
          <a:p>
            <a:pPr marL="12700">
              <a:lnSpc>
                <a:spcPct val="100000"/>
              </a:lnSpc>
              <a:spcBef>
                <a:spcPts val="95"/>
              </a:spcBef>
            </a:pPr>
            <a:r>
              <a:rPr sz="2800" spc="-30" dirty="0">
                <a:latin typeface="宋体"/>
                <a:cs typeface="宋体"/>
              </a:rPr>
              <a:t>当人人都会用</a:t>
            </a:r>
            <a:r>
              <a:rPr sz="2800" spc="-70" dirty="0">
                <a:latin typeface="宋体"/>
                <a:cs typeface="宋体"/>
              </a:rPr>
              <a:t>AI</a:t>
            </a:r>
            <a:r>
              <a:rPr sz="2800" spc="-30" dirty="0">
                <a:latin typeface="宋体"/>
                <a:cs typeface="宋体"/>
              </a:rPr>
              <a:t>时，你如何用得更好更出彩</a:t>
            </a:r>
            <a:r>
              <a:rPr sz="2800" spc="-50" dirty="0">
                <a:latin typeface="宋体"/>
                <a:cs typeface="宋体"/>
              </a:rPr>
              <a:t>？</a:t>
            </a:r>
            <a:endParaRPr sz="2800">
              <a:latin typeface="宋体"/>
              <a:cs typeface="宋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172970" cy="634365"/>
          </a:xfrm>
          <a:prstGeom prst="rect">
            <a:avLst/>
          </a:prstGeom>
        </p:spPr>
        <p:txBody>
          <a:bodyPr vert="horz" wrap="square" lIns="0" tIns="12065" rIns="0" bIns="0" rtlCol="0">
            <a:spAutoFit/>
          </a:bodyPr>
          <a:lstStyle/>
          <a:p>
            <a:pPr marL="12700">
              <a:lnSpc>
                <a:spcPct val="100000"/>
              </a:lnSpc>
              <a:spcBef>
                <a:spcPts val="95"/>
              </a:spcBef>
            </a:pPr>
            <a:r>
              <a:rPr sz="4000" spc="270" dirty="0"/>
              <a:t>推理模</a:t>
            </a:r>
            <a:r>
              <a:rPr sz="4000" spc="-50" dirty="0"/>
              <a:t>型</a:t>
            </a:r>
            <a:endParaRPr sz="4000"/>
          </a:p>
        </p:txBody>
      </p:sp>
      <p:sp>
        <p:nvSpPr>
          <p:cNvPr id="3" name="object 3"/>
          <p:cNvSpPr txBox="1"/>
          <p:nvPr/>
        </p:nvSpPr>
        <p:spPr>
          <a:xfrm>
            <a:off x="516890" y="1152525"/>
            <a:ext cx="11075670" cy="3186430"/>
          </a:xfrm>
          <a:prstGeom prst="rect">
            <a:avLst/>
          </a:prstGeom>
        </p:spPr>
        <p:txBody>
          <a:bodyPr vert="horz" wrap="square" lIns="0" tIns="12700" rIns="0" bIns="0" rtlCol="0">
            <a:spAutoFit/>
          </a:bodyPr>
          <a:lstStyle/>
          <a:p>
            <a:pPr marL="27305" marR="113030" algn="just">
              <a:lnSpc>
                <a:spcPct val="129900"/>
              </a:lnSpc>
              <a:spcBef>
                <a:spcPts val="100"/>
              </a:spcBef>
            </a:pPr>
            <a:r>
              <a:rPr sz="1800" b="1" dirty="0">
                <a:latin typeface="Microsoft JhengHei"/>
                <a:cs typeface="Microsoft JhengHei"/>
              </a:rPr>
              <a:t>推理大模型： </a:t>
            </a:r>
            <a:r>
              <a:rPr sz="1800" spc="-5" dirty="0">
                <a:latin typeface="宋体"/>
                <a:cs typeface="宋体"/>
              </a:rPr>
              <a:t>推理大模型是指能够在传统的大语言模型基础上，强化推理、逻辑分析和决策能力的模型。它们通常具备额外的技术，比如强化学习、神经符号推理、元学习等，来增强其推理和问题解决能力。</a:t>
            </a:r>
            <a:endParaRPr sz="1800">
              <a:latin typeface="宋体"/>
              <a:cs typeface="宋体"/>
            </a:endParaRPr>
          </a:p>
          <a:p>
            <a:pPr marL="359410" indent="-286385" algn="just">
              <a:lnSpc>
                <a:spcPct val="100000"/>
              </a:lnSpc>
              <a:spcBef>
                <a:spcPts val="1415"/>
              </a:spcBef>
              <a:buFont typeface="Arial"/>
              <a:buChar char="•"/>
              <a:tabLst>
                <a:tab pos="359410" algn="l"/>
              </a:tabLst>
            </a:pPr>
            <a:r>
              <a:rPr sz="1800" spc="-5" dirty="0">
                <a:latin typeface="宋体"/>
                <a:cs typeface="宋体"/>
              </a:rPr>
              <a:t>例如：</a:t>
            </a:r>
            <a:r>
              <a:rPr sz="1800" spc="-10" dirty="0">
                <a:latin typeface="Arial"/>
                <a:cs typeface="Arial"/>
              </a:rPr>
              <a:t>DeepSeek-R1</a:t>
            </a:r>
            <a:r>
              <a:rPr sz="1800" spc="-10" dirty="0">
                <a:latin typeface="宋体"/>
                <a:cs typeface="宋体"/>
              </a:rPr>
              <a:t>，</a:t>
            </a:r>
            <a:r>
              <a:rPr sz="1800" spc="-10" dirty="0">
                <a:latin typeface="Arial"/>
                <a:cs typeface="Arial"/>
              </a:rPr>
              <a:t>GPT-o3</a:t>
            </a:r>
            <a:r>
              <a:rPr sz="1800" spc="-5" dirty="0">
                <a:latin typeface="宋体"/>
                <a:cs typeface="宋体"/>
              </a:rPr>
              <a:t>在逻辑推理、数学推理和实时问题解决方面表现突出。</a:t>
            </a:r>
            <a:endParaRPr sz="1800">
              <a:latin typeface="宋体"/>
              <a:cs typeface="宋体"/>
            </a:endParaRPr>
          </a:p>
          <a:p>
            <a:pPr marL="12700" marR="5080" algn="just">
              <a:lnSpc>
                <a:spcPct val="129900"/>
              </a:lnSpc>
              <a:spcBef>
                <a:spcPts val="880"/>
              </a:spcBef>
            </a:pPr>
            <a:r>
              <a:rPr sz="1800" b="1" dirty="0">
                <a:latin typeface="Microsoft JhengHei"/>
                <a:cs typeface="Microsoft JhengHei"/>
              </a:rPr>
              <a:t>非推理大模型： </a:t>
            </a:r>
            <a:r>
              <a:rPr sz="1800" spc="-5" dirty="0">
                <a:latin typeface="宋体"/>
                <a:cs typeface="宋体"/>
              </a:rPr>
              <a:t>适用于大多数任务，非推理大模型一般侧重于语言生成、上下文理解和自然语言处理，而不强调深度推理能力。此类模型通常通过对大量文本数据的训练，掌握语言规律并能够生成合适的内容，但缺乏像推理模型那样复杂的推理和决策能力。</a:t>
            </a:r>
            <a:endParaRPr sz="1800">
              <a:latin typeface="宋体"/>
              <a:cs typeface="宋体"/>
            </a:endParaRPr>
          </a:p>
          <a:p>
            <a:pPr marL="358775" marR="5080" indent="-285750" algn="just">
              <a:lnSpc>
                <a:spcPct val="129900"/>
              </a:lnSpc>
              <a:spcBef>
                <a:spcPts val="795"/>
              </a:spcBef>
              <a:buFont typeface="Arial"/>
              <a:buChar char="•"/>
              <a:tabLst>
                <a:tab pos="359410" algn="l"/>
              </a:tabLst>
            </a:pPr>
            <a:r>
              <a:rPr sz="1800" dirty="0">
                <a:latin typeface="宋体"/>
                <a:cs typeface="宋体"/>
              </a:rPr>
              <a:t>例如：</a:t>
            </a:r>
            <a:r>
              <a:rPr sz="1800" dirty="0">
                <a:latin typeface="Arial"/>
                <a:cs typeface="Arial"/>
              </a:rPr>
              <a:t>GPT-3</a:t>
            </a:r>
            <a:r>
              <a:rPr sz="1800" dirty="0">
                <a:latin typeface="宋体"/>
                <a:cs typeface="宋体"/>
              </a:rPr>
              <a:t>、</a:t>
            </a:r>
            <a:r>
              <a:rPr sz="1800" dirty="0">
                <a:latin typeface="Arial"/>
                <a:cs typeface="Arial"/>
              </a:rPr>
              <a:t>GPT-4</a:t>
            </a:r>
            <a:r>
              <a:rPr sz="1800" dirty="0">
                <a:latin typeface="宋体"/>
                <a:cs typeface="宋体"/>
              </a:rPr>
              <a:t>（</a:t>
            </a:r>
            <a:r>
              <a:rPr sz="1800" dirty="0">
                <a:latin typeface="Arial"/>
                <a:cs typeface="Arial"/>
              </a:rPr>
              <a:t>OpenAI</a:t>
            </a:r>
            <a:r>
              <a:rPr sz="1800" dirty="0">
                <a:latin typeface="宋体"/>
                <a:cs typeface="宋体"/>
              </a:rPr>
              <a:t>），</a:t>
            </a:r>
            <a:r>
              <a:rPr sz="1800" dirty="0">
                <a:latin typeface="Arial"/>
                <a:cs typeface="Arial"/>
              </a:rPr>
              <a:t>BERT</a:t>
            </a:r>
            <a:r>
              <a:rPr sz="1800" dirty="0">
                <a:latin typeface="宋体"/>
                <a:cs typeface="宋体"/>
              </a:rPr>
              <a:t>（</a:t>
            </a:r>
            <a:r>
              <a:rPr sz="1800" dirty="0">
                <a:latin typeface="Arial"/>
                <a:cs typeface="Arial"/>
              </a:rPr>
              <a:t>Google</a:t>
            </a:r>
            <a:r>
              <a:rPr sz="1800" dirty="0">
                <a:latin typeface="宋体"/>
                <a:cs typeface="宋体"/>
              </a:rPr>
              <a:t>）</a:t>
            </a:r>
            <a:r>
              <a:rPr sz="1800" spc="-5" dirty="0">
                <a:latin typeface="宋体"/>
                <a:cs typeface="宋体"/>
              </a:rPr>
              <a:t>，主要用于语言生成、语言理解、文本分类、翻译</a:t>
            </a:r>
            <a:r>
              <a:rPr sz="1800" spc="-15" dirty="0">
                <a:latin typeface="宋体"/>
                <a:cs typeface="宋体"/>
              </a:rPr>
              <a:t>等任务。</a:t>
            </a:r>
            <a:endParaRPr sz="1800">
              <a:latin typeface="宋体"/>
              <a:cs typeface="宋体"/>
            </a:endParaRPr>
          </a:p>
        </p:txBody>
      </p:sp>
      <p:graphicFrame>
        <p:nvGraphicFramePr>
          <p:cNvPr id="4" name="object 4"/>
          <p:cNvGraphicFramePr>
            <a:graphicFrameLocks noGrp="1"/>
          </p:cNvGraphicFramePr>
          <p:nvPr/>
        </p:nvGraphicFramePr>
        <p:xfrm>
          <a:off x="629284" y="4450715"/>
          <a:ext cx="10910568" cy="1872615"/>
        </p:xfrm>
        <a:graphic>
          <a:graphicData uri="http://schemas.openxmlformats.org/drawingml/2006/table">
            <a:tbl>
              <a:tblPr firstRow="1" bandRow="1">
                <a:tableStyleId>{2D5ABB26-0587-4C30-8999-92F81FD0307C}</a:tableStyleId>
              </a:tblPr>
              <a:tblGrid>
                <a:gridCol w="2069464">
                  <a:extLst>
                    <a:ext uri="{9D8B030D-6E8A-4147-A177-3AD203B41FA5}">
                      <a16:colId xmlns:a16="http://schemas.microsoft.com/office/drawing/2014/main" val="20000"/>
                    </a:ext>
                  </a:extLst>
                </a:gridCol>
                <a:gridCol w="4529454">
                  <a:extLst>
                    <a:ext uri="{9D8B030D-6E8A-4147-A177-3AD203B41FA5}">
                      <a16:colId xmlns:a16="http://schemas.microsoft.com/office/drawing/2014/main" val="20001"/>
                    </a:ext>
                  </a:extLst>
                </a:gridCol>
                <a:gridCol w="4311650">
                  <a:extLst>
                    <a:ext uri="{9D8B030D-6E8A-4147-A177-3AD203B41FA5}">
                      <a16:colId xmlns:a16="http://schemas.microsoft.com/office/drawing/2014/main" val="20002"/>
                    </a:ext>
                  </a:extLst>
                </a:gridCol>
              </a:tblGrid>
              <a:tr h="328930">
                <a:tc>
                  <a:txBody>
                    <a:bodyPr/>
                    <a:lstStyle/>
                    <a:p>
                      <a:pPr algn="ctr">
                        <a:lnSpc>
                          <a:spcPct val="100000"/>
                        </a:lnSpc>
                        <a:spcBef>
                          <a:spcPts val="300"/>
                        </a:spcBef>
                      </a:pPr>
                      <a:r>
                        <a:rPr sz="1400" spc="-30" dirty="0">
                          <a:latin typeface="宋体"/>
                          <a:cs typeface="宋体"/>
                        </a:rPr>
                        <a:t>维度</a:t>
                      </a:r>
                      <a:endParaRPr sz="1400">
                        <a:latin typeface="宋体"/>
                        <a:cs typeface="宋体"/>
                      </a:endParaRPr>
                    </a:p>
                  </a:txBody>
                  <a:tcPr marL="0" marR="0" marT="381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algn="ctr">
                        <a:lnSpc>
                          <a:spcPct val="100000"/>
                        </a:lnSpc>
                        <a:spcBef>
                          <a:spcPts val="300"/>
                        </a:spcBef>
                      </a:pPr>
                      <a:r>
                        <a:rPr sz="1400" spc="-20" dirty="0">
                          <a:latin typeface="宋体"/>
                          <a:cs typeface="宋体"/>
                        </a:rPr>
                        <a:t>推理模型</a:t>
                      </a:r>
                      <a:endParaRPr sz="1400">
                        <a:latin typeface="宋体"/>
                        <a:cs typeface="宋体"/>
                      </a:endParaRPr>
                    </a:p>
                  </a:txBody>
                  <a:tcPr marL="0" marR="0" marT="381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35" algn="ctr">
                        <a:lnSpc>
                          <a:spcPct val="100000"/>
                        </a:lnSpc>
                        <a:spcBef>
                          <a:spcPts val="300"/>
                        </a:spcBef>
                      </a:pPr>
                      <a:r>
                        <a:rPr sz="1400" spc="-20" dirty="0">
                          <a:latin typeface="宋体"/>
                          <a:cs typeface="宋体"/>
                        </a:rPr>
                        <a:t>通用模型</a:t>
                      </a:r>
                      <a:endParaRPr sz="1400">
                        <a:latin typeface="宋体"/>
                        <a:cs typeface="宋体"/>
                      </a:endParaRPr>
                    </a:p>
                  </a:txBody>
                  <a:tcPr marL="0" marR="0" marT="381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386080">
                <a:tc>
                  <a:txBody>
                    <a:bodyPr/>
                    <a:lstStyle/>
                    <a:p>
                      <a:pPr algn="ctr">
                        <a:lnSpc>
                          <a:spcPct val="100000"/>
                        </a:lnSpc>
                        <a:spcBef>
                          <a:spcPts val="525"/>
                        </a:spcBef>
                      </a:pPr>
                      <a:r>
                        <a:rPr sz="1400" spc="-20" dirty="0">
                          <a:latin typeface="宋体"/>
                          <a:cs typeface="宋体"/>
                        </a:rPr>
                        <a:t>优势领域</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25"/>
                        </a:spcBef>
                      </a:pPr>
                      <a:r>
                        <a:rPr sz="1400" spc="-15" dirty="0">
                          <a:latin typeface="宋体"/>
                          <a:cs typeface="宋体"/>
                        </a:rPr>
                        <a:t>数学推导、逻辑分析、代码生成、复杂问题拆解</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525"/>
                        </a:spcBef>
                      </a:pPr>
                      <a:r>
                        <a:rPr sz="1400" spc="-15" dirty="0">
                          <a:latin typeface="宋体"/>
                          <a:cs typeface="宋体"/>
                        </a:rPr>
                        <a:t>文本生成、创意写作、多轮对话、开放性问答</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385445">
                <a:tc>
                  <a:txBody>
                    <a:bodyPr/>
                    <a:lstStyle/>
                    <a:p>
                      <a:pPr algn="ctr">
                        <a:lnSpc>
                          <a:spcPct val="100000"/>
                        </a:lnSpc>
                        <a:spcBef>
                          <a:spcPts val="525"/>
                        </a:spcBef>
                      </a:pPr>
                      <a:r>
                        <a:rPr sz="1400" spc="-20" dirty="0">
                          <a:latin typeface="宋体"/>
                          <a:cs typeface="宋体"/>
                        </a:rPr>
                        <a:t>劣势领域</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25"/>
                        </a:spcBef>
                      </a:pPr>
                      <a:r>
                        <a:rPr sz="1400" spc="-10" dirty="0">
                          <a:latin typeface="宋体"/>
                          <a:cs typeface="宋体"/>
                        </a:rPr>
                        <a:t>发散性任务（如诗歌创作</a:t>
                      </a:r>
                      <a:r>
                        <a:rPr sz="1400" spc="-50" dirty="0">
                          <a:latin typeface="宋体"/>
                          <a:cs typeface="宋体"/>
                        </a:rPr>
                        <a:t>）</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525"/>
                        </a:spcBef>
                      </a:pPr>
                      <a:r>
                        <a:rPr sz="1400" spc="-10" dirty="0">
                          <a:latin typeface="宋体"/>
                          <a:cs typeface="宋体"/>
                        </a:rPr>
                        <a:t>需要严格逻辑链的任务（如数学证明</a:t>
                      </a:r>
                      <a:r>
                        <a:rPr sz="1400" spc="-50" dirty="0">
                          <a:latin typeface="宋体"/>
                          <a:cs typeface="宋体"/>
                        </a:rPr>
                        <a:t>）</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386080">
                <a:tc>
                  <a:txBody>
                    <a:bodyPr/>
                    <a:lstStyle/>
                    <a:p>
                      <a:pPr algn="ctr">
                        <a:lnSpc>
                          <a:spcPct val="100000"/>
                        </a:lnSpc>
                        <a:spcBef>
                          <a:spcPts val="525"/>
                        </a:spcBef>
                      </a:pPr>
                      <a:r>
                        <a:rPr sz="1400" spc="-20" dirty="0">
                          <a:latin typeface="宋体"/>
                          <a:cs typeface="宋体"/>
                        </a:rPr>
                        <a:t>性能本质</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25"/>
                        </a:spcBef>
                      </a:pPr>
                      <a:r>
                        <a:rPr sz="1400" spc="-15" dirty="0">
                          <a:latin typeface="宋体"/>
                          <a:cs typeface="宋体"/>
                        </a:rPr>
                        <a:t>专精于逻辑密度高的任务</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525"/>
                        </a:spcBef>
                      </a:pPr>
                      <a:r>
                        <a:rPr sz="1400" spc="-15" dirty="0">
                          <a:latin typeface="宋体"/>
                          <a:cs typeface="宋体"/>
                        </a:rPr>
                        <a:t>擅长多样性高的任务</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386080">
                <a:tc>
                  <a:txBody>
                    <a:bodyPr/>
                    <a:lstStyle/>
                    <a:p>
                      <a:pPr algn="ctr">
                        <a:lnSpc>
                          <a:spcPct val="100000"/>
                        </a:lnSpc>
                        <a:spcBef>
                          <a:spcPts val="525"/>
                        </a:spcBef>
                      </a:pPr>
                      <a:r>
                        <a:rPr sz="1400" spc="-20" dirty="0">
                          <a:latin typeface="宋体"/>
                          <a:cs typeface="宋体"/>
                        </a:rPr>
                        <a:t>强弱判断</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25"/>
                        </a:spcBef>
                      </a:pPr>
                      <a:r>
                        <a:rPr sz="1400" spc="-15" dirty="0">
                          <a:latin typeface="宋体"/>
                          <a:cs typeface="宋体"/>
                        </a:rPr>
                        <a:t>并非全面更强，仅在其训练目标领域显著优于通用模型</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525"/>
                        </a:spcBef>
                      </a:pPr>
                      <a:r>
                        <a:rPr sz="1400" spc="-15" dirty="0">
                          <a:latin typeface="宋体"/>
                          <a:cs typeface="宋体"/>
                        </a:rPr>
                        <a:t>通用场景更灵活，但专项任务需依赖提示语补偿能力</a:t>
                      </a:r>
                      <a:endParaRPr sz="1400">
                        <a:latin typeface="宋体"/>
                        <a:cs typeface="宋体"/>
                      </a:endParaRPr>
                    </a:p>
                  </a:txBody>
                  <a:tcPr marL="0" marR="0" marT="666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6858000"/>
                </a:moveTo>
                <a:lnTo>
                  <a:pt x="0" y="6858000"/>
                </a:lnTo>
                <a:lnTo>
                  <a:pt x="0" y="0"/>
                </a:lnTo>
                <a:lnTo>
                  <a:pt x="12192000" y="0"/>
                </a:lnTo>
                <a:lnTo>
                  <a:pt x="12192000" y="6858000"/>
                </a:lnTo>
                <a:close/>
              </a:path>
            </a:pathLst>
          </a:custGeom>
          <a:solidFill>
            <a:srgbClr val="F6F8FF"/>
          </a:solidFill>
        </p:spPr>
        <p:txBody>
          <a:bodyPr wrap="square" lIns="0" tIns="0" rIns="0" bIns="0" rtlCol="0"/>
          <a:lstStyle/>
          <a:p>
            <a:endParaRPr/>
          </a:p>
        </p:txBody>
      </p:sp>
      <p:grpSp>
        <p:nvGrpSpPr>
          <p:cNvPr id="3" name="object 3"/>
          <p:cNvGrpSpPr/>
          <p:nvPr/>
        </p:nvGrpSpPr>
        <p:grpSpPr>
          <a:xfrm>
            <a:off x="624205" y="5499734"/>
            <a:ext cx="11290300" cy="1205230"/>
            <a:chOff x="624205" y="5499734"/>
            <a:chExt cx="11290300" cy="1205230"/>
          </a:xfrm>
        </p:grpSpPr>
        <p:sp>
          <p:nvSpPr>
            <p:cNvPr id="4" name="object 4"/>
            <p:cNvSpPr/>
            <p:nvPr/>
          </p:nvSpPr>
          <p:spPr>
            <a:xfrm>
              <a:off x="630936" y="5506211"/>
              <a:ext cx="11277600" cy="1191895"/>
            </a:xfrm>
            <a:custGeom>
              <a:avLst/>
              <a:gdLst/>
              <a:ahLst/>
              <a:cxnLst/>
              <a:rect l="l" t="t" r="r" b="b"/>
              <a:pathLst>
                <a:path w="11277600" h="1191895">
                  <a:moveTo>
                    <a:pt x="11277600" y="1191767"/>
                  </a:moveTo>
                  <a:lnTo>
                    <a:pt x="0" y="1191767"/>
                  </a:lnTo>
                  <a:lnTo>
                    <a:pt x="0" y="0"/>
                  </a:lnTo>
                  <a:lnTo>
                    <a:pt x="11277600" y="0"/>
                  </a:lnTo>
                  <a:lnTo>
                    <a:pt x="11277600" y="1191767"/>
                  </a:lnTo>
                  <a:close/>
                </a:path>
              </a:pathLst>
            </a:custGeom>
            <a:solidFill>
              <a:srgbClr val="3979F3"/>
            </a:solidFill>
          </p:spPr>
          <p:txBody>
            <a:bodyPr wrap="square" lIns="0" tIns="0" rIns="0" bIns="0" rtlCol="0"/>
            <a:lstStyle/>
            <a:p>
              <a:endParaRPr/>
            </a:p>
          </p:txBody>
        </p:sp>
        <p:sp>
          <p:nvSpPr>
            <p:cNvPr id="5" name="object 5"/>
            <p:cNvSpPr/>
            <p:nvPr/>
          </p:nvSpPr>
          <p:spPr>
            <a:xfrm>
              <a:off x="624205" y="5499734"/>
              <a:ext cx="11290300" cy="1205230"/>
            </a:xfrm>
            <a:custGeom>
              <a:avLst/>
              <a:gdLst/>
              <a:ahLst/>
              <a:cxnLst/>
              <a:rect l="l" t="t" r="r" b="b"/>
              <a:pathLst>
                <a:path w="11290300" h="1205229">
                  <a:moveTo>
                    <a:pt x="11290300" y="1205230"/>
                  </a:moveTo>
                  <a:lnTo>
                    <a:pt x="0" y="1205230"/>
                  </a:lnTo>
                  <a:lnTo>
                    <a:pt x="0" y="0"/>
                  </a:lnTo>
                  <a:lnTo>
                    <a:pt x="11290300" y="0"/>
                  </a:lnTo>
                  <a:lnTo>
                    <a:pt x="11290300" y="6350"/>
                  </a:lnTo>
                  <a:lnTo>
                    <a:pt x="12700" y="6350"/>
                  </a:lnTo>
                  <a:lnTo>
                    <a:pt x="6350" y="12700"/>
                  </a:lnTo>
                  <a:lnTo>
                    <a:pt x="12700" y="12700"/>
                  </a:lnTo>
                  <a:lnTo>
                    <a:pt x="12700" y="1192530"/>
                  </a:lnTo>
                  <a:lnTo>
                    <a:pt x="6350" y="1192530"/>
                  </a:lnTo>
                  <a:lnTo>
                    <a:pt x="12700" y="1198880"/>
                  </a:lnTo>
                  <a:lnTo>
                    <a:pt x="11290300" y="1198880"/>
                  </a:lnTo>
                  <a:lnTo>
                    <a:pt x="11290300" y="1205230"/>
                  </a:lnTo>
                  <a:close/>
                </a:path>
                <a:path w="11290300" h="1205229">
                  <a:moveTo>
                    <a:pt x="12700" y="12700"/>
                  </a:moveTo>
                  <a:lnTo>
                    <a:pt x="6350" y="12700"/>
                  </a:lnTo>
                  <a:lnTo>
                    <a:pt x="12700" y="6350"/>
                  </a:lnTo>
                  <a:lnTo>
                    <a:pt x="12700" y="12700"/>
                  </a:lnTo>
                  <a:close/>
                </a:path>
                <a:path w="11290300" h="1205229">
                  <a:moveTo>
                    <a:pt x="11277600" y="12700"/>
                  </a:moveTo>
                  <a:lnTo>
                    <a:pt x="12700" y="12700"/>
                  </a:lnTo>
                  <a:lnTo>
                    <a:pt x="12700" y="6350"/>
                  </a:lnTo>
                  <a:lnTo>
                    <a:pt x="11277600" y="6350"/>
                  </a:lnTo>
                  <a:lnTo>
                    <a:pt x="11277600" y="12700"/>
                  </a:lnTo>
                  <a:close/>
                </a:path>
                <a:path w="11290300" h="1205229">
                  <a:moveTo>
                    <a:pt x="11277600" y="1198880"/>
                  </a:moveTo>
                  <a:lnTo>
                    <a:pt x="11277600" y="6350"/>
                  </a:lnTo>
                  <a:lnTo>
                    <a:pt x="11283950" y="12700"/>
                  </a:lnTo>
                  <a:lnTo>
                    <a:pt x="11290300" y="12700"/>
                  </a:lnTo>
                  <a:lnTo>
                    <a:pt x="11290300" y="1192530"/>
                  </a:lnTo>
                  <a:lnTo>
                    <a:pt x="11283950" y="1192530"/>
                  </a:lnTo>
                  <a:lnTo>
                    <a:pt x="11277600" y="1198880"/>
                  </a:lnTo>
                  <a:close/>
                </a:path>
                <a:path w="11290300" h="1205229">
                  <a:moveTo>
                    <a:pt x="11290300" y="12700"/>
                  </a:moveTo>
                  <a:lnTo>
                    <a:pt x="11283950" y="12700"/>
                  </a:lnTo>
                  <a:lnTo>
                    <a:pt x="11277600" y="6350"/>
                  </a:lnTo>
                  <a:lnTo>
                    <a:pt x="11290300" y="6350"/>
                  </a:lnTo>
                  <a:lnTo>
                    <a:pt x="11290300" y="12700"/>
                  </a:lnTo>
                  <a:close/>
                </a:path>
                <a:path w="11290300" h="1205229">
                  <a:moveTo>
                    <a:pt x="12700" y="1198880"/>
                  </a:moveTo>
                  <a:lnTo>
                    <a:pt x="6350" y="1192530"/>
                  </a:lnTo>
                  <a:lnTo>
                    <a:pt x="12700" y="1192530"/>
                  </a:lnTo>
                  <a:lnTo>
                    <a:pt x="12700" y="1198880"/>
                  </a:lnTo>
                  <a:close/>
                </a:path>
                <a:path w="11290300" h="1205229">
                  <a:moveTo>
                    <a:pt x="11277600" y="1198880"/>
                  </a:moveTo>
                  <a:lnTo>
                    <a:pt x="12700" y="1198880"/>
                  </a:lnTo>
                  <a:lnTo>
                    <a:pt x="12700" y="1192530"/>
                  </a:lnTo>
                  <a:lnTo>
                    <a:pt x="11277600" y="1192530"/>
                  </a:lnTo>
                  <a:lnTo>
                    <a:pt x="11277600" y="1198880"/>
                  </a:lnTo>
                  <a:close/>
                </a:path>
                <a:path w="11290300" h="1205229">
                  <a:moveTo>
                    <a:pt x="11290300" y="1198880"/>
                  </a:moveTo>
                  <a:lnTo>
                    <a:pt x="11277600" y="1198880"/>
                  </a:lnTo>
                  <a:lnTo>
                    <a:pt x="11283950" y="1192530"/>
                  </a:lnTo>
                  <a:lnTo>
                    <a:pt x="11290300" y="1192530"/>
                  </a:lnTo>
                  <a:lnTo>
                    <a:pt x="11290300" y="1198880"/>
                  </a:lnTo>
                  <a:close/>
                </a:path>
              </a:pathLst>
            </a:custGeom>
            <a:solidFill>
              <a:srgbClr val="0D52D3"/>
            </a:solidFill>
          </p:spPr>
          <p:txBody>
            <a:bodyPr wrap="square" lIns="0" tIns="0" rIns="0" bIns="0" rtlCol="0"/>
            <a:lstStyle/>
            <a:p>
              <a:endParaRPr/>
            </a:p>
          </p:txBody>
        </p:sp>
      </p:grpSp>
      <p:sp>
        <p:nvSpPr>
          <p:cNvPr id="6" name="object 6"/>
          <p:cNvSpPr txBox="1">
            <a:spLocks noGrp="1"/>
          </p:cNvSpPr>
          <p:nvPr>
            <p:ph type="title"/>
          </p:nvPr>
        </p:nvSpPr>
        <p:spPr>
          <a:xfrm>
            <a:off x="78739" y="0"/>
            <a:ext cx="6802120" cy="634365"/>
          </a:xfrm>
          <a:prstGeom prst="rect">
            <a:avLst/>
          </a:prstGeom>
        </p:spPr>
        <p:txBody>
          <a:bodyPr vert="horz" wrap="square" lIns="0" tIns="12065" rIns="0" bIns="0" rtlCol="0">
            <a:spAutoFit/>
          </a:bodyPr>
          <a:lstStyle/>
          <a:p>
            <a:pPr marL="12700">
              <a:lnSpc>
                <a:spcPct val="100000"/>
              </a:lnSpc>
              <a:spcBef>
                <a:spcPts val="95"/>
              </a:spcBef>
            </a:pPr>
            <a:r>
              <a:rPr sz="4000" spc="-30" dirty="0">
                <a:solidFill>
                  <a:srgbClr val="000000"/>
                </a:solidFill>
              </a:rPr>
              <a:t>快思慢想：效能兼</a:t>
            </a:r>
            <a:r>
              <a:rPr sz="4000" spc="80" dirty="0">
                <a:solidFill>
                  <a:srgbClr val="000000"/>
                </a:solidFill>
              </a:rPr>
              <a:t>顾 全</a:t>
            </a:r>
            <a:r>
              <a:rPr sz="4000" spc="-30" dirty="0">
                <a:solidFill>
                  <a:srgbClr val="000000"/>
                </a:solidFill>
              </a:rPr>
              <a:t>局视</a:t>
            </a:r>
            <a:r>
              <a:rPr sz="4000" spc="-50" dirty="0">
                <a:solidFill>
                  <a:srgbClr val="000000"/>
                </a:solidFill>
              </a:rPr>
              <a:t>野</a:t>
            </a:r>
            <a:endParaRPr sz="4000"/>
          </a:p>
        </p:txBody>
      </p:sp>
      <p:graphicFrame>
        <p:nvGraphicFramePr>
          <p:cNvPr id="7" name="object 7"/>
          <p:cNvGraphicFramePr>
            <a:graphicFrameLocks noGrp="1"/>
          </p:cNvGraphicFramePr>
          <p:nvPr/>
        </p:nvGraphicFramePr>
        <p:xfrm>
          <a:off x="626427" y="745807"/>
          <a:ext cx="11305539" cy="5948680"/>
        </p:xfrm>
        <a:graphic>
          <a:graphicData uri="http://schemas.openxmlformats.org/drawingml/2006/table">
            <a:tbl>
              <a:tblPr firstRow="1" bandRow="1">
                <a:tableStyleId>{2D5ABB26-0587-4C30-8999-92F81FD0307C}</a:tableStyleId>
              </a:tblPr>
              <a:tblGrid>
                <a:gridCol w="1642745">
                  <a:extLst>
                    <a:ext uri="{9D8B030D-6E8A-4147-A177-3AD203B41FA5}">
                      <a16:colId xmlns:a16="http://schemas.microsoft.com/office/drawing/2014/main" val="20000"/>
                    </a:ext>
                  </a:extLst>
                </a:gridCol>
                <a:gridCol w="4817109">
                  <a:extLst>
                    <a:ext uri="{9D8B030D-6E8A-4147-A177-3AD203B41FA5}">
                      <a16:colId xmlns:a16="http://schemas.microsoft.com/office/drawing/2014/main" val="20001"/>
                    </a:ext>
                  </a:extLst>
                </a:gridCol>
                <a:gridCol w="4845685">
                  <a:extLst>
                    <a:ext uri="{9D8B030D-6E8A-4147-A177-3AD203B41FA5}">
                      <a16:colId xmlns:a16="http://schemas.microsoft.com/office/drawing/2014/main" val="20002"/>
                    </a:ext>
                  </a:extLst>
                </a:gridCol>
              </a:tblGrid>
              <a:tr h="563245">
                <a:tc>
                  <a:txBody>
                    <a:bodyPr/>
                    <a:lstStyle/>
                    <a:p>
                      <a:pPr>
                        <a:lnSpc>
                          <a:spcPct val="100000"/>
                        </a:lnSpc>
                      </a:pPr>
                      <a:endParaRPr sz="1500">
                        <a:latin typeface="Times New Roman"/>
                        <a:cs typeface="Times New Roman"/>
                      </a:endParaRPr>
                    </a:p>
                  </a:txBody>
                  <a:tcPr marL="0" marR="0" marT="0" marB="0">
                    <a:lnR w="9525">
                      <a:solidFill>
                        <a:srgbClr val="AFC9F9"/>
                      </a:solidFill>
                      <a:prstDash val="solid"/>
                    </a:lnR>
                    <a:lnB w="9525">
                      <a:solidFill>
                        <a:srgbClr val="AFC9F9"/>
                      </a:solidFill>
                      <a:prstDash val="solid"/>
                    </a:lnB>
                    <a:solidFill>
                      <a:srgbClr val="3979F3"/>
                    </a:solidFill>
                  </a:tcPr>
                </a:tc>
                <a:tc>
                  <a:txBody>
                    <a:bodyPr/>
                    <a:lstStyle/>
                    <a:p>
                      <a:pPr marR="11430" algn="ctr">
                        <a:lnSpc>
                          <a:spcPct val="100000"/>
                        </a:lnSpc>
                        <a:spcBef>
                          <a:spcPts val="1225"/>
                        </a:spcBef>
                      </a:pPr>
                      <a:r>
                        <a:rPr sz="1600" b="1" spc="120" dirty="0">
                          <a:solidFill>
                            <a:srgbClr val="FFFFFF"/>
                          </a:solidFill>
                          <a:latin typeface="Microsoft JhengHei"/>
                          <a:cs typeface="Microsoft JhengHei"/>
                        </a:rPr>
                        <a:t>概率预测</a:t>
                      </a:r>
                      <a:r>
                        <a:rPr sz="1600" b="1" spc="-25" dirty="0">
                          <a:solidFill>
                            <a:srgbClr val="FFFFFF"/>
                          </a:solidFill>
                          <a:latin typeface="Microsoft JhengHei"/>
                          <a:cs typeface="Microsoft JhengHei"/>
                        </a:rPr>
                        <a:t>（</a:t>
                      </a:r>
                      <a:r>
                        <a:rPr sz="1600" b="1" spc="-70" dirty="0">
                          <a:solidFill>
                            <a:srgbClr val="FFFFFF"/>
                          </a:solidFill>
                          <a:latin typeface="Microsoft JhengHei"/>
                          <a:cs typeface="Microsoft JhengHei"/>
                        </a:rPr>
                        <a:t> 快</a:t>
                      </a:r>
                      <a:r>
                        <a:rPr sz="1600" b="1" spc="120" dirty="0">
                          <a:solidFill>
                            <a:srgbClr val="FFFFFF"/>
                          </a:solidFill>
                          <a:latin typeface="Microsoft JhengHei"/>
                          <a:cs typeface="Microsoft JhengHei"/>
                        </a:rPr>
                        <a:t>速反应模型</a:t>
                      </a:r>
                      <a:r>
                        <a:rPr sz="1600" b="1" spc="-55" dirty="0">
                          <a:solidFill>
                            <a:srgbClr val="FFFFFF"/>
                          </a:solidFill>
                          <a:latin typeface="Microsoft JhengHei"/>
                          <a:cs typeface="Microsoft JhengHei"/>
                        </a:rPr>
                        <a:t>， 如</a:t>
                      </a:r>
                      <a:r>
                        <a:rPr sz="1600" b="1" spc="114" dirty="0">
                          <a:solidFill>
                            <a:srgbClr val="FFFFFF"/>
                          </a:solidFill>
                          <a:latin typeface="Microsoft JhengHei"/>
                          <a:cs typeface="Microsoft JhengHei"/>
                        </a:rPr>
                        <a:t>ChatGPT</a:t>
                      </a:r>
                      <a:r>
                        <a:rPr sz="1600" b="1" spc="450" dirty="0">
                          <a:solidFill>
                            <a:srgbClr val="FFFFFF"/>
                          </a:solidFill>
                          <a:latin typeface="Microsoft JhengHei"/>
                          <a:cs typeface="Microsoft JhengHei"/>
                        </a:rPr>
                        <a:t> </a:t>
                      </a:r>
                      <a:r>
                        <a:rPr sz="1600" b="1" spc="45" dirty="0">
                          <a:solidFill>
                            <a:srgbClr val="FFFFFF"/>
                          </a:solidFill>
                          <a:latin typeface="Microsoft JhengHei"/>
                          <a:cs typeface="Microsoft JhengHei"/>
                        </a:rPr>
                        <a:t>4o）</a:t>
                      </a:r>
                      <a:endParaRPr sz="1600">
                        <a:latin typeface="Microsoft JhengHei"/>
                        <a:cs typeface="Microsoft JhengHei"/>
                      </a:endParaRPr>
                    </a:p>
                  </a:txBody>
                  <a:tcPr marL="0" marR="0" marT="155575" marB="0">
                    <a:lnL w="9525">
                      <a:solidFill>
                        <a:srgbClr val="AFC9F9"/>
                      </a:solidFill>
                      <a:prstDash val="solid"/>
                    </a:lnL>
                    <a:lnR w="9525">
                      <a:solidFill>
                        <a:srgbClr val="AFC9F9"/>
                      </a:solidFill>
                      <a:prstDash val="solid"/>
                    </a:lnR>
                    <a:lnB w="9525">
                      <a:solidFill>
                        <a:srgbClr val="AFC9F9"/>
                      </a:solidFill>
                      <a:prstDash val="solid"/>
                    </a:lnB>
                    <a:solidFill>
                      <a:srgbClr val="3979F3"/>
                    </a:solidFill>
                  </a:tcPr>
                </a:tc>
                <a:tc>
                  <a:txBody>
                    <a:bodyPr/>
                    <a:lstStyle/>
                    <a:p>
                      <a:pPr marR="37465" algn="ctr">
                        <a:lnSpc>
                          <a:spcPct val="100000"/>
                        </a:lnSpc>
                        <a:spcBef>
                          <a:spcPts val="1225"/>
                        </a:spcBef>
                      </a:pPr>
                      <a:r>
                        <a:rPr sz="1600" b="1" spc="120" dirty="0">
                          <a:solidFill>
                            <a:srgbClr val="FFFFFF"/>
                          </a:solidFill>
                          <a:latin typeface="Microsoft JhengHei"/>
                          <a:cs typeface="Microsoft JhengHei"/>
                        </a:rPr>
                        <a:t>链式推理</a:t>
                      </a:r>
                      <a:r>
                        <a:rPr sz="1600" b="1" spc="125" dirty="0">
                          <a:solidFill>
                            <a:srgbClr val="FFFFFF"/>
                          </a:solidFill>
                          <a:latin typeface="Microsoft JhengHei"/>
                          <a:cs typeface="Microsoft JhengHei"/>
                        </a:rPr>
                        <a:t>(慢</a:t>
                      </a:r>
                      <a:r>
                        <a:rPr sz="1600" b="1" spc="120" dirty="0">
                          <a:solidFill>
                            <a:srgbClr val="FFFFFF"/>
                          </a:solidFill>
                          <a:latin typeface="Microsoft JhengHei"/>
                          <a:cs typeface="Microsoft JhengHei"/>
                        </a:rPr>
                        <a:t>速思考模型</a:t>
                      </a:r>
                      <a:r>
                        <a:rPr sz="1600" b="1" spc="-55" dirty="0">
                          <a:solidFill>
                            <a:srgbClr val="FFFFFF"/>
                          </a:solidFill>
                          <a:latin typeface="Microsoft JhengHei"/>
                          <a:cs typeface="Microsoft JhengHei"/>
                        </a:rPr>
                        <a:t>， 如</a:t>
                      </a:r>
                      <a:r>
                        <a:rPr sz="1600" b="1" spc="60" dirty="0">
                          <a:solidFill>
                            <a:srgbClr val="FFFFFF"/>
                          </a:solidFill>
                          <a:latin typeface="Microsoft JhengHei"/>
                          <a:cs typeface="Microsoft JhengHei"/>
                        </a:rPr>
                        <a:t>OpenAI</a:t>
                      </a:r>
                      <a:r>
                        <a:rPr sz="1600" b="1" spc="455" dirty="0">
                          <a:solidFill>
                            <a:srgbClr val="FFFFFF"/>
                          </a:solidFill>
                          <a:latin typeface="Microsoft JhengHei"/>
                          <a:cs typeface="Microsoft JhengHei"/>
                        </a:rPr>
                        <a:t> </a:t>
                      </a:r>
                      <a:r>
                        <a:rPr sz="1600" b="1" spc="50" dirty="0">
                          <a:solidFill>
                            <a:srgbClr val="FFFFFF"/>
                          </a:solidFill>
                          <a:latin typeface="Microsoft JhengHei"/>
                          <a:cs typeface="Microsoft JhengHei"/>
                        </a:rPr>
                        <a:t>o1)</a:t>
                      </a:r>
                      <a:endParaRPr sz="1600">
                        <a:latin typeface="Microsoft JhengHei"/>
                        <a:cs typeface="Microsoft JhengHei"/>
                      </a:endParaRPr>
                    </a:p>
                  </a:txBody>
                  <a:tcPr marL="0" marR="0" marT="155575" marB="0">
                    <a:lnL w="9525">
                      <a:solidFill>
                        <a:srgbClr val="AFC9F9"/>
                      </a:solidFill>
                      <a:prstDash val="solid"/>
                    </a:lnL>
                    <a:lnB w="9525">
                      <a:solidFill>
                        <a:srgbClr val="AFC9F9"/>
                      </a:solidFill>
                      <a:prstDash val="solid"/>
                    </a:lnB>
                    <a:solidFill>
                      <a:srgbClr val="3979F3"/>
                    </a:solidFill>
                  </a:tcPr>
                </a:tc>
                <a:extLst>
                  <a:ext uri="{0D108BD9-81ED-4DB2-BD59-A6C34878D82A}">
                    <a16:rowId xmlns:a16="http://schemas.microsoft.com/office/drawing/2014/main" val="10000"/>
                  </a:ext>
                </a:extLst>
              </a:tr>
              <a:tr h="521970">
                <a:tc>
                  <a:txBody>
                    <a:bodyPr/>
                    <a:lstStyle/>
                    <a:p>
                      <a:pPr marR="9525" algn="ctr">
                        <a:lnSpc>
                          <a:spcPct val="100000"/>
                        </a:lnSpc>
                        <a:spcBef>
                          <a:spcPts val="1175"/>
                        </a:spcBef>
                      </a:pPr>
                      <a:r>
                        <a:rPr sz="1400" spc="80" dirty="0">
                          <a:latin typeface="宋体"/>
                          <a:cs typeface="宋体"/>
                        </a:rPr>
                        <a:t>性能表现</a:t>
                      </a:r>
                      <a:endParaRPr sz="1400">
                        <a:latin typeface="宋体"/>
                        <a:cs typeface="宋体"/>
                      </a:endParaRPr>
                    </a:p>
                  </a:txBody>
                  <a:tcPr marL="0" marR="0" marT="149225" marB="0">
                    <a:lnL w="9525">
                      <a:solidFill>
                        <a:srgbClr val="3979F3"/>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FFFFFF"/>
                    </a:solidFill>
                  </a:tcPr>
                </a:tc>
                <a:tc>
                  <a:txBody>
                    <a:bodyPr/>
                    <a:lstStyle/>
                    <a:p>
                      <a:pPr marR="8890" algn="ctr">
                        <a:lnSpc>
                          <a:spcPct val="100000"/>
                        </a:lnSpc>
                        <a:spcBef>
                          <a:spcPts val="1175"/>
                        </a:spcBef>
                      </a:pPr>
                      <a:r>
                        <a:rPr sz="1400" spc="30" dirty="0">
                          <a:latin typeface="宋体"/>
                          <a:cs typeface="宋体"/>
                        </a:rPr>
                        <a:t>响应速度快， 算力成本低</a:t>
                      </a:r>
                      <a:endParaRPr sz="1400">
                        <a:latin typeface="宋体"/>
                        <a:cs typeface="宋体"/>
                      </a:endParaRPr>
                    </a:p>
                  </a:txBody>
                  <a:tcPr marL="0" marR="0" marT="149225" marB="0">
                    <a:lnL w="9525">
                      <a:solidFill>
                        <a:srgbClr val="AFC9F9"/>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FFFFFF"/>
                    </a:solidFill>
                  </a:tcPr>
                </a:tc>
                <a:tc>
                  <a:txBody>
                    <a:bodyPr/>
                    <a:lstStyle/>
                    <a:p>
                      <a:pPr marR="37465" algn="ctr">
                        <a:lnSpc>
                          <a:spcPct val="100000"/>
                        </a:lnSpc>
                        <a:spcBef>
                          <a:spcPts val="1175"/>
                        </a:spcBef>
                      </a:pPr>
                      <a:r>
                        <a:rPr sz="1400" spc="25" dirty="0">
                          <a:latin typeface="宋体"/>
                          <a:cs typeface="宋体"/>
                        </a:rPr>
                        <a:t>慢速思考， 算力成本高</a:t>
                      </a:r>
                      <a:endParaRPr sz="1400">
                        <a:latin typeface="宋体"/>
                        <a:cs typeface="宋体"/>
                      </a:endParaRPr>
                    </a:p>
                  </a:txBody>
                  <a:tcPr marL="0" marR="0" marT="149225" marB="0">
                    <a:lnL w="9525">
                      <a:solidFill>
                        <a:srgbClr val="AFC9F9"/>
                      </a:solidFill>
                      <a:prstDash val="solid"/>
                    </a:lnL>
                    <a:lnR w="9525">
                      <a:solidFill>
                        <a:srgbClr val="3979F3"/>
                      </a:solidFill>
                      <a:prstDash val="solid"/>
                    </a:lnR>
                    <a:lnT w="9525">
                      <a:solidFill>
                        <a:srgbClr val="AFC9F9"/>
                      </a:solidFill>
                      <a:prstDash val="solid"/>
                    </a:lnT>
                    <a:lnB w="9525">
                      <a:solidFill>
                        <a:srgbClr val="AFC9F9"/>
                      </a:solidFill>
                      <a:prstDash val="solid"/>
                    </a:lnB>
                    <a:solidFill>
                      <a:srgbClr val="FFFFFF"/>
                    </a:solidFill>
                  </a:tcPr>
                </a:tc>
                <a:extLst>
                  <a:ext uri="{0D108BD9-81ED-4DB2-BD59-A6C34878D82A}">
                    <a16:rowId xmlns:a16="http://schemas.microsoft.com/office/drawing/2014/main" val="10001"/>
                  </a:ext>
                </a:extLst>
              </a:tr>
              <a:tr h="778510">
                <a:tc>
                  <a:txBody>
                    <a:bodyPr/>
                    <a:lstStyle/>
                    <a:p>
                      <a:pPr>
                        <a:lnSpc>
                          <a:spcPct val="100000"/>
                        </a:lnSpc>
                        <a:spcBef>
                          <a:spcPts val="50"/>
                        </a:spcBef>
                      </a:pPr>
                      <a:endParaRPr sz="1850">
                        <a:latin typeface="Times New Roman"/>
                        <a:cs typeface="Times New Roman"/>
                      </a:endParaRPr>
                    </a:p>
                    <a:p>
                      <a:pPr marR="9525" algn="ctr">
                        <a:lnSpc>
                          <a:spcPct val="100000"/>
                        </a:lnSpc>
                      </a:pPr>
                      <a:r>
                        <a:rPr sz="1400" spc="80" dirty="0">
                          <a:latin typeface="宋体"/>
                          <a:cs typeface="宋体"/>
                        </a:rPr>
                        <a:t>运算原理</a:t>
                      </a:r>
                      <a:endParaRPr sz="1400">
                        <a:latin typeface="宋体"/>
                        <a:cs typeface="宋体"/>
                      </a:endParaRPr>
                    </a:p>
                  </a:txBody>
                  <a:tcPr marL="0" marR="0" marT="6350" marB="0">
                    <a:lnL w="9525">
                      <a:solidFill>
                        <a:srgbClr val="3979F3"/>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EBF1FD"/>
                    </a:solidFill>
                  </a:tcPr>
                </a:tc>
                <a:tc>
                  <a:txBody>
                    <a:bodyPr/>
                    <a:lstStyle/>
                    <a:p>
                      <a:pPr marL="2117090" marR="278130" indent="-1847850">
                        <a:lnSpc>
                          <a:spcPct val="119900"/>
                        </a:lnSpc>
                        <a:spcBef>
                          <a:spcPts val="840"/>
                        </a:spcBef>
                      </a:pPr>
                      <a:r>
                        <a:rPr sz="1400" spc="125" dirty="0">
                          <a:latin typeface="宋体"/>
                          <a:cs typeface="宋体"/>
                        </a:rPr>
                        <a:t>基于</a:t>
                      </a:r>
                      <a:r>
                        <a:rPr sz="1400" b="1" spc="130" dirty="0">
                          <a:latin typeface="Microsoft JhengHei"/>
                          <a:cs typeface="Microsoft JhengHei"/>
                        </a:rPr>
                        <a:t>概率预测</a:t>
                      </a:r>
                      <a:r>
                        <a:rPr sz="1400" spc="50" dirty="0">
                          <a:latin typeface="宋体"/>
                          <a:cs typeface="宋体"/>
                        </a:rPr>
                        <a:t>， 通过大量数据训练来快速</a:t>
                      </a:r>
                      <a:r>
                        <a:rPr sz="1400" b="1" spc="130" dirty="0">
                          <a:latin typeface="Microsoft JhengHei"/>
                          <a:cs typeface="Microsoft JhengHei"/>
                        </a:rPr>
                        <a:t>预测</a:t>
                      </a:r>
                      <a:r>
                        <a:rPr sz="1400" spc="35" dirty="0">
                          <a:latin typeface="宋体"/>
                          <a:cs typeface="宋体"/>
                        </a:rPr>
                        <a:t>可能</a:t>
                      </a:r>
                      <a:r>
                        <a:rPr sz="1400" spc="65" dirty="0">
                          <a:latin typeface="宋体"/>
                          <a:cs typeface="宋体"/>
                        </a:rPr>
                        <a:t>的答案</a:t>
                      </a:r>
                      <a:endParaRPr sz="1400">
                        <a:latin typeface="宋体"/>
                        <a:cs typeface="宋体"/>
                      </a:endParaRPr>
                    </a:p>
                  </a:txBody>
                  <a:tcPr marL="0" marR="0" marT="106680" marB="0">
                    <a:lnL w="9525">
                      <a:solidFill>
                        <a:srgbClr val="AFC9F9"/>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EBF1FD"/>
                    </a:solidFill>
                  </a:tcPr>
                </a:tc>
                <a:tc>
                  <a:txBody>
                    <a:bodyPr/>
                    <a:lstStyle/>
                    <a:p>
                      <a:pPr marL="1242695" marR="289560" indent="-991235">
                        <a:lnSpc>
                          <a:spcPct val="119900"/>
                        </a:lnSpc>
                        <a:spcBef>
                          <a:spcPts val="840"/>
                        </a:spcBef>
                      </a:pPr>
                      <a:r>
                        <a:rPr sz="1400" spc="125" dirty="0">
                          <a:latin typeface="宋体"/>
                          <a:cs typeface="宋体"/>
                        </a:rPr>
                        <a:t>基于</a:t>
                      </a:r>
                      <a:r>
                        <a:rPr sz="1400" b="1" spc="130" dirty="0">
                          <a:latin typeface="Microsoft JhengHei"/>
                          <a:cs typeface="Microsoft JhengHei"/>
                        </a:rPr>
                        <a:t>链式思维</a:t>
                      </a:r>
                      <a:r>
                        <a:rPr sz="1400" dirty="0">
                          <a:latin typeface="宋体"/>
                          <a:cs typeface="宋体"/>
                        </a:rPr>
                        <a:t>（</a:t>
                      </a:r>
                      <a:r>
                        <a:rPr sz="1400" spc="-575" dirty="0">
                          <a:latin typeface="宋体"/>
                          <a:cs typeface="宋体"/>
                        </a:rPr>
                        <a:t> </a:t>
                      </a:r>
                      <a:r>
                        <a:rPr sz="1400" spc="150" dirty="0">
                          <a:latin typeface="宋体"/>
                          <a:cs typeface="宋体"/>
                        </a:rPr>
                        <a:t>Chain</a:t>
                      </a:r>
                      <a:r>
                        <a:rPr sz="1400" spc="-215" dirty="0">
                          <a:latin typeface="宋体"/>
                          <a:cs typeface="宋体"/>
                        </a:rPr>
                        <a:t>- </a:t>
                      </a:r>
                      <a:r>
                        <a:rPr sz="1400" spc="55" dirty="0">
                          <a:latin typeface="宋体"/>
                          <a:cs typeface="宋体"/>
                        </a:rPr>
                        <a:t>of</a:t>
                      </a:r>
                      <a:r>
                        <a:rPr sz="1400" spc="-260" dirty="0">
                          <a:latin typeface="宋体"/>
                          <a:cs typeface="宋体"/>
                        </a:rPr>
                        <a:t>- </a:t>
                      </a:r>
                      <a:r>
                        <a:rPr sz="1400" spc="170" dirty="0">
                          <a:latin typeface="宋体"/>
                          <a:cs typeface="宋体"/>
                        </a:rPr>
                        <a:t>Thought）</a:t>
                      </a:r>
                      <a:r>
                        <a:rPr sz="1400" spc="-40" dirty="0">
                          <a:latin typeface="宋体"/>
                          <a:cs typeface="宋体"/>
                        </a:rPr>
                        <a:t>， 逐步</a:t>
                      </a:r>
                      <a:r>
                        <a:rPr sz="1400" b="1" spc="40" dirty="0">
                          <a:latin typeface="Microsoft JhengHei"/>
                          <a:cs typeface="Microsoft JhengHei"/>
                        </a:rPr>
                        <a:t>推理</a:t>
                      </a:r>
                      <a:r>
                        <a:rPr sz="1400" spc="110" dirty="0">
                          <a:latin typeface="宋体"/>
                          <a:cs typeface="宋体"/>
                        </a:rPr>
                        <a:t>问题的每个步骤来得到答案</a:t>
                      </a:r>
                      <a:endParaRPr sz="1400">
                        <a:latin typeface="宋体"/>
                        <a:cs typeface="宋体"/>
                      </a:endParaRPr>
                    </a:p>
                  </a:txBody>
                  <a:tcPr marL="0" marR="0" marT="106680" marB="0">
                    <a:lnL w="9525">
                      <a:solidFill>
                        <a:srgbClr val="AFC9F9"/>
                      </a:solidFill>
                      <a:prstDash val="solid"/>
                    </a:lnL>
                    <a:lnR w="9525">
                      <a:solidFill>
                        <a:srgbClr val="3979F3"/>
                      </a:solidFill>
                      <a:prstDash val="solid"/>
                    </a:lnR>
                    <a:lnT w="9525">
                      <a:solidFill>
                        <a:srgbClr val="AFC9F9"/>
                      </a:solidFill>
                      <a:prstDash val="solid"/>
                    </a:lnT>
                    <a:lnB w="9525">
                      <a:solidFill>
                        <a:srgbClr val="AFC9F9"/>
                      </a:solidFill>
                      <a:prstDash val="solid"/>
                    </a:lnB>
                    <a:solidFill>
                      <a:srgbClr val="EBF1FD"/>
                    </a:solidFill>
                  </a:tcPr>
                </a:tc>
                <a:extLst>
                  <a:ext uri="{0D108BD9-81ED-4DB2-BD59-A6C34878D82A}">
                    <a16:rowId xmlns:a16="http://schemas.microsoft.com/office/drawing/2014/main" val="10002"/>
                  </a:ext>
                </a:extLst>
              </a:tr>
              <a:tr h="521970">
                <a:tc>
                  <a:txBody>
                    <a:bodyPr/>
                    <a:lstStyle/>
                    <a:p>
                      <a:pPr marR="9525" algn="ctr">
                        <a:lnSpc>
                          <a:spcPct val="100000"/>
                        </a:lnSpc>
                        <a:spcBef>
                          <a:spcPts val="1175"/>
                        </a:spcBef>
                      </a:pPr>
                      <a:r>
                        <a:rPr sz="1400" spc="80" dirty="0">
                          <a:latin typeface="宋体"/>
                          <a:cs typeface="宋体"/>
                        </a:rPr>
                        <a:t>决策能力</a:t>
                      </a:r>
                      <a:endParaRPr sz="1400">
                        <a:latin typeface="宋体"/>
                        <a:cs typeface="宋体"/>
                      </a:endParaRPr>
                    </a:p>
                  </a:txBody>
                  <a:tcPr marL="0" marR="0" marT="149225" marB="0">
                    <a:lnL w="9525">
                      <a:solidFill>
                        <a:srgbClr val="3979F3"/>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FFFFFF"/>
                    </a:solidFill>
                  </a:tcPr>
                </a:tc>
                <a:tc>
                  <a:txBody>
                    <a:bodyPr/>
                    <a:lstStyle/>
                    <a:p>
                      <a:pPr marR="8890" algn="ctr">
                        <a:lnSpc>
                          <a:spcPct val="100000"/>
                        </a:lnSpc>
                        <a:spcBef>
                          <a:spcPts val="1175"/>
                        </a:spcBef>
                      </a:pPr>
                      <a:r>
                        <a:rPr sz="1400" spc="110" dirty="0">
                          <a:latin typeface="宋体"/>
                          <a:cs typeface="宋体"/>
                        </a:rPr>
                        <a:t>依赖预设算法和规则进行决策</a:t>
                      </a:r>
                      <a:endParaRPr sz="1400">
                        <a:latin typeface="宋体"/>
                        <a:cs typeface="宋体"/>
                      </a:endParaRPr>
                    </a:p>
                  </a:txBody>
                  <a:tcPr marL="0" marR="0" marT="149225" marB="0">
                    <a:lnL w="9525">
                      <a:solidFill>
                        <a:srgbClr val="AFC9F9"/>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FFFFFF"/>
                    </a:solidFill>
                  </a:tcPr>
                </a:tc>
                <a:tc>
                  <a:txBody>
                    <a:bodyPr/>
                    <a:lstStyle/>
                    <a:p>
                      <a:pPr marR="37465" algn="ctr">
                        <a:lnSpc>
                          <a:spcPct val="100000"/>
                        </a:lnSpc>
                        <a:spcBef>
                          <a:spcPts val="1175"/>
                        </a:spcBef>
                      </a:pPr>
                      <a:r>
                        <a:rPr sz="1400" spc="50" dirty="0">
                          <a:latin typeface="宋体"/>
                          <a:cs typeface="宋体"/>
                        </a:rPr>
                        <a:t>能够自主分析情况， 实时做出决策</a:t>
                      </a:r>
                      <a:endParaRPr sz="1400">
                        <a:latin typeface="宋体"/>
                        <a:cs typeface="宋体"/>
                      </a:endParaRPr>
                    </a:p>
                  </a:txBody>
                  <a:tcPr marL="0" marR="0" marT="149225" marB="0">
                    <a:lnL w="9525">
                      <a:solidFill>
                        <a:srgbClr val="AFC9F9"/>
                      </a:solidFill>
                      <a:prstDash val="solid"/>
                    </a:lnL>
                    <a:lnR w="9525">
                      <a:solidFill>
                        <a:srgbClr val="3979F3"/>
                      </a:solidFill>
                      <a:prstDash val="solid"/>
                    </a:lnR>
                    <a:lnT w="9525">
                      <a:solidFill>
                        <a:srgbClr val="AFC9F9"/>
                      </a:solidFill>
                      <a:prstDash val="solid"/>
                    </a:lnT>
                    <a:lnB w="9525">
                      <a:solidFill>
                        <a:srgbClr val="AFC9F9"/>
                      </a:solidFill>
                      <a:prstDash val="solid"/>
                    </a:lnB>
                    <a:solidFill>
                      <a:srgbClr val="FFFFFF"/>
                    </a:solidFill>
                  </a:tcPr>
                </a:tc>
                <a:extLst>
                  <a:ext uri="{0D108BD9-81ED-4DB2-BD59-A6C34878D82A}">
                    <a16:rowId xmlns:a16="http://schemas.microsoft.com/office/drawing/2014/main" val="10003"/>
                  </a:ext>
                </a:extLst>
              </a:tr>
              <a:tr h="522605">
                <a:tc>
                  <a:txBody>
                    <a:bodyPr/>
                    <a:lstStyle/>
                    <a:p>
                      <a:pPr marR="9525" algn="ctr">
                        <a:lnSpc>
                          <a:spcPct val="100000"/>
                        </a:lnSpc>
                        <a:spcBef>
                          <a:spcPts val="1175"/>
                        </a:spcBef>
                      </a:pPr>
                      <a:r>
                        <a:rPr sz="1400" spc="65" dirty="0">
                          <a:latin typeface="宋体"/>
                          <a:cs typeface="宋体"/>
                        </a:rPr>
                        <a:t>创造力</a:t>
                      </a:r>
                      <a:endParaRPr sz="1400">
                        <a:latin typeface="宋体"/>
                        <a:cs typeface="宋体"/>
                      </a:endParaRPr>
                    </a:p>
                  </a:txBody>
                  <a:tcPr marL="0" marR="0" marT="149225" marB="0">
                    <a:lnL w="9525">
                      <a:solidFill>
                        <a:srgbClr val="3979F3"/>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EBF1FD"/>
                    </a:solidFill>
                  </a:tcPr>
                </a:tc>
                <a:tc>
                  <a:txBody>
                    <a:bodyPr/>
                    <a:lstStyle/>
                    <a:p>
                      <a:pPr marR="8890" algn="ctr">
                        <a:lnSpc>
                          <a:spcPct val="100000"/>
                        </a:lnSpc>
                        <a:spcBef>
                          <a:spcPts val="1175"/>
                        </a:spcBef>
                      </a:pPr>
                      <a:r>
                        <a:rPr sz="1400" spc="50" dirty="0">
                          <a:latin typeface="宋体"/>
                          <a:cs typeface="宋体"/>
                        </a:rPr>
                        <a:t>限于模式识别和优化， 缺乏真正的创新能力</a:t>
                      </a:r>
                      <a:endParaRPr sz="1400">
                        <a:latin typeface="宋体"/>
                        <a:cs typeface="宋体"/>
                      </a:endParaRPr>
                    </a:p>
                  </a:txBody>
                  <a:tcPr marL="0" marR="0" marT="149225" marB="0">
                    <a:lnL w="9525">
                      <a:solidFill>
                        <a:srgbClr val="AFC9F9"/>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EBF1FD"/>
                    </a:solidFill>
                  </a:tcPr>
                </a:tc>
                <a:tc>
                  <a:txBody>
                    <a:bodyPr/>
                    <a:lstStyle/>
                    <a:p>
                      <a:pPr marR="37465" algn="ctr">
                        <a:lnSpc>
                          <a:spcPct val="100000"/>
                        </a:lnSpc>
                        <a:spcBef>
                          <a:spcPts val="1175"/>
                        </a:spcBef>
                      </a:pPr>
                      <a:r>
                        <a:rPr sz="1400" spc="55" dirty="0">
                          <a:latin typeface="宋体"/>
                          <a:cs typeface="宋体"/>
                        </a:rPr>
                        <a:t>能够生成新的创意和解决方案， 具备创新能力</a:t>
                      </a:r>
                      <a:endParaRPr sz="1400">
                        <a:latin typeface="宋体"/>
                        <a:cs typeface="宋体"/>
                      </a:endParaRPr>
                    </a:p>
                  </a:txBody>
                  <a:tcPr marL="0" marR="0" marT="149225" marB="0">
                    <a:lnL w="9525">
                      <a:solidFill>
                        <a:srgbClr val="AFC9F9"/>
                      </a:solidFill>
                      <a:prstDash val="solid"/>
                    </a:lnL>
                    <a:lnR w="9525">
                      <a:solidFill>
                        <a:srgbClr val="3979F3"/>
                      </a:solidFill>
                      <a:prstDash val="solid"/>
                    </a:lnR>
                    <a:lnT w="9525">
                      <a:solidFill>
                        <a:srgbClr val="AFC9F9"/>
                      </a:solidFill>
                      <a:prstDash val="solid"/>
                    </a:lnT>
                    <a:lnB w="9525">
                      <a:solidFill>
                        <a:srgbClr val="AFC9F9"/>
                      </a:solidFill>
                      <a:prstDash val="solid"/>
                    </a:lnB>
                    <a:solidFill>
                      <a:srgbClr val="EBF1FD"/>
                    </a:solidFill>
                  </a:tcPr>
                </a:tc>
                <a:extLst>
                  <a:ext uri="{0D108BD9-81ED-4DB2-BD59-A6C34878D82A}">
                    <a16:rowId xmlns:a16="http://schemas.microsoft.com/office/drawing/2014/main" val="10004"/>
                  </a:ext>
                </a:extLst>
              </a:tr>
              <a:tr h="521970">
                <a:tc>
                  <a:txBody>
                    <a:bodyPr/>
                    <a:lstStyle/>
                    <a:p>
                      <a:pPr marR="9525" algn="ctr">
                        <a:lnSpc>
                          <a:spcPct val="100000"/>
                        </a:lnSpc>
                        <a:spcBef>
                          <a:spcPts val="1175"/>
                        </a:spcBef>
                      </a:pPr>
                      <a:r>
                        <a:rPr sz="1400" spc="95" dirty="0">
                          <a:latin typeface="宋体"/>
                          <a:cs typeface="宋体"/>
                        </a:rPr>
                        <a:t>人机互动能力</a:t>
                      </a:r>
                      <a:endParaRPr sz="1400">
                        <a:latin typeface="宋体"/>
                        <a:cs typeface="宋体"/>
                      </a:endParaRPr>
                    </a:p>
                  </a:txBody>
                  <a:tcPr marL="0" marR="0" marT="149225" marB="0">
                    <a:lnL w="9525">
                      <a:solidFill>
                        <a:srgbClr val="3979F3"/>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FFFFFF"/>
                    </a:solidFill>
                  </a:tcPr>
                </a:tc>
                <a:tc>
                  <a:txBody>
                    <a:bodyPr/>
                    <a:lstStyle/>
                    <a:p>
                      <a:pPr marR="8890" algn="ctr">
                        <a:lnSpc>
                          <a:spcPct val="100000"/>
                        </a:lnSpc>
                        <a:spcBef>
                          <a:spcPts val="1175"/>
                        </a:spcBef>
                      </a:pPr>
                      <a:r>
                        <a:rPr sz="1400" spc="50" dirty="0">
                          <a:latin typeface="宋体"/>
                          <a:cs typeface="宋体"/>
                        </a:rPr>
                        <a:t>按照预设脚本响应， 较难理解人类情感和意图</a:t>
                      </a:r>
                      <a:endParaRPr sz="1400">
                        <a:latin typeface="宋体"/>
                        <a:cs typeface="宋体"/>
                      </a:endParaRPr>
                    </a:p>
                  </a:txBody>
                  <a:tcPr marL="0" marR="0" marT="149225" marB="0">
                    <a:lnL w="9525">
                      <a:solidFill>
                        <a:srgbClr val="AFC9F9"/>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FFFFFF"/>
                    </a:solidFill>
                  </a:tcPr>
                </a:tc>
                <a:tc>
                  <a:txBody>
                    <a:bodyPr/>
                    <a:lstStyle/>
                    <a:p>
                      <a:pPr marR="37465" algn="ctr">
                        <a:lnSpc>
                          <a:spcPct val="100000"/>
                        </a:lnSpc>
                        <a:spcBef>
                          <a:spcPts val="1175"/>
                        </a:spcBef>
                      </a:pPr>
                      <a:r>
                        <a:rPr sz="1400" spc="50" dirty="0">
                          <a:latin typeface="宋体"/>
                          <a:cs typeface="宋体"/>
                        </a:rPr>
                        <a:t>更自然地与人互动， 理解复杂情感和意图</a:t>
                      </a:r>
                      <a:endParaRPr sz="1400">
                        <a:latin typeface="宋体"/>
                        <a:cs typeface="宋体"/>
                      </a:endParaRPr>
                    </a:p>
                  </a:txBody>
                  <a:tcPr marL="0" marR="0" marT="149225" marB="0">
                    <a:lnL w="9525">
                      <a:solidFill>
                        <a:srgbClr val="AFC9F9"/>
                      </a:solidFill>
                      <a:prstDash val="solid"/>
                    </a:lnL>
                    <a:lnR w="9525">
                      <a:solidFill>
                        <a:srgbClr val="3979F3"/>
                      </a:solidFill>
                      <a:prstDash val="solid"/>
                    </a:lnR>
                    <a:lnT w="9525">
                      <a:solidFill>
                        <a:srgbClr val="AFC9F9"/>
                      </a:solidFill>
                      <a:prstDash val="solid"/>
                    </a:lnT>
                    <a:lnB w="9525">
                      <a:solidFill>
                        <a:srgbClr val="AFC9F9"/>
                      </a:solidFill>
                      <a:prstDash val="solid"/>
                    </a:lnB>
                    <a:solidFill>
                      <a:srgbClr val="FFFFFF"/>
                    </a:solidFill>
                  </a:tcPr>
                </a:tc>
                <a:extLst>
                  <a:ext uri="{0D108BD9-81ED-4DB2-BD59-A6C34878D82A}">
                    <a16:rowId xmlns:a16="http://schemas.microsoft.com/office/drawing/2014/main" val="10005"/>
                  </a:ext>
                </a:extLst>
              </a:tr>
              <a:tr h="778510">
                <a:tc>
                  <a:txBody>
                    <a:bodyPr/>
                    <a:lstStyle/>
                    <a:p>
                      <a:pPr>
                        <a:lnSpc>
                          <a:spcPct val="100000"/>
                        </a:lnSpc>
                        <a:spcBef>
                          <a:spcPts val="50"/>
                        </a:spcBef>
                      </a:pPr>
                      <a:endParaRPr sz="1850">
                        <a:latin typeface="Times New Roman"/>
                        <a:cs typeface="Times New Roman"/>
                      </a:endParaRPr>
                    </a:p>
                    <a:p>
                      <a:pPr marR="9525" algn="ctr">
                        <a:lnSpc>
                          <a:spcPct val="100000"/>
                        </a:lnSpc>
                      </a:pPr>
                      <a:r>
                        <a:rPr sz="1400" spc="95" dirty="0">
                          <a:latin typeface="宋体"/>
                          <a:cs typeface="宋体"/>
                        </a:rPr>
                        <a:t>问题解决能力</a:t>
                      </a:r>
                      <a:endParaRPr sz="1400">
                        <a:latin typeface="宋体"/>
                        <a:cs typeface="宋体"/>
                      </a:endParaRPr>
                    </a:p>
                  </a:txBody>
                  <a:tcPr marL="0" marR="0" marT="6350" marB="0">
                    <a:lnL w="9525">
                      <a:solidFill>
                        <a:srgbClr val="3979F3"/>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EBF1FD"/>
                    </a:solidFill>
                  </a:tcPr>
                </a:tc>
                <a:tc>
                  <a:txBody>
                    <a:bodyPr/>
                    <a:lstStyle/>
                    <a:p>
                      <a:pPr>
                        <a:lnSpc>
                          <a:spcPct val="100000"/>
                        </a:lnSpc>
                        <a:spcBef>
                          <a:spcPts val="50"/>
                        </a:spcBef>
                      </a:pPr>
                      <a:endParaRPr sz="1850">
                        <a:latin typeface="Times New Roman"/>
                        <a:cs typeface="Times New Roman"/>
                      </a:endParaRPr>
                    </a:p>
                    <a:p>
                      <a:pPr marR="8890" algn="ctr">
                        <a:lnSpc>
                          <a:spcPct val="100000"/>
                        </a:lnSpc>
                      </a:pPr>
                      <a:r>
                        <a:rPr sz="1400" spc="110" dirty="0">
                          <a:latin typeface="宋体"/>
                          <a:cs typeface="宋体"/>
                        </a:rPr>
                        <a:t>擅长解决结构化和定义明确的问题</a:t>
                      </a:r>
                      <a:endParaRPr sz="1400">
                        <a:latin typeface="宋体"/>
                        <a:cs typeface="宋体"/>
                      </a:endParaRPr>
                    </a:p>
                  </a:txBody>
                  <a:tcPr marL="0" marR="0" marT="6350" marB="0">
                    <a:lnL w="9525">
                      <a:solidFill>
                        <a:srgbClr val="AFC9F9"/>
                      </a:solidFill>
                      <a:prstDash val="solid"/>
                    </a:lnL>
                    <a:lnR w="9525">
                      <a:solidFill>
                        <a:srgbClr val="AFC9F9"/>
                      </a:solidFill>
                      <a:prstDash val="solid"/>
                    </a:lnR>
                    <a:lnT w="9525">
                      <a:solidFill>
                        <a:srgbClr val="AFC9F9"/>
                      </a:solidFill>
                      <a:prstDash val="solid"/>
                    </a:lnT>
                    <a:lnB w="9525">
                      <a:solidFill>
                        <a:srgbClr val="AFC9F9"/>
                      </a:solidFill>
                      <a:prstDash val="solid"/>
                    </a:lnB>
                    <a:solidFill>
                      <a:srgbClr val="EBF1FD"/>
                    </a:solidFill>
                  </a:tcPr>
                </a:tc>
                <a:tc>
                  <a:txBody>
                    <a:bodyPr/>
                    <a:lstStyle/>
                    <a:p>
                      <a:pPr marL="2116455" marR="308610" indent="-1845945">
                        <a:lnSpc>
                          <a:spcPct val="119900"/>
                        </a:lnSpc>
                        <a:spcBef>
                          <a:spcPts val="840"/>
                        </a:spcBef>
                      </a:pPr>
                      <a:r>
                        <a:rPr sz="1400" spc="60" dirty="0">
                          <a:latin typeface="宋体"/>
                          <a:cs typeface="宋体"/>
                        </a:rPr>
                        <a:t>能够处理多维度和非结构化问题， 提供创造性的解</a:t>
                      </a:r>
                      <a:r>
                        <a:rPr sz="1400" spc="65" dirty="0">
                          <a:latin typeface="宋体"/>
                          <a:cs typeface="宋体"/>
                        </a:rPr>
                        <a:t>决方案</a:t>
                      </a:r>
                      <a:endParaRPr sz="1400">
                        <a:latin typeface="宋体"/>
                        <a:cs typeface="宋体"/>
                      </a:endParaRPr>
                    </a:p>
                  </a:txBody>
                  <a:tcPr marL="0" marR="0" marT="106680" marB="0">
                    <a:lnL w="9525">
                      <a:solidFill>
                        <a:srgbClr val="AFC9F9"/>
                      </a:solidFill>
                      <a:prstDash val="solid"/>
                    </a:lnL>
                    <a:lnR w="9525">
                      <a:solidFill>
                        <a:srgbClr val="3979F3"/>
                      </a:solidFill>
                      <a:prstDash val="solid"/>
                    </a:lnR>
                    <a:lnT w="9525">
                      <a:solidFill>
                        <a:srgbClr val="AFC9F9"/>
                      </a:solidFill>
                      <a:prstDash val="solid"/>
                    </a:lnT>
                    <a:lnB w="9525">
                      <a:solidFill>
                        <a:srgbClr val="AFC9F9"/>
                      </a:solidFill>
                      <a:prstDash val="solid"/>
                    </a:lnB>
                    <a:solidFill>
                      <a:srgbClr val="EBF1FD"/>
                    </a:solidFill>
                  </a:tcPr>
                </a:tc>
                <a:extLst>
                  <a:ext uri="{0D108BD9-81ED-4DB2-BD59-A6C34878D82A}">
                    <a16:rowId xmlns:a16="http://schemas.microsoft.com/office/drawing/2014/main" val="10006"/>
                  </a:ext>
                </a:extLst>
              </a:tr>
              <a:tr h="521970">
                <a:tc>
                  <a:txBody>
                    <a:bodyPr/>
                    <a:lstStyle/>
                    <a:p>
                      <a:pPr marR="9525" algn="ctr">
                        <a:lnSpc>
                          <a:spcPct val="100000"/>
                        </a:lnSpc>
                        <a:spcBef>
                          <a:spcPts val="1175"/>
                        </a:spcBef>
                      </a:pPr>
                      <a:r>
                        <a:rPr sz="1400" spc="80" dirty="0">
                          <a:latin typeface="宋体"/>
                          <a:cs typeface="宋体"/>
                        </a:rPr>
                        <a:t>伦理问题</a:t>
                      </a:r>
                      <a:endParaRPr sz="1400">
                        <a:latin typeface="宋体"/>
                        <a:cs typeface="宋体"/>
                      </a:endParaRPr>
                    </a:p>
                  </a:txBody>
                  <a:tcPr marL="0" marR="0" marT="149225" marB="0">
                    <a:lnL w="9525">
                      <a:solidFill>
                        <a:srgbClr val="3979F3"/>
                      </a:solidFill>
                      <a:prstDash val="solid"/>
                    </a:lnL>
                    <a:lnR w="9525">
                      <a:solidFill>
                        <a:srgbClr val="AFC9F9"/>
                      </a:solidFill>
                      <a:prstDash val="solid"/>
                    </a:lnR>
                    <a:lnT w="9525">
                      <a:solidFill>
                        <a:srgbClr val="AFC9F9"/>
                      </a:solidFill>
                      <a:prstDash val="solid"/>
                    </a:lnT>
                    <a:lnB w="9525">
                      <a:solidFill>
                        <a:srgbClr val="3979F3"/>
                      </a:solidFill>
                      <a:prstDash val="solid"/>
                    </a:lnB>
                    <a:solidFill>
                      <a:srgbClr val="FFFFFF"/>
                    </a:solidFill>
                  </a:tcPr>
                </a:tc>
                <a:tc>
                  <a:txBody>
                    <a:bodyPr/>
                    <a:lstStyle/>
                    <a:p>
                      <a:pPr marR="8890" algn="ctr">
                        <a:lnSpc>
                          <a:spcPct val="100000"/>
                        </a:lnSpc>
                        <a:spcBef>
                          <a:spcPts val="1175"/>
                        </a:spcBef>
                      </a:pPr>
                      <a:r>
                        <a:rPr sz="1400" spc="45" dirty="0">
                          <a:latin typeface="宋体"/>
                          <a:cs typeface="宋体"/>
                        </a:rPr>
                        <a:t>作为受控工具， 几乎没有伦理问题</a:t>
                      </a:r>
                      <a:endParaRPr sz="1400">
                        <a:latin typeface="宋体"/>
                        <a:cs typeface="宋体"/>
                      </a:endParaRPr>
                    </a:p>
                  </a:txBody>
                  <a:tcPr marL="0" marR="0" marT="149225" marB="0">
                    <a:lnL w="9525">
                      <a:solidFill>
                        <a:srgbClr val="AFC9F9"/>
                      </a:solidFill>
                      <a:prstDash val="solid"/>
                    </a:lnL>
                    <a:lnR w="9525">
                      <a:solidFill>
                        <a:srgbClr val="AFC9F9"/>
                      </a:solidFill>
                      <a:prstDash val="solid"/>
                    </a:lnR>
                    <a:lnT w="9525">
                      <a:solidFill>
                        <a:srgbClr val="AFC9F9"/>
                      </a:solidFill>
                      <a:prstDash val="solid"/>
                    </a:lnT>
                    <a:lnB w="9525">
                      <a:solidFill>
                        <a:srgbClr val="3979F3"/>
                      </a:solidFill>
                      <a:prstDash val="solid"/>
                    </a:lnB>
                    <a:solidFill>
                      <a:srgbClr val="FFFFFF"/>
                    </a:solidFill>
                  </a:tcPr>
                </a:tc>
                <a:tc>
                  <a:txBody>
                    <a:bodyPr/>
                    <a:lstStyle/>
                    <a:p>
                      <a:pPr marR="37465" algn="ctr">
                        <a:lnSpc>
                          <a:spcPct val="100000"/>
                        </a:lnSpc>
                        <a:spcBef>
                          <a:spcPts val="1175"/>
                        </a:spcBef>
                      </a:pPr>
                      <a:r>
                        <a:rPr sz="1400" spc="110" dirty="0">
                          <a:latin typeface="宋体"/>
                          <a:cs typeface="宋体"/>
                        </a:rPr>
                        <a:t>引发自主性和控制问题的伦理讨论</a:t>
                      </a:r>
                      <a:endParaRPr sz="1400">
                        <a:latin typeface="宋体"/>
                        <a:cs typeface="宋体"/>
                      </a:endParaRPr>
                    </a:p>
                  </a:txBody>
                  <a:tcPr marL="0" marR="0" marT="149225" marB="0">
                    <a:lnL w="9525">
                      <a:solidFill>
                        <a:srgbClr val="AFC9F9"/>
                      </a:solidFill>
                      <a:prstDash val="solid"/>
                    </a:lnL>
                    <a:lnR w="9525">
                      <a:solidFill>
                        <a:srgbClr val="3979F3"/>
                      </a:solidFill>
                      <a:prstDash val="solid"/>
                    </a:lnR>
                    <a:lnT w="9525">
                      <a:solidFill>
                        <a:srgbClr val="AFC9F9"/>
                      </a:solidFill>
                      <a:prstDash val="solid"/>
                    </a:lnT>
                    <a:lnB w="9525">
                      <a:solidFill>
                        <a:srgbClr val="3979F3"/>
                      </a:solidFill>
                      <a:prstDash val="solid"/>
                    </a:lnB>
                    <a:solidFill>
                      <a:srgbClr val="FFFFFF"/>
                    </a:solidFill>
                  </a:tcPr>
                </a:tc>
                <a:extLst>
                  <a:ext uri="{0D108BD9-81ED-4DB2-BD59-A6C34878D82A}">
                    <a16:rowId xmlns:a16="http://schemas.microsoft.com/office/drawing/2014/main" val="10007"/>
                  </a:ext>
                </a:extLst>
              </a:tr>
              <a:tr h="1217930">
                <a:tc gridSpan="3">
                  <a:txBody>
                    <a:bodyPr/>
                    <a:lstStyle/>
                    <a:p>
                      <a:pPr marL="89535">
                        <a:lnSpc>
                          <a:spcPct val="110000"/>
                        </a:lnSpc>
                        <a:spcBef>
                          <a:spcPts val="1395"/>
                        </a:spcBef>
                      </a:pPr>
                      <a:r>
                        <a:rPr sz="1800" b="1" spc="-10" dirty="0">
                          <a:solidFill>
                            <a:srgbClr val="FFFFFF"/>
                          </a:solidFill>
                          <a:latin typeface="Microsoft JhengHei"/>
                          <a:cs typeface="Microsoft JhengHei"/>
                        </a:rPr>
                        <a:t>CoT</a:t>
                      </a:r>
                      <a:r>
                        <a:rPr sz="1800" b="1" spc="5" dirty="0">
                          <a:solidFill>
                            <a:srgbClr val="FFFFFF"/>
                          </a:solidFill>
                          <a:latin typeface="Microsoft JhengHei"/>
                          <a:cs typeface="Microsoft JhengHei"/>
                        </a:rPr>
                        <a:t>链式思维的出现将大模型分为了两类：“概率预测（快速反应）”模型和“链式推理（慢速思考）”</a:t>
                      </a:r>
                      <a:r>
                        <a:rPr sz="1800" b="1" dirty="0">
                          <a:solidFill>
                            <a:srgbClr val="FFFFFF"/>
                          </a:solidFill>
                          <a:latin typeface="Microsoft JhengHei"/>
                          <a:cs typeface="Microsoft JhengHei"/>
                        </a:rPr>
                        <a:t>模型。</a:t>
                      </a:r>
                      <a:r>
                        <a:rPr sz="1800" b="1" spc="15" dirty="0">
                          <a:solidFill>
                            <a:srgbClr val="FFFFFF"/>
                          </a:solidFill>
                          <a:latin typeface="Microsoft JhengHei"/>
                          <a:cs typeface="Microsoft JhengHei"/>
                        </a:rPr>
                        <a:t>前者适合快速反馈，处理即时任务；后者通过推理解决复杂问题。了解它们的差异有助于根据任务需求选择合</a:t>
                      </a:r>
                      <a:r>
                        <a:rPr sz="1800" b="1" dirty="0">
                          <a:solidFill>
                            <a:srgbClr val="FFFFFF"/>
                          </a:solidFill>
                          <a:latin typeface="Microsoft JhengHei"/>
                          <a:cs typeface="Microsoft JhengHei"/>
                        </a:rPr>
                        <a:t>适的模型，实现最佳效果。</a:t>
                      </a:r>
                      <a:endParaRPr sz="1800">
                        <a:latin typeface="Microsoft JhengHei"/>
                        <a:cs typeface="Microsoft JhengHei"/>
                      </a:endParaRPr>
                    </a:p>
                  </a:txBody>
                  <a:tcPr marL="0" marR="0" marT="177165" marB="0">
                    <a:lnT w="9525">
                      <a:solidFill>
                        <a:srgbClr val="3979F3"/>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381317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提示语策略差</a:t>
            </a:r>
            <a:r>
              <a:rPr sz="4000" spc="-50" dirty="0"/>
              <a:t>异</a:t>
            </a:r>
            <a:endParaRPr sz="4000"/>
          </a:p>
        </p:txBody>
      </p:sp>
      <p:grpSp>
        <p:nvGrpSpPr>
          <p:cNvPr id="3" name="object 3"/>
          <p:cNvGrpSpPr/>
          <p:nvPr/>
        </p:nvGrpSpPr>
        <p:grpSpPr>
          <a:xfrm>
            <a:off x="1940051" y="2429255"/>
            <a:ext cx="3575685" cy="116205"/>
            <a:chOff x="1940051" y="2429255"/>
            <a:chExt cx="3575685" cy="116205"/>
          </a:xfrm>
        </p:grpSpPr>
        <p:sp>
          <p:nvSpPr>
            <p:cNvPr id="4" name="object 4"/>
            <p:cNvSpPr/>
            <p:nvPr/>
          </p:nvSpPr>
          <p:spPr>
            <a:xfrm>
              <a:off x="3054299" y="2532989"/>
              <a:ext cx="2461260" cy="0"/>
            </a:xfrm>
            <a:custGeom>
              <a:avLst/>
              <a:gdLst/>
              <a:ahLst/>
              <a:cxnLst/>
              <a:rect l="l" t="t" r="r" b="b"/>
              <a:pathLst>
                <a:path w="2461260">
                  <a:moveTo>
                    <a:pt x="0" y="0"/>
                  </a:moveTo>
                  <a:lnTo>
                    <a:pt x="2461260" y="0"/>
                  </a:lnTo>
                </a:path>
              </a:pathLst>
            </a:custGeom>
            <a:ln w="7619">
              <a:solidFill>
                <a:srgbClr val="A6A6A6"/>
              </a:solidFill>
              <a:prstDash val="sysDot"/>
            </a:ln>
          </p:spPr>
          <p:txBody>
            <a:bodyPr wrap="square" lIns="0" tIns="0" rIns="0" bIns="0" rtlCol="0"/>
            <a:lstStyle/>
            <a:p>
              <a:endParaRPr/>
            </a:p>
          </p:txBody>
        </p:sp>
        <p:sp>
          <p:nvSpPr>
            <p:cNvPr id="5" name="object 5"/>
            <p:cNvSpPr/>
            <p:nvPr/>
          </p:nvSpPr>
          <p:spPr>
            <a:xfrm>
              <a:off x="1940051" y="2429255"/>
              <a:ext cx="1949450" cy="116205"/>
            </a:xfrm>
            <a:custGeom>
              <a:avLst/>
              <a:gdLst/>
              <a:ahLst/>
              <a:cxnLst/>
              <a:rect l="l" t="t" r="r" b="b"/>
              <a:pathLst>
                <a:path w="1949450" h="116205">
                  <a:moveTo>
                    <a:pt x="1949196" y="115824"/>
                  </a:moveTo>
                  <a:lnTo>
                    <a:pt x="0" y="115824"/>
                  </a:lnTo>
                  <a:lnTo>
                    <a:pt x="0" y="0"/>
                  </a:lnTo>
                  <a:lnTo>
                    <a:pt x="1949196" y="0"/>
                  </a:lnTo>
                  <a:lnTo>
                    <a:pt x="1949196" y="115824"/>
                  </a:lnTo>
                  <a:close/>
                </a:path>
              </a:pathLst>
            </a:custGeom>
            <a:solidFill>
              <a:srgbClr val="1F74AC"/>
            </a:solidFill>
          </p:spPr>
          <p:txBody>
            <a:bodyPr wrap="square" lIns="0" tIns="0" rIns="0" bIns="0" rtlCol="0"/>
            <a:lstStyle/>
            <a:p>
              <a:endParaRPr/>
            </a:p>
          </p:txBody>
        </p:sp>
      </p:grpSp>
      <p:sp>
        <p:nvSpPr>
          <p:cNvPr id="6" name="object 6"/>
          <p:cNvSpPr txBox="1"/>
          <p:nvPr/>
        </p:nvSpPr>
        <p:spPr>
          <a:xfrm>
            <a:off x="1273200" y="1845932"/>
            <a:ext cx="307975" cy="634365"/>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1F74AC"/>
                </a:solidFill>
                <a:latin typeface="Arial"/>
                <a:cs typeface="Arial"/>
              </a:rPr>
              <a:t>1</a:t>
            </a:r>
            <a:endParaRPr sz="4000">
              <a:latin typeface="Arial"/>
              <a:cs typeface="Arial"/>
            </a:endParaRPr>
          </a:p>
        </p:txBody>
      </p:sp>
      <p:grpSp>
        <p:nvGrpSpPr>
          <p:cNvPr id="7" name="object 7"/>
          <p:cNvGrpSpPr/>
          <p:nvPr/>
        </p:nvGrpSpPr>
        <p:grpSpPr>
          <a:xfrm>
            <a:off x="6705600" y="2429255"/>
            <a:ext cx="3575050" cy="116205"/>
            <a:chOff x="6705600" y="2429255"/>
            <a:chExt cx="3575050" cy="116205"/>
          </a:xfrm>
        </p:grpSpPr>
        <p:sp>
          <p:nvSpPr>
            <p:cNvPr id="8" name="object 8"/>
            <p:cNvSpPr/>
            <p:nvPr/>
          </p:nvSpPr>
          <p:spPr>
            <a:xfrm>
              <a:off x="7818970" y="2532989"/>
              <a:ext cx="2461260" cy="0"/>
            </a:xfrm>
            <a:custGeom>
              <a:avLst/>
              <a:gdLst/>
              <a:ahLst/>
              <a:cxnLst/>
              <a:rect l="l" t="t" r="r" b="b"/>
              <a:pathLst>
                <a:path w="2461259">
                  <a:moveTo>
                    <a:pt x="0" y="0"/>
                  </a:moveTo>
                  <a:lnTo>
                    <a:pt x="2461259" y="0"/>
                  </a:lnTo>
                </a:path>
              </a:pathLst>
            </a:custGeom>
            <a:ln w="7619">
              <a:solidFill>
                <a:srgbClr val="A6A6A6"/>
              </a:solidFill>
              <a:prstDash val="sysDot"/>
            </a:ln>
          </p:spPr>
          <p:txBody>
            <a:bodyPr wrap="square" lIns="0" tIns="0" rIns="0" bIns="0" rtlCol="0"/>
            <a:lstStyle/>
            <a:p>
              <a:endParaRPr/>
            </a:p>
          </p:txBody>
        </p:sp>
        <p:sp>
          <p:nvSpPr>
            <p:cNvPr id="9" name="object 9"/>
            <p:cNvSpPr/>
            <p:nvPr/>
          </p:nvSpPr>
          <p:spPr>
            <a:xfrm>
              <a:off x="6705600" y="2429255"/>
              <a:ext cx="1949450" cy="116205"/>
            </a:xfrm>
            <a:custGeom>
              <a:avLst/>
              <a:gdLst/>
              <a:ahLst/>
              <a:cxnLst/>
              <a:rect l="l" t="t" r="r" b="b"/>
              <a:pathLst>
                <a:path w="1949450" h="116205">
                  <a:moveTo>
                    <a:pt x="1949196" y="115824"/>
                  </a:moveTo>
                  <a:lnTo>
                    <a:pt x="0" y="115824"/>
                  </a:lnTo>
                  <a:lnTo>
                    <a:pt x="0" y="0"/>
                  </a:lnTo>
                  <a:lnTo>
                    <a:pt x="1949196" y="0"/>
                  </a:lnTo>
                  <a:lnTo>
                    <a:pt x="1949196" y="115824"/>
                  </a:lnTo>
                  <a:close/>
                </a:path>
              </a:pathLst>
            </a:custGeom>
            <a:solidFill>
              <a:srgbClr val="3497DB"/>
            </a:solidFill>
          </p:spPr>
          <p:txBody>
            <a:bodyPr wrap="square" lIns="0" tIns="0" rIns="0" bIns="0" rtlCol="0"/>
            <a:lstStyle/>
            <a:p>
              <a:endParaRPr/>
            </a:p>
          </p:txBody>
        </p:sp>
      </p:grpSp>
      <p:sp>
        <p:nvSpPr>
          <p:cNvPr id="10" name="object 10"/>
          <p:cNvSpPr txBox="1"/>
          <p:nvPr/>
        </p:nvSpPr>
        <p:spPr>
          <a:xfrm>
            <a:off x="6037872" y="1845932"/>
            <a:ext cx="307975" cy="634365"/>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3497DB"/>
                </a:solidFill>
                <a:latin typeface="Arial"/>
                <a:cs typeface="Arial"/>
              </a:rPr>
              <a:t>2</a:t>
            </a:r>
            <a:endParaRPr sz="4000">
              <a:latin typeface="Arial"/>
              <a:cs typeface="Arial"/>
            </a:endParaRPr>
          </a:p>
        </p:txBody>
      </p:sp>
      <p:sp>
        <p:nvSpPr>
          <p:cNvPr id="11" name="object 11"/>
          <p:cNvSpPr txBox="1"/>
          <p:nvPr/>
        </p:nvSpPr>
        <p:spPr>
          <a:xfrm>
            <a:off x="2361857" y="2009432"/>
            <a:ext cx="1043940" cy="331470"/>
          </a:xfrm>
          <a:prstGeom prst="rect">
            <a:avLst/>
          </a:prstGeom>
        </p:spPr>
        <p:txBody>
          <a:bodyPr vert="horz" wrap="square" lIns="0" tIns="13335" rIns="0" bIns="0" rtlCol="0">
            <a:spAutoFit/>
          </a:bodyPr>
          <a:lstStyle/>
          <a:p>
            <a:pPr marL="12700">
              <a:lnSpc>
                <a:spcPct val="100000"/>
              </a:lnSpc>
              <a:spcBef>
                <a:spcPts val="105"/>
              </a:spcBef>
            </a:pPr>
            <a:r>
              <a:rPr sz="2000" b="1" spc="-15" dirty="0">
                <a:latin typeface="Microsoft JhengHei"/>
                <a:cs typeface="Microsoft JhengHei"/>
              </a:rPr>
              <a:t>推理模型</a:t>
            </a:r>
            <a:endParaRPr sz="2000">
              <a:latin typeface="Microsoft JhengHei"/>
              <a:cs typeface="Microsoft JhengHei"/>
            </a:endParaRPr>
          </a:p>
        </p:txBody>
      </p:sp>
      <p:sp>
        <p:nvSpPr>
          <p:cNvPr id="12" name="object 12"/>
          <p:cNvSpPr txBox="1"/>
          <p:nvPr/>
        </p:nvSpPr>
        <p:spPr>
          <a:xfrm>
            <a:off x="6060440" y="2009432"/>
            <a:ext cx="4039870" cy="2770505"/>
          </a:xfrm>
          <a:prstGeom prst="rect">
            <a:avLst/>
          </a:prstGeom>
        </p:spPr>
        <p:txBody>
          <a:bodyPr vert="horz" wrap="square" lIns="0" tIns="13335" rIns="0" bIns="0" rtlCol="0">
            <a:spAutoFit/>
          </a:bodyPr>
          <a:lstStyle/>
          <a:p>
            <a:pPr marL="1078230">
              <a:lnSpc>
                <a:spcPct val="100000"/>
              </a:lnSpc>
              <a:spcBef>
                <a:spcPts val="105"/>
              </a:spcBef>
            </a:pPr>
            <a:r>
              <a:rPr sz="2000" b="1" spc="-15" dirty="0">
                <a:latin typeface="Microsoft JhengHei"/>
                <a:cs typeface="Microsoft JhengHei"/>
              </a:rPr>
              <a:t>通用模型</a:t>
            </a:r>
            <a:endParaRPr sz="2000">
              <a:latin typeface="Microsoft JhengHei"/>
              <a:cs typeface="Microsoft JhengHei"/>
            </a:endParaRPr>
          </a:p>
          <a:p>
            <a:pPr>
              <a:lnSpc>
                <a:spcPct val="100000"/>
              </a:lnSpc>
              <a:spcBef>
                <a:spcPts val="30"/>
              </a:spcBef>
            </a:pPr>
            <a:endParaRPr sz="2800">
              <a:latin typeface="Microsoft JhengHei"/>
              <a:cs typeface="Microsoft JhengHei"/>
            </a:endParaRPr>
          </a:p>
          <a:p>
            <a:pPr marL="298450" marR="5080" indent="-285750">
              <a:lnSpc>
                <a:spcPct val="129900"/>
              </a:lnSpc>
              <a:buFont typeface="Arial"/>
              <a:buChar char="•"/>
              <a:tabLst>
                <a:tab pos="297815" algn="l"/>
                <a:tab pos="298450" algn="l"/>
              </a:tabLst>
            </a:pPr>
            <a:r>
              <a:rPr sz="1800" spc="5" dirty="0">
                <a:latin typeface="宋体"/>
                <a:cs typeface="宋体"/>
              </a:rPr>
              <a:t>需显式引导推理步骤</a:t>
            </a:r>
            <a:r>
              <a:rPr sz="1800" spc="50" dirty="0">
                <a:latin typeface="宋体"/>
                <a:cs typeface="宋体"/>
              </a:rPr>
              <a:t>（如通过</a:t>
            </a:r>
            <a:r>
              <a:rPr sz="1800" spc="45" dirty="0">
                <a:latin typeface="Arial"/>
                <a:cs typeface="Arial"/>
              </a:rPr>
              <a:t>CoT</a:t>
            </a:r>
            <a:r>
              <a:rPr sz="1800" spc="-50" dirty="0">
                <a:latin typeface="宋体"/>
                <a:cs typeface="宋体"/>
              </a:rPr>
              <a:t>提</a:t>
            </a:r>
            <a:r>
              <a:rPr sz="1800" dirty="0">
                <a:latin typeface="宋体"/>
                <a:cs typeface="宋体"/>
              </a:rPr>
              <a:t>示），</a:t>
            </a:r>
            <a:r>
              <a:rPr sz="1800" spc="-5" dirty="0">
                <a:latin typeface="宋体"/>
                <a:cs typeface="宋体"/>
              </a:rPr>
              <a:t>否则可能跳过关键逻辑。</a:t>
            </a:r>
            <a:endParaRPr sz="1800">
              <a:latin typeface="宋体"/>
              <a:cs typeface="宋体"/>
            </a:endParaRPr>
          </a:p>
          <a:p>
            <a:pPr>
              <a:lnSpc>
                <a:spcPct val="100000"/>
              </a:lnSpc>
              <a:spcBef>
                <a:spcPts val="50"/>
              </a:spcBef>
              <a:buFont typeface="Arial"/>
              <a:buChar char="•"/>
            </a:pPr>
            <a:endParaRPr sz="2150">
              <a:latin typeface="宋体"/>
              <a:cs typeface="宋体"/>
            </a:endParaRPr>
          </a:p>
          <a:p>
            <a:pPr marL="298450" marR="5080" indent="-285750">
              <a:lnSpc>
                <a:spcPct val="129900"/>
              </a:lnSpc>
              <a:buFont typeface="Arial"/>
              <a:buChar char="•"/>
              <a:tabLst>
                <a:tab pos="297815" algn="l"/>
                <a:tab pos="298450" algn="l"/>
              </a:tabLst>
            </a:pPr>
            <a:r>
              <a:rPr sz="1800" dirty="0">
                <a:latin typeface="宋体"/>
                <a:cs typeface="宋体"/>
              </a:rPr>
              <a:t>依赖提示语补偿能力短板（</a:t>
            </a:r>
            <a:r>
              <a:rPr sz="1800" spc="-15" dirty="0">
                <a:latin typeface="宋体"/>
                <a:cs typeface="宋体"/>
              </a:rPr>
              <a:t>如要求分</a:t>
            </a:r>
            <a:r>
              <a:rPr sz="1800" dirty="0">
                <a:latin typeface="宋体"/>
                <a:cs typeface="宋体"/>
              </a:rPr>
              <a:t>步思考、提供示例）</a:t>
            </a:r>
            <a:r>
              <a:rPr sz="1800" spc="-50" dirty="0">
                <a:latin typeface="宋体"/>
                <a:cs typeface="宋体"/>
              </a:rPr>
              <a:t>。</a:t>
            </a:r>
            <a:endParaRPr sz="1800">
              <a:latin typeface="宋体"/>
              <a:cs typeface="宋体"/>
            </a:endParaRPr>
          </a:p>
        </p:txBody>
      </p:sp>
      <p:sp>
        <p:nvSpPr>
          <p:cNvPr id="13" name="object 13"/>
          <p:cNvSpPr txBox="1"/>
          <p:nvPr/>
        </p:nvSpPr>
        <p:spPr>
          <a:xfrm>
            <a:off x="1397000" y="2973069"/>
            <a:ext cx="4039870" cy="2162810"/>
          </a:xfrm>
          <a:prstGeom prst="rect">
            <a:avLst/>
          </a:prstGeom>
        </p:spPr>
        <p:txBody>
          <a:bodyPr vert="horz" wrap="square" lIns="0" tIns="12700" rIns="0" bIns="0" rtlCol="0">
            <a:spAutoFit/>
          </a:bodyPr>
          <a:lstStyle/>
          <a:p>
            <a:pPr marL="298450" marR="5080" indent="-285750" algn="just">
              <a:lnSpc>
                <a:spcPct val="129900"/>
              </a:lnSpc>
              <a:spcBef>
                <a:spcPts val="100"/>
              </a:spcBef>
              <a:buFont typeface="Arial"/>
              <a:buChar char="•"/>
              <a:tabLst>
                <a:tab pos="298450" algn="l"/>
              </a:tabLst>
            </a:pPr>
            <a:r>
              <a:rPr sz="1800" spc="-5" dirty="0">
                <a:latin typeface="宋体"/>
                <a:cs typeface="宋体"/>
              </a:rPr>
              <a:t>提示语更简洁，只需明确任务目标和</a:t>
            </a:r>
            <a:r>
              <a:rPr sz="1800" dirty="0">
                <a:latin typeface="宋体"/>
                <a:cs typeface="宋体"/>
              </a:rPr>
              <a:t>需求（因其已内化推理逻辑）</a:t>
            </a:r>
            <a:r>
              <a:rPr sz="1800" spc="-50" dirty="0">
                <a:latin typeface="宋体"/>
                <a:cs typeface="宋体"/>
              </a:rPr>
              <a:t>。</a:t>
            </a:r>
            <a:endParaRPr sz="1800">
              <a:latin typeface="宋体"/>
              <a:cs typeface="宋体"/>
            </a:endParaRPr>
          </a:p>
          <a:p>
            <a:pPr>
              <a:lnSpc>
                <a:spcPct val="100000"/>
              </a:lnSpc>
              <a:spcBef>
                <a:spcPts val="45"/>
              </a:spcBef>
              <a:buFont typeface="Arial"/>
              <a:buChar char="•"/>
            </a:pPr>
            <a:endParaRPr sz="2150">
              <a:latin typeface="宋体"/>
              <a:cs typeface="宋体"/>
            </a:endParaRPr>
          </a:p>
          <a:p>
            <a:pPr marL="298450" marR="5080" indent="-285750" algn="just">
              <a:lnSpc>
                <a:spcPct val="129900"/>
              </a:lnSpc>
              <a:buFont typeface="Arial"/>
              <a:buChar char="•"/>
              <a:tabLst>
                <a:tab pos="298450" algn="l"/>
              </a:tabLst>
            </a:pPr>
            <a:r>
              <a:rPr sz="1800" spc="-5" dirty="0">
                <a:latin typeface="宋体"/>
                <a:cs typeface="宋体"/>
              </a:rPr>
              <a:t>无需逐步指导，模型自动生成结构化</a:t>
            </a:r>
            <a:r>
              <a:rPr sz="1800" dirty="0">
                <a:latin typeface="宋体"/>
                <a:cs typeface="宋体"/>
              </a:rPr>
              <a:t>推理过程（</a:t>
            </a:r>
            <a:r>
              <a:rPr sz="1800" spc="-5" dirty="0">
                <a:latin typeface="宋体"/>
                <a:cs typeface="宋体"/>
              </a:rPr>
              <a:t>若强行拆解步骤，反而可</a:t>
            </a:r>
            <a:r>
              <a:rPr sz="1800" dirty="0">
                <a:latin typeface="宋体"/>
                <a:cs typeface="宋体"/>
              </a:rPr>
              <a:t>能限制其能力）</a:t>
            </a:r>
            <a:r>
              <a:rPr sz="1800" spc="-50" dirty="0">
                <a:latin typeface="宋体"/>
                <a:cs typeface="宋体"/>
              </a:rPr>
              <a:t>。</a:t>
            </a:r>
            <a:endParaRPr sz="180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172970" cy="634365"/>
          </a:xfrm>
          <a:prstGeom prst="rect">
            <a:avLst/>
          </a:prstGeom>
        </p:spPr>
        <p:txBody>
          <a:bodyPr vert="horz" wrap="square" lIns="0" tIns="12065" rIns="0" bIns="0" rtlCol="0">
            <a:spAutoFit/>
          </a:bodyPr>
          <a:lstStyle/>
          <a:p>
            <a:pPr marL="12700">
              <a:lnSpc>
                <a:spcPct val="100000"/>
              </a:lnSpc>
              <a:spcBef>
                <a:spcPts val="95"/>
              </a:spcBef>
            </a:pPr>
            <a:r>
              <a:rPr sz="4000" spc="270" dirty="0"/>
              <a:t>关键原</a:t>
            </a:r>
            <a:r>
              <a:rPr sz="4000" spc="-50" dirty="0"/>
              <a:t>则</a:t>
            </a:r>
            <a:endParaRPr sz="4000"/>
          </a:p>
        </p:txBody>
      </p:sp>
      <p:sp>
        <p:nvSpPr>
          <p:cNvPr id="3" name="object 3"/>
          <p:cNvSpPr/>
          <p:nvPr/>
        </p:nvSpPr>
        <p:spPr>
          <a:xfrm>
            <a:off x="2064893" y="5884887"/>
            <a:ext cx="8514715" cy="12700"/>
          </a:xfrm>
          <a:custGeom>
            <a:avLst/>
            <a:gdLst/>
            <a:ahLst/>
            <a:cxnLst/>
            <a:rect l="l" t="t" r="r" b="b"/>
            <a:pathLst>
              <a:path w="8514715" h="12700">
                <a:moveTo>
                  <a:pt x="8514715" y="0"/>
                </a:moveTo>
                <a:lnTo>
                  <a:pt x="4303395" y="0"/>
                </a:lnTo>
                <a:lnTo>
                  <a:pt x="4211320" y="0"/>
                </a:lnTo>
                <a:lnTo>
                  <a:pt x="0" y="0"/>
                </a:lnTo>
                <a:lnTo>
                  <a:pt x="0" y="12700"/>
                </a:lnTo>
                <a:lnTo>
                  <a:pt x="4211320" y="12700"/>
                </a:lnTo>
                <a:lnTo>
                  <a:pt x="4303395" y="12700"/>
                </a:lnTo>
                <a:lnTo>
                  <a:pt x="8514715" y="12700"/>
                </a:lnTo>
                <a:lnTo>
                  <a:pt x="8514715" y="0"/>
                </a:lnTo>
                <a:close/>
              </a:path>
            </a:pathLst>
          </a:custGeom>
          <a:solidFill>
            <a:srgbClr val="1F74AC"/>
          </a:solidFill>
        </p:spPr>
        <p:txBody>
          <a:bodyPr wrap="square" lIns="0" tIns="0" rIns="0" bIns="0" rtlCol="0"/>
          <a:lstStyle/>
          <a:p>
            <a:endParaRPr/>
          </a:p>
        </p:txBody>
      </p:sp>
      <p:sp>
        <p:nvSpPr>
          <p:cNvPr id="4" name="object 4"/>
          <p:cNvSpPr txBox="1"/>
          <p:nvPr/>
        </p:nvSpPr>
        <p:spPr>
          <a:xfrm>
            <a:off x="691895" y="4751832"/>
            <a:ext cx="800100" cy="768350"/>
          </a:xfrm>
          <a:prstGeom prst="rect">
            <a:avLst/>
          </a:prstGeom>
          <a:solidFill>
            <a:srgbClr val="1AA2AA"/>
          </a:solidFill>
        </p:spPr>
        <p:txBody>
          <a:bodyPr vert="horz" wrap="square" lIns="0" tIns="28575" rIns="0" bIns="0" rtlCol="0">
            <a:spAutoFit/>
          </a:bodyPr>
          <a:lstStyle/>
          <a:p>
            <a:pPr marL="247650">
              <a:lnSpc>
                <a:spcPct val="100000"/>
              </a:lnSpc>
              <a:spcBef>
                <a:spcPts val="225"/>
              </a:spcBef>
            </a:pPr>
            <a:r>
              <a:rPr sz="4300" spc="-5" dirty="0">
                <a:solidFill>
                  <a:srgbClr val="FFFFFF"/>
                </a:solidFill>
                <a:latin typeface="Arial"/>
                <a:cs typeface="Arial"/>
              </a:rPr>
              <a:t>3</a:t>
            </a:r>
            <a:endParaRPr sz="4300">
              <a:latin typeface="Arial"/>
              <a:cs typeface="Arial"/>
            </a:endParaRPr>
          </a:p>
        </p:txBody>
      </p:sp>
      <p:sp>
        <p:nvSpPr>
          <p:cNvPr id="5" name="object 5"/>
          <p:cNvSpPr/>
          <p:nvPr/>
        </p:nvSpPr>
        <p:spPr>
          <a:xfrm>
            <a:off x="2064893" y="4387811"/>
            <a:ext cx="8499475" cy="16510"/>
          </a:xfrm>
          <a:custGeom>
            <a:avLst/>
            <a:gdLst/>
            <a:ahLst/>
            <a:cxnLst/>
            <a:rect l="l" t="t" r="r" b="b"/>
            <a:pathLst>
              <a:path w="8499475" h="16510">
                <a:moveTo>
                  <a:pt x="8499475" y="3810"/>
                </a:moveTo>
                <a:lnTo>
                  <a:pt x="4303395" y="3810"/>
                </a:lnTo>
                <a:lnTo>
                  <a:pt x="4303395" y="0"/>
                </a:lnTo>
                <a:lnTo>
                  <a:pt x="0" y="0"/>
                </a:lnTo>
                <a:lnTo>
                  <a:pt x="0" y="12700"/>
                </a:lnTo>
                <a:lnTo>
                  <a:pt x="4196080" y="12700"/>
                </a:lnTo>
                <a:lnTo>
                  <a:pt x="4196080" y="16510"/>
                </a:lnTo>
                <a:lnTo>
                  <a:pt x="8499475" y="16510"/>
                </a:lnTo>
                <a:lnTo>
                  <a:pt x="8499475" y="3810"/>
                </a:lnTo>
                <a:close/>
              </a:path>
            </a:pathLst>
          </a:custGeom>
          <a:solidFill>
            <a:srgbClr val="1F74AC"/>
          </a:solidFill>
        </p:spPr>
        <p:txBody>
          <a:bodyPr wrap="square" lIns="0" tIns="0" rIns="0" bIns="0" rtlCol="0"/>
          <a:lstStyle/>
          <a:p>
            <a:endParaRPr/>
          </a:p>
        </p:txBody>
      </p:sp>
      <p:sp>
        <p:nvSpPr>
          <p:cNvPr id="6" name="object 6"/>
          <p:cNvSpPr txBox="1"/>
          <p:nvPr/>
        </p:nvSpPr>
        <p:spPr>
          <a:xfrm>
            <a:off x="691895" y="3250692"/>
            <a:ext cx="800100" cy="768350"/>
          </a:xfrm>
          <a:prstGeom prst="rect">
            <a:avLst/>
          </a:prstGeom>
          <a:solidFill>
            <a:srgbClr val="3497DB"/>
          </a:solidFill>
        </p:spPr>
        <p:txBody>
          <a:bodyPr vert="horz" wrap="square" lIns="0" tIns="27940" rIns="0" bIns="0" rtlCol="0">
            <a:spAutoFit/>
          </a:bodyPr>
          <a:lstStyle/>
          <a:p>
            <a:pPr marL="247650">
              <a:lnSpc>
                <a:spcPct val="100000"/>
              </a:lnSpc>
              <a:spcBef>
                <a:spcPts val="220"/>
              </a:spcBef>
            </a:pPr>
            <a:r>
              <a:rPr sz="4300" spc="-5" dirty="0">
                <a:solidFill>
                  <a:srgbClr val="FFFFFF"/>
                </a:solidFill>
                <a:latin typeface="Arial"/>
                <a:cs typeface="Arial"/>
              </a:rPr>
              <a:t>2</a:t>
            </a:r>
            <a:endParaRPr sz="4300">
              <a:latin typeface="Arial"/>
              <a:cs typeface="Arial"/>
            </a:endParaRPr>
          </a:p>
        </p:txBody>
      </p:sp>
      <p:sp>
        <p:nvSpPr>
          <p:cNvPr id="7" name="object 7"/>
          <p:cNvSpPr/>
          <p:nvPr/>
        </p:nvSpPr>
        <p:spPr>
          <a:xfrm>
            <a:off x="2064893" y="2888995"/>
            <a:ext cx="8499475" cy="13970"/>
          </a:xfrm>
          <a:custGeom>
            <a:avLst/>
            <a:gdLst/>
            <a:ahLst/>
            <a:cxnLst/>
            <a:rect l="l" t="t" r="r" b="b"/>
            <a:pathLst>
              <a:path w="8499475" h="13969">
                <a:moveTo>
                  <a:pt x="8499475" y="1270"/>
                </a:moveTo>
                <a:lnTo>
                  <a:pt x="4303395" y="1270"/>
                </a:lnTo>
                <a:lnTo>
                  <a:pt x="4303395" y="0"/>
                </a:lnTo>
                <a:lnTo>
                  <a:pt x="0" y="0"/>
                </a:lnTo>
                <a:lnTo>
                  <a:pt x="0" y="12700"/>
                </a:lnTo>
                <a:lnTo>
                  <a:pt x="4196080" y="12700"/>
                </a:lnTo>
                <a:lnTo>
                  <a:pt x="4196080" y="13970"/>
                </a:lnTo>
                <a:lnTo>
                  <a:pt x="8499475" y="13970"/>
                </a:lnTo>
                <a:lnTo>
                  <a:pt x="8499475" y="1270"/>
                </a:lnTo>
                <a:close/>
              </a:path>
            </a:pathLst>
          </a:custGeom>
          <a:solidFill>
            <a:srgbClr val="1F74AC"/>
          </a:solidFill>
        </p:spPr>
        <p:txBody>
          <a:bodyPr wrap="square" lIns="0" tIns="0" rIns="0" bIns="0" rtlCol="0"/>
          <a:lstStyle/>
          <a:p>
            <a:endParaRPr/>
          </a:p>
        </p:txBody>
      </p:sp>
      <p:sp>
        <p:nvSpPr>
          <p:cNvPr id="8" name="object 8"/>
          <p:cNvSpPr txBox="1"/>
          <p:nvPr/>
        </p:nvSpPr>
        <p:spPr>
          <a:xfrm>
            <a:off x="691895" y="1645920"/>
            <a:ext cx="800100" cy="767080"/>
          </a:xfrm>
          <a:prstGeom prst="rect">
            <a:avLst/>
          </a:prstGeom>
          <a:solidFill>
            <a:srgbClr val="1F74AC"/>
          </a:solidFill>
        </p:spPr>
        <p:txBody>
          <a:bodyPr vert="horz" wrap="square" lIns="0" tIns="136525" rIns="0" bIns="0" rtlCol="0">
            <a:spAutoFit/>
          </a:bodyPr>
          <a:lstStyle/>
          <a:p>
            <a:pPr algn="ctr">
              <a:lnSpc>
                <a:spcPct val="100000"/>
              </a:lnSpc>
              <a:spcBef>
                <a:spcPts val="1075"/>
              </a:spcBef>
            </a:pPr>
            <a:r>
              <a:rPr sz="3400" spc="-5" dirty="0">
                <a:solidFill>
                  <a:srgbClr val="FFFFFF"/>
                </a:solidFill>
                <a:latin typeface="Arial"/>
                <a:cs typeface="Arial"/>
              </a:rPr>
              <a:t>1</a:t>
            </a:r>
            <a:endParaRPr sz="3400">
              <a:latin typeface="Arial"/>
              <a:cs typeface="Arial"/>
            </a:endParaRPr>
          </a:p>
        </p:txBody>
      </p:sp>
      <p:sp>
        <p:nvSpPr>
          <p:cNvPr id="9" name="object 9"/>
          <p:cNvSpPr txBox="1"/>
          <p:nvPr/>
        </p:nvSpPr>
        <p:spPr>
          <a:xfrm>
            <a:off x="2051050" y="1468412"/>
            <a:ext cx="8449310" cy="1148080"/>
          </a:xfrm>
          <a:prstGeom prst="rect">
            <a:avLst/>
          </a:prstGeom>
        </p:spPr>
        <p:txBody>
          <a:bodyPr vert="horz" wrap="square" lIns="0" tIns="13335" rIns="0" bIns="0" rtlCol="0">
            <a:spAutoFit/>
          </a:bodyPr>
          <a:lstStyle/>
          <a:p>
            <a:pPr marL="15240">
              <a:lnSpc>
                <a:spcPct val="100000"/>
              </a:lnSpc>
              <a:spcBef>
                <a:spcPts val="105"/>
              </a:spcBef>
            </a:pPr>
            <a:r>
              <a:rPr sz="2000" b="1" spc="-15" dirty="0">
                <a:latin typeface="Microsoft JhengHei"/>
                <a:cs typeface="Microsoft JhengHei"/>
              </a:rPr>
              <a:t>模型选择</a:t>
            </a:r>
            <a:endParaRPr sz="2000">
              <a:latin typeface="Microsoft JhengHei"/>
              <a:cs typeface="Microsoft JhengHei"/>
            </a:endParaRPr>
          </a:p>
          <a:p>
            <a:pPr marL="298450" marR="5080" indent="-285750">
              <a:lnSpc>
                <a:spcPct val="129900"/>
              </a:lnSpc>
              <a:spcBef>
                <a:spcPts val="819"/>
              </a:spcBef>
              <a:buFont typeface="Arial"/>
              <a:buChar char="•"/>
              <a:tabLst>
                <a:tab pos="297815" algn="l"/>
                <a:tab pos="298450" algn="l"/>
              </a:tabLst>
            </a:pPr>
            <a:r>
              <a:rPr sz="1800" dirty="0">
                <a:latin typeface="宋体"/>
                <a:cs typeface="宋体"/>
              </a:rPr>
              <a:t>优先根据任务类型而非模型热度选择（</a:t>
            </a:r>
            <a:r>
              <a:rPr sz="1800" spc="-5" dirty="0">
                <a:latin typeface="宋体"/>
                <a:cs typeface="宋体"/>
              </a:rPr>
              <a:t>如数学任务选推理模型，创意任务选通用</a:t>
            </a:r>
            <a:r>
              <a:rPr sz="1800" dirty="0">
                <a:latin typeface="宋体"/>
                <a:cs typeface="宋体"/>
              </a:rPr>
              <a:t>模型）</a:t>
            </a:r>
            <a:r>
              <a:rPr sz="1800" spc="-50" dirty="0">
                <a:latin typeface="宋体"/>
                <a:cs typeface="宋体"/>
              </a:rPr>
              <a:t>。</a:t>
            </a:r>
            <a:endParaRPr sz="1800">
              <a:latin typeface="宋体"/>
              <a:cs typeface="宋体"/>
            </a:endParaRPr>
          </a:p>
        </p:txBody>
      </p:sp>
      <p:sp>
        <p:nvSpPr>
          <p:cNvPr id="10" name="object 10"/>
          <p:cNvSpPr txBox="1"/>
          <p:nvPr/>
        </p:nvSpPr>
        <p:spPr>
          <a:xfrm>
            <a:off x="2080552" y="3014001"/>
            <a:ext cx="1298575"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提示语设计</a:t>
            </a:r>
            <a:endParaRPr sz="2000">
              <a:latin typeface="Microsoft JhengHei"/>
              <a:cs typeface="Microsoft JhengHei"/>
            </a:endParaRPr>
          </a:p>
        </p:txBody>
      </p:sp>
      <p:sp>
        <p:nvSpPr>
          <p:cNvPr id="11" name="object 11"/>
          <p:cNvSpPr txBox="1"/>
          <p:nvPr/>
        </p:nvSpPr>
        <p:spPr>
          <a:xfrm>
            <a:off x="2052320" y="3442970"/>
            <a:ext cx="7778750" cy="737870"/>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dirty="0">
                <a:latin typeface="宋体"/>
                <a:cs typeface="宋体"/>
              </a:rPr>
              <a:t>推理模型：简洁指令，聚焦目标，信任其内化能力。（</a:t>
            </a:r>
            <a:r>
              <a:rPr sz="1800" dirty="0">
                <a:latin typeface="Arial"/>
                <a:cs typeface="Arial"/>
              </a:rPr>
              <a:t>“</a:t>
            </a:r>
            <a:r>
              <a:rPr sz="1800" dirty="0">
                <a:latin typeface="宋体"/>
                <a:cs typeface="宋体"/>
              </a:rPr>
              <a:t>要什么直接说</a:t>
            </a:r>
            <a:r>
              <a:rPr sz="1800" dirty="0">
                <a:latin typeface="Arial"/>
                <a:cs typeface="Arial"/>
              </a:rPr>
              <a:t>”</a:t>
            </a:r>
            <a:r>
              <a:rPr sz="1800" dirty="0">
                <a:latin typeface="宋体"/>
                <a:cs typeface="宋体"/>
              </a:rPr>
              <a:t>）</a:t>
            </a:r>
            <a:r>
              <a:rPr sz="1800" spc="-50" dirty="0">
                <a:latin typeface="宋体"/>
                <a:cs typeface="宋体"/>
              </a:rPr>
              <a:t>。</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dirty="0">
                <a:latin typeface="宋体"/>
                <a:cs typeface="宋体"/>
              </a:rPr>
              <a:t>通用模型：结构化、补偿性引导（</a:t>
            </a:r>
            <a:r>
              <a:rPr sz="1800" dirty="0">
                <a:latin typeface="Arial"/>
                <a:cs typeface="Arial"/>
              </a:rPr>
              <a:t>“</a:t>
            </a:r>
            <a:r>
              <a:rPr sz="1800" dirty="0">
                <a:latin typeface="宋体"/>
                <a:cs typeface="宋体"/>
              </a:rPr>
              <a:t>缺什么补什么</a:t>
            </a:r>
            <a:r>
              <a:rPr sz="1800" dirty="0">
                <a:latin typeface="Arial"/>
                <a:cs typeface="Arial"/>
              </a:rPr>
              <a:t>”</a:t>
            </a:r>
            <a:r>
              <a:rPr sz="1800" dirty="0">
                <a:latin typeface="宋体"/>
                <a:cs typeface="宋体"/>
              </a:rPr>
              <a:t>）</a:t>
            </a:r>
            <a:r>
              <a:rPr sz="1800" spc="-50" dirty="0">
                <a:latin typeface="宋体"/>
                <a:cs typeface="宋体"/>
              </a:rPr>
              <a:t>。</a:t>
            </a:r>
            <a:endParaRPr sz="1800">
              <a:latin typeface="宋体"/>
              <a:cs typeface="宋体"/>
            </a:endParaRPr>
          </a:p>
        </p:txBody>
      </p:sp>
      <p:sp>
        <p:nvSpPr>
          <p:cNvPr id="12" name="object 12"/>
          <p:cNvSpPr txBox="1"/>
          <p:nvPr/>
        </p:nvSpPr>
        <p:spPr>
          <a:xfrm>
            <a:off x="2117382" y="4559592"/>
            <a:ext cx="1043940" cy="331470"/>
          </a:xfrm>
          <a:prstGeom prst="rect">
            <a:avLst/>
          </a:prstGeom>
        </p:spPr>
        <p:txBody>
          <a:bodyPr vert="horz" wrap="square" lIns="0" tIns="13335" rIns="0" bIns="0" rtlCol="0">
            <a:spAutoFit/>
          </a:bodyPr>
          <a:lstStyle/>
          <a:p>
            <a:pPr marL="12700">
              <a:lnSpc>
                <a:spcPct val="100000"/>
              </a:lnSpc>
              <a:spcBef>
                <a:spcPts val="105"/>
              </a:spcBef>
            </a:pPr>
            <a:r>
              <a:rPr sz="2000" b="1" spc="-15" dirty="0">
                <a:latin typeface="Microsoft JhengHei"/>
                <a:cs typeface="Microsoft JhengHei"/>
              </a:rPr>
              <a:t>避免误区</a:t>
            </a:r>
            <a:endParaRPr sz="2000">
              <a:latin typeface="Microsoft JhengHei"/>
              <a:cs typeface="Microsoft JhengHei"/>
            </a:endParaRPr>
          </a:p>
        </p:txBody>
      </p:sp>
      <p:sp>
        <p:nvSpPr>
          <p:cNvPr id="13" name="object 13"/>
          <p:cNvSpPr txBox="1"/>
          <p:nvPr/>
        </p:nvSpPr>
        <p:spPr>
          <a:xfrm>
            <a:off x="2069464" y="4988559"/>
            <a:ext cx="8007350" cy="737870"/>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dirty="0">
                <a:latin typeface="宋体"/>
                <a:cs typeface="宋体"/>
              </a:rPr>
              <a:t>不要对推理模型使用</a:t>
            </a:r>
            <a:r>
              <a:rPr sz="1800" dirty="0">
                <a:latin typeface="Arial"/>
                <a:cs typeface="Arial"/>
              </a:rPr>
              <a:t>“</a:t>
            </a:r>
            <a:r>
              <a:rPr sz="1800" dirty="0">
                <a:latin typeface="宋体"/>
                <a:cs typeface="宋体"/>
              </a:rPr>
              <a:t>启发式</a:t>
            </a:r>
            <a:r>
              <a:rPr sz="1800" dirty="0">
                <a:latin typeface="Arial"/>
                <a:cs typeface="Arial"/>
              </a:rPr>
              <a:t>”</a:t>
            </a:r>
            <a:r>
              <a:rPr sz="1800" dirty="0">
                <a:latin typeface="宋体"/>
                <a:cs typeface="宋体"/>
              </a:rPr>
              <a:t>提示（如角色扮演），</a:t>
            </a:r>
            <a:r>
              <a:rPr sz="1800" spc="-5" dirty="0">
                <a:latin typeface="宋体"/>
                <a:cs typeface="宋体"/>
              </a:rPr>
              <a:t>可能干扰其逻辑主线。</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dirty="0">
                <a:latin typeface="宋体"/>
                <a:cs typeface="宋体"/>
              </a:rPr>
              <a:t>不要对通用模型</a:t>
            </a:r>
            <a:r>
              <a:rPr sz="1800" dirty="0">
                <a:latin typeface="Arial"/>
                <a:cs typeface="Arial"/>
              </a:rPr>
              <a:t>“</a:t>
            </a:r>
            <a:r>
              <a:rPr sz="1800" dirty="0">
                <a:latin typeface="宋体"/>
                <a:cs typeface="宋体"/>
              </a:rPr>
              <a:t>过度信任</a:t>
            </a:r>
            <a:r>
              <a:rPr sz="1800" dirty="0">
                <a:latin typeface="Arial"/>
                <a:cs typeface="Arial"/>
              </a:rPr>
              <a:t>”</a:t>
            </a:r>
            <a:r>
              <a:rPr sz="1800" dirty="0">
                <a:latin typeface="宋体"/>
                <a:cs typeface="宋体"/>
              </a:rPr>
              <a:t>（如直接询问复杂推理问题，需分步验证结果）</a:t>
            </a:r>
            <a:r>
              <a:rPr sz="1800" spc="-50" dirty="0">
                <a:latin typeface="宋体"/>
                <a:cs typeface="宋体"/>
              </a:rPr>
              <a:t>。</a:t>
            </a:r>
            <a:endParaRPr sz="1800">
              <a:latin typeface="宋体"/>
              <a:cs typeface="宋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640320" cy="634365"/>
          </a:xfrm>
          <a:prstGeom prst="rect">
            <a:avLst/>
          </a:prstGeom>
        </p:spPr>
        <p:txBody>
          <a:bodyPr vert="horz" wrap="square" lIns="0" tIns="12065" rIns="0" bIns="0" rtlCol="0">
            <a:spAutoFit/>
          </a:bodyPr>
          <a:lstStyle/>
          <a:p>
            <a:pPr marL="12700">
              <a:lnSpc>
                <a:spcPct val="100000"/>
              </a:lnSpc>
              <a:spcBef>
                <a:spcPts val="95"/>
              </a:spcBef>
            </a:pPr>
            <a:r>
              <a:rPr sz="4000" spc="270" dirty="0"/>
              <a:t>从“下达指令”到“表达需求</a:t>
            </a:r>
            <a:r>
              <a:rPr sz="4000" spc="-50" dirty="0"/>
              <a:t>”</a:t>
            </a:r>
            <a:endParaRPr sz="4000"/>
          </a:p>
        </p:txBody>
      </p:sp>
      <p:graphicFrame>
        <p:nvGraphicFramePr>
          <p:cNvPr id="3" name="object 3"/>
          <p:cNvGraphicFramePr>
            <a:graphicFrameLocks noGrp="1"/>
          </p:cNvGraphicFramePr>
          <p:nvPr/>
        </p:nvGraphicFramePr>
        <p:xfrm>
          <a:off x="852805" y="1362710"/>
          <a:ext cx="10618469" cy="4861559"/>
        </p:xfrm>
        <a:graphic>
          <a:graphicData uri="http://schemas.openxmlformats.org/drawingml/2006/table">
            <a:tbl>
              <a:tblPr firstRow="1" bandRow="1">
                <a:tableStyleId>{2D5ABB26-0587-4C30-8999-92F81FD0307C}</a:tableStyleId>
              </a:tblPr>
              <a:tblGrid>
                <a:gridCol w="118872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59635">
                  <a:extLst>
                    <a:ext uri="{9D8B030D-6E8A-4147-A177-3AD203B41FA5}">
                      <a16:colId xmlns:a16="http://schemas.microsoft.com/office/drawing/2014/main" val="20002"/>
                    </a:ext>
                  </a:extLst>
                </a:gridCol>
                <a:gridCol w="2751455">
                  <a:extLst>
                    <a:ext uri="{9D8B030D-6E8A-4147-A177-3AD203B41FA5}">
                      <a16:colId xmlns:a16="http://schemas.microsoft.com/office/drawing/2014/main" val="20003"/>
                    </a:ext>
                  </a:extLst>
                </a:gridCol>
                <a:gridCol w="2375534">
                  <a:extLst>
                    <a:ext uri="{9D8B030D-6E8A-4147-A177-3AD203B41FA5}">
                      <a16:colId xmlns:a16="http://schemas.microsoft.com/office/drawing/2014/main" val="20004"/>
                    </a:ext>
                  </a:extLst>
                </a:gridCol>
              </a:tblGrid>
              <a:tr h="461009">
                <a:tc>
                  <a:txBody>
                    <a:bodyPr/>
                    <a:lstStyle/>
                    <a:p>
                      <a:pPr marL="187325">
                        <a:lnSpc>
                          <a:spcPct val="100000"/>
                        </a:lnSpc>
                        <a:spcBef>
                          <a:spcPts val="675"/>
                        </a:spcBef>
                      </a:pPr>
                      <a:r>
                        <a:rPr sz="1600" spc="-20" dirty="0">
                          <a:latin typeface="宋体"/>
                          <a:cs typeface="宋体"/>
                        </a:rPr>
                        <a:t>策略类</a:t>
                      </a:r>
                      <a:r>
                        <a:rPr sz="1600" spc="-50" dirty="0">
                          <a:latin typeface="宋体"/>
                          <a:cs typeface="宋体"/>
                        </a:rPr>
                        <a:t>型</a:t>
                      </a:r>
                      <a:endParaRPr sz="1600">
                        <a:latin typeface="宋体"/>
                        <a:cs typeface="宋体"/>
                      </a:endParaRPr>
                    </a:p>
                  </a:txBody>
                  <a:tcPr marL="0" marR="0" marT="857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517525" marR="85090">
                        <a:lnSpc>
                          <a:spcPct val="100000"/>
                        </a:lnSpc>
                        <a:spcBef>
                          <a:spcPts val="675"/>
                        </a:spcBef>
                      </a:pPr>
                      <a:r>
                        <a:rPr sz="1600" spc="-20" dirty="0">
                          <a:latin typeface="宋体"/>
                          <a:cs typeface="宋体"/>
                        </a:rPr>
                        <a:t>定义与目</a:t>
                      </a:r>
                      <a:r>
                        <a:rPr sz="1600" spc="-50" dirty="0">
                          <a:latin typeface="宋体"/>
                          <a:cs typeface="宋体"/>
                        </a:rPr>
                        <a:t>标</a:t>
                      </a:r>
                      <a:endParaRPr sz="1600">
                        <a:latin typeface="宋体"/>
                        <a:cs typeface="宋体"/>
                      </a:endParaRPr>
                    </a:p>
                  </a:txBody>
                  <a:tcPr marL="0" marR="0" marT="857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73100">
                        <a:lnSpc>
                          <a:spcPct val="100000"/>
                        </a:lnSpc>
                        <a:spcBef>
                          <a:spcPts val="675"/>
                        </a:spcBef>
                      </a:pPr>
                      <a:r>
                        <a:rPr sz="1600" spc="-20" dirty="0">
                          <a:latin typeface="宋体"/>
                          <a:cs typeface="宋体"/>
                        </a:rPr>
                        <a:t>适用场</a:t>
                      </a:r>
                      <a:r>
                        <a:rPr sz="1600" spc="-50" dirty="0">
                          <a:latin typeface="宋体"/>
                          <a:cs typeface="宋体"/>
                        </a:rPr>
                        <a:t>景</a:t>
                      </a:r>
                      <a:endParaRPr sz="1600">
                        <a:latin typeface="宋体"/>
                        <a:cs typeface="宋体"/>
                      </a:endParaRPr>
                    </a:p>
                  </a:txBody>
                  <a:tcPr marL="0" marR="0" marT="857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340995" marR="30480">
                        <a:lnSpc>
                          <a:spcPct val="100000"/>
                        </a:lnSpc>
                        <a:spcBef>
                          <a:spcPts val="675"/>
                        </a:spcBef>
                      </a:pPr>
                      <a:r>
                        <a:rPr sz="1600" spc="-20" dirty="0">
                          <a:latin typeface="宋体"/>
                          <a:cs typeface="宋体"/>
                        </a:rPr>
                        <a:t>示例（推理模型适用</a:t>
                      </a:r>
                      <a:r>
                        <a:rPr sz="1600" spc="-50" dirty="0">
                          <a:latin typeface="宋体"/>
                          <a:cs typeface="宋体"/>
                        </a:rPr>
                        <a:t>）</a:t>
                      </a:r>
                      <a:endParaRPr sz="1600">
                        <a:latin typeface="宋体"/>
                        <a:cs typeface="宋体"/>
                      </a:endParaRPr>
                    </a:p>
                  </a:txBody>
                  <a:tcPr marL="0" marR="0" marT="857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79450">
                        <a:lnSpc>
                          <a:spcPct val="100000"/>
                        </a:lnSpc>
                        <a:spcBef>
                          <a:spcPts val="675"/>
                        </a:spcBef>
                      </a:pPr>
                      <a:r>
                        <a:rPr sz="1600" spc="-20" dirty="0">
                          <a:latin typeface="宋体"/>
                          <a:cs typeface="宋体"/>
                        </a:rPr>
                        <a:t>优势与风</a:t>
                      </a:r>
                      <a:r>
                        <a:rPr sz="1600" spc="-50" dirty="0">
                          <a:latin typeface="宋体"/>
                          <a:cs typeface="宋体"/>
                        </a:rPr>
                        <a:t>险</a:t>
                      </a:r>
                      <a:endParaRPr sz="1600">
                        <a:latin typeface="宋体"/>
                        <a:cs typeface="宋体"/>
                      </a:endParaRPr>
                    </a:p>
                  </a:txBody>
                  <a:tcPr marL="0" marR="0" marT="857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949960">
                <a:tc>
                  <a:txBody>
                    <a:bodyPr/>
                    <a:lstStyle/>
                    <a:p>
                      <a:pPr>
                        <a:lnSpc>
                          <a:spcPct val="100000"/>
                        </a:lnSpc>
                        <a:spcBef>
                          <a:spcPts val="30"/>
                        </a:spcBef>
                      </a:pPr>
                      <a:endParaRPr sz="2400">
                        <a:latin typeface="Times New Roman"/>
                        <a:cs typeface="Times New Roman"/>
                      </a:endParaRPr>
                    </a:p>
                    <a:p>
                      <a:pPr marL="241300">
                        <a:lnSpc>
                          <a:spcPct val="100000"/>
                        </a:lnSpc>
                      </a:pPr>
                      <a:r>
                        <a:rPr sz="1600" spc="-20" dirty="0">
                          <a:latin typeface="宋体"/>
                          <a:cs typeface="宋体"/>
                        </a:rPr>
                        <a:t>指令驱</a:t>
                      </a:r>
                      <a:r>
                        <a:rPr sz="1600" spc="-50" dirty="0">
                          <a:latin typeface="宋体"/>
                          <a:cs typeface="宋体"/>
                        </a:rPr>
                        <a:t>动</a:t>
                      </a:r>
                      <a:endParaRPr sz="16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200025">
                        <a:lnSpc>
                          <a:spcPct val="129900"/>
                        </a:lnSpc>
                        <a:spcBef>
                          <a:spcPts val="965"/>
                        </a:spcBef>
                      </a:pPr>
                      <a:r>
                        <a:rPr sz="1600" spc="-20" dirty="0">
                          <a:latin typeface="宋体"/>
                          <a:cs typeface="宋体"/>
                        </a:rPr>
                        <a:t>直接给出明确步骤</a:t>
                      </a:r>
                      <a:r>
                        <a:rPr sz="1600" spc="-50" dirty="0">
                          <a:latin typeface="宋体"/>
                          <a:cs typeface="宋体"/>
                        </a:rPr>
                        <a:t>或</a:t>
                      </a:r>
                      <a:r>
                        <a:rPr sz="1600" spc="-20" dirty="0">
                          <a:latin typeface="宋体"/>
                          <a:cs typeface="宋体"/>
                        </a:rPr>
                        <a:t>格式要</a:t>
                      </a:r>
                      <a:r>
                        <a:rPr sz="1600" spc="-50" dirty="0">
                          <a:latin typeface="宋体"/>
                          <a:cs typeface="宋体"/>
                        </a:rPr>
                        <a:t>求</a:t>
                      </a:r>
                      <a:endParaRPr sz="1600">
                        <a:latin typeface="宋体"/>
                        <a:cs typeface="宋体"/>
                      </a:endParaRPr>
                    </a:p>
                  </a:txBody>
                  <a:tcPr marL="0" marR="0" marT="1225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2400">
                        <a:latin typeface="Times New Roman"/>
                        <a:cs typeface="Times New Roman"/>
                      </a:endParaRPr>
                    </a:p>
                    <a:p>
                      <a:pPr marL="107950">
                        <a:lnSpc>
                          <a:spcPct val="100000"/>
                        </a:lnSpc>
                      </a:pPr>
                      <a:r>
                        <a:rPr sz="1600" spc="-20" dirty="0">
                          <a:latin typeface="宋体"/>
                          <a:cs typeface="宋体"/>
                        </a:rPr>
                        <a:t>简单任务、需快速执</a:t>
                      </a:r>
                      <a:r>
                        <a:rPr sz="1600" spc="-50" dirty="0">
                          <a:latin typeface="宋体"/>
                          <a:cs typeface="宋体"/>
                        </a:rPr>
                        <a:t>行</a:t>
                      </a:r>
                      <a:endParaRPr sz="16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75895">
                        <a:lnSpc>
                          <a:spcPct val="129900"/>
                        </a:lnSpc>
                        <a:spcBef>
                          <a:spcPts val="965"/>
                        </a:spcBef>
                      </a:pPr>
                      <a:r>
                        <a:rPr sz="1600" spc="-20" dirty="0">
                          <a:latin typeface="宋体"/>
                          <a:cs typeface="宋体"/>
                        </a:rPr>
                        <a:t>“用</a:t>
                      </a:r>
                      <a:r>
                        <a:rPr sz="1600" spc="-10" dirty="0">
                          <a:latin typeface="Arial"/>
                          <a:cs typeface="Arial"/>
                        </a:rPr>
                        <a:t>Python</a:t>
                      </a:r>
                      <a:r>
                        <a:rPr sz="1600" spc="-20" dirty="0">
                          <a:latin typeface="宋体"/>
                          <a:cs typeface="宋体"/>
                        </a:rPr>
                        <a:t>编写快速排序</a:t>
                      </a:r>
                      <a:r>
                        <a:rPr sz="1600" spc="-50" dirty="0">
                          <a:latin typeface="宋体"/>
                          <a:cs typeface="宋体"/>
                        </a:rPr>
                        <a:t>函</a:t>
                      </a:r>
                      <a:r>
                        <a:rPr sz="1600" spc="-20" dirty="0">
                          <a:latin typeface="宋体"/>
                          <a:cs typeface="宋体"/>
                        </a:rPr>
                        <a:t>数，输出需包含注释。</a:t>
                      </a:r>
                      <a:r>
                        <a:rPr sz="1600" spc="-50" dirty="0">
                          <a:latin typeface="宋体"/>
                          <a:cs typeface="宋体"/>
                        </a:rPr>
                        <a:t>”</a:t>
                      </a:r>
                      <a:endParaRPr sz="1600">
                        <a:latin typeface="宋体"/>
                        <a:cs typeface="宋体"/>
                      </a:endParaRPr>
                    </a:p>
                  </a:txBody>
                  <a:tcPr marL="0" marR="0" marT="1225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367030">
                        <a:lnSpc>
                          <a:spcPct val="100000"/>
                        </a:lnSpc>
                        <a:spcBef>
                          <a:spcPts val="295"/>
                        </a:spcBef>
                      </a:pPr>
                      <a:r>
                        <a:rPr sz="1600" spc="-20" dirty="0">
                          <a:latin typeface="宋体"/>
                          <a:cs typeface="宋体"/>
                        </a:rPr>
                        <a:t>结果精准高</a:t>
                      </a:r>
                      <a:r>
                        <a:rPr sz="1600" spc="-50" dirty="0">
                          <a:latin typeface="宋体"/>
                          <a:cs typeface="宋体"/>
                        </a:rPr>
                        <a:t>效</a:t>
                      </a:r>
                      <a:endParaRPr sz="1600">
                        <a:latin typeface="宋体"/>
                        <a:cs typeface="宋体"/>
                      </a:endParaRPr>
                    </a:p>
                    <a:p>
                      <a:pPr marL="367030">
                        <a:lnSpc>
                          <a:spcPct val="100000"/>
                        </a:lnSpc>
                        <a:spcBef>
                          <a:spcPts val="575"/>
                        </a:spcBef>
                      </a:pPr>
                      <a:r>
                        <a:rPr sz="1600" spc="-20" dirty="0">
                          <a:latin typeface="宋体"/>
                          <a:cs typeface="宋体"/>
                        </a:rPr>
                        <a:t>限制模型自主优化</a:t>
                      </a:r>
                      <a:r>
                        <a:rPr sz="1600" spc="-50" dirty="0">
                          <a:latin typeface="宋体"/>
                          <a:cs typeface="宋体"/>
                        </a:rPr>
                        <a:t>空</a:t>
                      </a:r>
                      <a:endParaRPr sz="1600">
                        <a:latin typeface="宋体"/>
                        <a:cs typeface="宋体"/>
                      </a:endParaRPr>
                    </a:p>
                    <a:p>
                      <a:pPr marL="107950">
                        <a:lnSpc>
                          <a:spcPct val="100000"/>
                        </a:lnSpc>
                        <a:spcBef>
                          <a:spcPts val="575"/>
                        </a:spcBef>
                      </a:pPr>
                      <a:r>
                        <a:rPr sz="1600" dirty="0">
                          <a:latin typeface="宋体"/>
                          <a:cs typeface="宋体"/>
                        </a:rPr>
                        <a:t>间</a:t>
                      </a:r>
                      <a:endParaRPr sz="1600">
                        <a:latin typeface="宋体"/>
                        <a:cs typeface="宋体"/>
                      </a:endParaRPr>
                    </a:p>
                  </a:txBody>
                  <a:tcPr marL="0" marR="0" marT="374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1089660">
                <a:tc>
                  <a:txBody>
                    <a:bodyPr/>
                    <a:lstStyle/>
                    <a:p>
                      <a:pPr>
                        <a:lnSpc>
                          <a:spcPct val="100000"/>
                        </a:lnSpc>
                      </a:pPr>
                      <a:endParaRPr sz="1900">
                        <a:latin typeface="Times New Roman"/>
                        <a:cs typeface="Times New Roman"/>
                      </a:endParaRPr>
                    </a:p>
                    <a:p>
                      <a:pPr marL="241300">
                        <a:lnSpc>
                          <a:spcPct val="100000"/>
                        </a:lnSpc>
                        <a:spcBef>
                          <a:spcPts val="1150"/>
                        </a:spcBef>
                      </a:pPr>
                      <a:r>
                        <a:rPr sz="1600" spc="-20" dirty="0">
                          <a:latin typeface="宋体"/>
                          <a:cs typeface="宋体"/>
                        </a:rPr>
                        <a:t>需求导</a:t>
                      </a:r>
                      <a:r>
                        <a:rPr sz="1600" spc="-50" dirty="0">
                          <a:latin typeface="宋体"/>
                          <a:cs typeface="宋体"/>
                        </a:rPr>
                        <a:t>向</a:t>
                      </a:r>
                      <a:endParaRPr sz="16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29900"/>
                        </a:lnSpc>
                        <a:spcBef>
                          <a:spcPts val="1515"/>
                        </a:spcBef>
                      </a:pPr>
                      <a:r>
                        <a:rPr sz="1600" spc="-20" dirty="0">
                          <a:latin typeface="宋体"/>
                          <a:cs typeface="宋体"/>
                        </a:rPr>
                        <a:t>描述问题背景与目标</a:t>
                      </a:r>
                      <a:r>
                        <a:rPr sz="1600" spc="-50" dirty="0">
                          <a:latin typeface="宋体"/>
                          <a:cs typeface="宋体"/>
                        </a:rPr>
                        <a:t>，</a:t>
                      </a:r>
                      <a:r>
                        <a:rPr sz="1600" spc="-20" dirty="0">
                          <a:latin typeface="宋体"/>
                          <a:cs typeface="宋体"/>
                        </a:rPr>
                        <a:t>由模型规划解决路</a:t>
                      </a:r>
                      <a:r>
                        <a:rPr sz="1600" spc="-50" dirty="0">
                          <a:latin typeface="宋体"/>
                          <a:cs typeface="宋体"/>
                        </a:rPr>
                        <a:t>径</a:t>
                      </a:r>
                      <a:endParaRPr sz="1600">
                        <a:latin typeface="宋体"/>
                        <a:cs typeface="宋体"/>
                      </a:endParaRPr>
                    </a:p>
                  </a:txBody>
                  <a:tcPr marL="0" marR="0" marT="1924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3335">
                        <a:lnSpc>
                          <a:spcPct val="129900"/>
                        </a:lnSpc>
                        <a:spcBef>
                          <a:spcPts val="1515"/>
                        </a:spcBef>
                      </a:pPr>
                      <a:r>
                        <a:rPr sz="1600" spc="-20" dirty="0">
                          <a:latin typeface="宋体"/>
                          <a:cs typeface="宋体"/>
                        </a:rPr>
                        <a:t>复杂问题、需模型自</a:t>
                      </a:r>
                      <a:r>
                        <a:rPr sz="1600" spc="-50" dirty="0">
                          <a:latin typeface="宋体"/>
                          <a:cs typeface="宋体"/>
                        </a:rPr>
                        <a:t>主</a:t>
                      </a:r>
                      <a:r>
                        <a:rPr sz="1600" spc="-35" dirty="0">
                          <a:latin typeface="宋体"/>
                          <a:cs typeface="宋体"/>
                        </a:rPr>
                        <a:t>推理</a:t>
                      </a:r>
                      <a:endParaRPr sz="1600">
                        <a:latin typeface="宋体"/>
                        <a:cs typeface="宋体"/>
                      </a:endParaRPr>
                    </a:p>
                  </a:txBody>
                  <a:tcPr marL="0" marR="0" marT="1924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29900"/>
                        </a:lnSpc>
                        <a:spcBef>
                          <a:spcPts val="265"/>
                        </a:spcBef>
                      </a:pPr>
                      <a:r>
                        <a:rPr sz="1600" spc="-20" dirty="0">
                          <a:latin typeface="宋体"/>
                          <a:cs typeface="宋体"/>
                        </a:rPr>
                        <a:t>“我需要优化用户登录流程</a:t>
                      </a:r>
                      <a:r>
                        <a:rPr sz="1600" spc="-50" dirty="0">
                          <a:latin typeface="宋体"/>
                          <a:cs typeface="宋体"/>
                        </a:rPr>
                        <a:t>，</a:t>
                      </a:r>
                      <a:r>
                        <a:rPr sz="1600" spc="-20" dirty="0">
                          <a:latin typeface="宋体"/>
                          <a:cs typeface="宋体"/>
                        </a:rPr>
                        <a:t>请分析当前瓶颈并提出</a:t>
                      </a:r>
                      <a:r>
                        <a:rPr sz="1600" spc="-10" dirty="0">
                          <a:latin typeface="Arial"/>
                          <a:cs typeface="Arial"/>
                        </a:rPr>
                        <a:t>3</a:t>
                      </a:r>
                      <a:r>
                        <a:rPr sz="1600" spc="-35" dirty="0">
                          <a:latin typeface="宋体"/>
                          <a:cs typeface="宋体"/>
                        </a:rPr>
                        <a:t>种方</a:t>
                      </a:r>
                      <a:r>
                        <a:rPr sz="1600" spc="-20" dirty="0">
                          <a:latin typeface="宋体"/>
                          <a:cs typeface="宋体"/>
                        </a:rPr>
                        <a:t>案。</a:t>
                      </a:r>
                      <a:r>
                        <a:rPr sz="1600" spc="-50" dirty="0">
                          <a:latin typeface="宋体"/>
                          <a:cs typeface="宋体"/>
                        </a:rPr>
                        <a:t>”</a:t>
                      </a:r>
                      <a:endParaRPr sz="1600">
                        <a:latin typeface="宋体"/>
                        <a:cs typeface="宋体"/>
                      </a:endParaRPr>
                    </a:p>
                  </a:txBody>
                  <a:tcPr marL="0" marR="0" marT="336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367030" marR="172720">
                        <a:lnSpc>
                          <a:spcPct val="129900"/>
                        </a:lnSpc>
                        <a:spcBef>
                          <a:spcPts val="1515"/>
                        </a:spcBef>
                      </a:pPr>
                      <a:r>
                        <a:rPr sz="1600" spc="-20" dirty="0">
                          <a:latin typeface="宋体"/>
                          <a:cs typeface="宋体"/>
                        </a:rPr>
                        <a:t>激发模型深层推</a:t>
                      </a:r>
                      <a:r>
                        <a:rPr sz="1600" spc="-50" dirty="0">
                          <a:latin typeface="宋体"/>
                          <a:cs typeface="宋体"/>
                        </a:rPr>
                        <a:t>理 </a:t>
                      </a:r>
                      <a:r>
                        <a:rPr sz="1600" spc="-20" dirty="0">
                          <a:latin typeface="宋体"/>
                          <a:cs typeface="宋体"/>
                        </a:rPr>
                        <a:t>需清晰定义需求边</a:t>
                      </a:r>
                      <a:r>
                        <a:rPr sz="1600" spc="-50" dirty="0">
                          <a:latin typeface="宋体"/>
                          <a:cs typeface="宋体"/>
                        </a:rPr>
                        <a:t>界</a:t>
                      </a:r>
                      <a:endParaRPr sz="1600">
                        <a:latin typeface="宋体"/>
                        <a:cs typeface="宋体"/>
                      </a:endParaRPr>
                    </a:p>
                  </a:txBody>
                  <a:tcPr marL="0" marR="0" marT="1924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1179195">
                <a:tc>
                  <a:txBody>
                    <a:bodyPr/>
                    <a:lstStyle/>
                    <a:p>
                      <a:pPr>
                        <a:lnSpc>
                          <a:spcPct val="100000"/>
                        </a:lnSpc>
                      </a:pPr>
                      <a:endParaRPr sz="1900">
                        <a:latin typeface="Times New Roman"/>
                        <a:cs typeface="Times New Roman"/>
                      </a:endParaRPr>
                    </a:p>
                    <a:p>
                      <a:pPr marL="241300">
                        <a:lnSpc>
                          <a:spcPct val="100000"/>
                        </a:lnSpc>
                        <a:spcBef>
                          <a:spcPts val="1505"/>
                        </a:spcBef>
                      </a:pPr>
                      <a:r>
                        <a:rPr sz="1600" spc="-20" dirty="0">
                          <a:latin typeface="宋体"/>
                          <a:cs typeface="宋体"/>
                        </a:rPr>
                        <a:t>混合模</a:t>
                      </a:r>
                      <a:r>
                        <a:rPr sz="1600" spc="-50" dirty="0">
                          <a:latin typeface="宋体"/>
                          <a:cs typeface="宋体"/>
                        </a:rPr>
                        <a:t>式</a:t>
                      </a:r>
                      <a:endParaRPr sz="16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85090">
                        <a:lnSpc>
                          <a:spcPct val="100000"/>
                        </a:lnSpc>
                        <a:spcBef>
                          <a:spcPts val="30"/>
                        </a:spcBef>
                      </a:pPr>
                      <a:endParaRPr sz="1600">
                        <a:latin typeface="Times New Roman"/>
                        <a:cs typeface="Times New Roman"/>
                      </a:endParaRPr>
                    </a:p>
                    <a:p>
                      <a:pPr marL="107950" marR="200025">
                        <a:lnSpc>
                          <a:spcPct val="129900"/>
                        </a:lnSpc>
                      </a:pPr>
                      <a:r>
                        <a:rPr sz="1600" spc="-20" dirty="0">
                          <a:latin typeface="宋体"/>
                          <a:cs typeface="宋体"/>
                        </a:rPr>
                        <a:t>结合需求描述与关</a:t>
                      </a:r>
                      <a:r>
                        <a:rPr sz="1600" spc="-50" dirty="0">
                          <a:latin typeface="宋体"/>
                          <a:cs typeface="宋体"/>
                        </a:rPr>
                        <a:t>键</a:t>
                      </a:r>
                      <a:r>
                        <a:rPr sz="1600" spc="-20" dirty="0">
                          <a:latin typeface="宋体"/>
                          <a:cs typeface="宋体"/>
                        </a:rPr>
                        <a:t>约束条</a:t>
                      </a:r>
                      <a:r>
                        <a:rPr sz="1600" spc="-50" dirty="0">
                          <a:latin typeface="宋体"/>
                          <a:cs typeface="宋体"/>
                        </a:rPr>
                        <a:t>件</a:t>
                      </a:r>
                      <a:endParaRPr sz="16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pPr>
                      <a:endParaRPr sz="1900">
                        <a:latin typeface="Times New Roman"/>
                        <a:cs typeface="Times New Roman"/>
                      </a:endParaRPr>
                    </a:p>
                    <a:p>
                      <a:pPr marL="107950">
                        <a:lnSpc>
                          <a:spcPct val="100000"/>
                        </a:lnSpc>
                        <a:spcBef>
                          <a:spcPts val="1505"/>
                        </a:spcBef>
                      </a:pPr>
                      <a:r>
                        <a:rPr sz="1600" spc="-20" dirty="0">
                          <a:latin typeface="宋体"/>
                          <a:cs typeface="宋体"/>
                        </a:rPr>
                        <a:t>平衡灵活性与可控</a:t>
                      </a:r>
                      <a:r>
                        <a:rPr sz="1600" spc="-50" dirty="0">
                          <a:latin typeface="宋体"/>
                          <a:cs typeface="宋体"/>
                        </a:rPr>
                        <a:t>性</a:t>
                      </a:r>
                      <a:endParaRPr sz="16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29900"/>
                        </a:lnSpc>
                        <a:spcBef>
                          <a:spcPts val="620"/>
                        </a:spcBef>
                      </a:pPr>
                      <a:r>
                        <a:rPr sz="1600" spc="-20" dirty="0">
                          <a:latin typeface="宋体"/>
                          <a:cs typeface="宋体"/>
                        </a:rPr>
                        <a:t>“设计一个杭州三日游计划</a:t>
                      </a:r>
                      <a:r>
                        <a:rPr sz="1600" spc="-50" dirty="0">
                          <a:latin typeface="宋体"/>
                          <a:cs typeface="宋体"/>
                        </a:rPr>
                        <a:t>，</a:t>
                      </a:r>
                      <a:r>
                        <a:rPr sz="1600" spc="-20" dirty="0">
                          <a:latin typeface="宋体"/>
                          <a:cs typeface="宋体"/>
                        </a:rPr>
                        <a:t>要求包含西湖和灵隐寺</a:t>
                      </a:r>
                      <a:r>
                        <a:rPr sz="1600" spc="-35" dirty="0">
                          <a:latin typeface="宋体"/>
                          <a:cs typeface="宋体"/>
                        </a:rPr>
                        <a:t>，且</a:t>
                      </a:r>
                      <a:r>
                        <a:rPr sz="1600" spc="-50" dirty="0">
                          <a:latin typeface="宋体"/>
                          <a:cs typeface="宋体"/>
                        </a:rPr>
                        <a:t> </a:t>
                      </a:r>
                      <a:r>
                        <a:rPr sz="1600" spc="-20" dirty="0">
                          <a:latin typeface="宋体"/>
                          <a:cs typeface="宋体"/>
                        </a:rPr>
                        <a:t>预算控制在</a:t>
                      </a:r>
                      <a:r>
                        <a:rPr sz="1600" spc="-10" dirty="0">
                          <a:latin typeface="Arial"/>
                          <a:cs typeface="Arial"/>
                        </a:rPr>
                        <a:t>2000</a:t>
                      </a:r>
                      <a:r>
                        <a:rPr sz="1600" spc="-20" dirty="0">
                          <a:latin typeface="宋体"/>
                          <a:cs typeface="宋体"/>
                        </a:rPr>
                        <a:t>元内。</a:t>
                      </a:r>
                      <a:r>
                        <a:rPr sz="1600" spc="-50" dirty="0">
                          <a:latin typeface="宋体"/>
                          <a:cs typeface="宋体"/>
                        </a:rPr>
                        <a:t>”</a:t>
                      </a:r>
                      <a:endParaRPr sz="1600">
                        <a:latin typeface="宋体"/>
                        <a:cs typeface="宋体"/>
                      </a:endParaRPr>
                    </a:p>
                  </a:txBody>
                  <a:tcPr marL="0" marR="0" marT="787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1600">
                        <a:latin typeface="Times New Roman"/>
                        <a:cs typeface="Times New Roman"/>
                      </a:endParaRPr>
                    </a:p>
                    <a:p>
                      <a:pPr marL="367030" marR="579120">
                        <a:lnSpc>
                          <a:spcPct val="129900"/>
                        </a:lnSpc>
                      </a:pPr>
                      <a:r>
                        <a:rPr sz="1600" spc="-20" dirty="0">
                          <a:latin typeface="宋体"/>
                          <a:cs typeface="宋体"/>
                        </a:rPr>
                        <a:t>兼顾目标与细</a:t>
                      </a:r>
                      <a:r>
                        <a:rPr sz="1600" spc="-50" dirty="0">
                          <a:latin typeface="宋体"/>
                          <a:cs typeface="宋体"/>
                        </a:rPr>
                        <a:t>节</a:t>
                      </a:r>
                      <a:r>
                        <a:rPr sz="1600" spc="-20" dirty="0">
                          <a:latin typeface="宋体"/>
                          <a:cs typeface="宋体"/>
                        </a:rPr>
                        <a:t>需避免过度约</a:t>
                      </a:r>
                      <a:r>
                        <a:rPr sz="1600" spc="-50" dirty="0">
                          <a:latin typeface="宋体"/>
                          <a:cs typeface="宋体"/>
                        </a:rPr>
                        <a:t>束</a:t>
                      </a:r>
                      <a:endParaRPr sz="16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1181735">
                <a:tc>
                  <a:txBody>
                    <a:bodyPr/>
                    <a:lstStyle/>
                    <a:p>
                      <a:pPr>
                        <a:lnSpc>
                          <a:spcPct val="100000"/>
                        </a:lnSpc>
                      </a:pPr>
                      <a:endParaRPr sz="1900">
                        <a:latin typeface="Times New Roman"/>
                        <a:cs typeface="Times New Roman"/>
                      </a:endParaRPr>
                    </a:p>
                    <a:p>
                      <a:pPr marL="139700">
                        <a:lnSpc>
                          <a:spcPct val="100000"/>
                        </a:lnSpc>
                        <a:spcBef>
                          <a:spcPts val="1515"/>
                        </a:spcBef>
                      </a:pPr>
                      <a:r>
                        <a:rPr sz="1600" spc="-20" dirty="0">
                          <a:latin typeface="宋体"/>
                          <a:cs typeface="宋体"/>
                        </a:rPr>
                        <a:t>启发式提</a:t>
                      </a:r>
                      <a:r>
                        <a:rPr sz="1600" spc="-50" dirty="0">
                          <a:latin typeface="宋体"/>
                          <a:cs typeface="宋体"/>
                        </a:rPr>
                        <a:t>问</a:t>
                      </a:r>
                      <a:endParaRPr sz="16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200025">
                        <a:lnSpc>
                          <a:spcPct val="129900"/>
                        </a:lnSpc>
                        <a:spcBef>
                          <a:spcPts val="630"/>
                        </a:spcBef>
                      </a:pPr>
                      <a:r>
                        <a:rPr sz="1600" spc="-20" dirty="0">
                          <a:latin typeface="宋体"/>
                          <a:cs typeface="宋体"/>
                        </a:rPr>
                        <a:t>通过提问引导模型</a:t>
                      </a:r>
                      <a:r>
                        <a:rPr sz="1600" spc="-50" dirty="0">
                          <a:latin typeface="宋体"/>
                          <a:cs typeface="宋体"/>
                        </a:rPr>
                        <a:t>主</a:t>
                      </a:r>
                      <a:r>
                        <a:rPr sz="1600" spc="-20" dirty="0">
                          <a:latin typeface="宋体"/>
                          <a:cs typeface="宋体"/>
                        </a:rPr>
                        <a:t>动思考（如“为</a:t>
                      </a:r>
                      <a:r>
                        <a:rPr sz="1600" spc="-50" dirty="0">
                          <a:latin typeface="宋体"/>
                          <a:cs typeface="宋体"/>
                        </a:rPr>
                        <a:t>什 </a:t>
                      </a:r>
                      <a:r>
                        <a:rPr sz="1600" spc="-20" dirty="0">
                          <a:latin typeface="宋体"/>
                          <a:cs typeface="宋体"/>
                        </a:rPr>
                        <a:t>么”“如何</a:t>
                      </a:r>
                      <a:r>
                        <a:rPr sz="1600" spc="-25" dirty="0">
                          <a:latin typeface="宋体"/>
                          <a:cs typeface="宋体"/>
                        </a:rPr>
                        <a:t>”）</a:t>
                      </a:r>
                      <a:endParaRPr sz="1600">
                        <a:latin typeface="宋体"/>
                        <a:cs typeface="宋体"/>
                      </a:endParaRPr>
                    </a:p>
                  </a:txBody>
                  <a:tcPr marL="0" marR="0" marT="800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5"/>
                        </a:spcBef>
                      </a:pPr>
                      <a:endParaRPr sz="1600">
                        <a:latin typeface="Times New Roman"/>
                        <a:cs typeface="Times New Roman"/>
                      </a:endParaRPr>
                    </a:p>
                    <a:p>
                      <a:pPr marL="107950" marR="13335">
                        <a:lnSpc>
                          <a:spcPct val="129900"/>
                        </a:lnSpc>
                      </a:pPr>
                      <a:r>
                        <a:rPr sz="1600" spc="-20" dirty="0">
                          <a:latin typeface="宋体"/>
                          <a:cs typeface="宋体"/>
                        </a:rPr>
                        <a:t>探索性问题、需模型</a:t>
                      </a:r>
                      <a:r>
                        <a:rPr sz="1600" spc="-50" dirty="0">
                          <a:latin typeface="宋体"/>
                          <a:cs typeface="宋体"/>
                        </a:rPr>
                        <a:t>解</a:t>
                      </a:r>
                      <a:r>
                        <a:rPr sz="1600" spc="-20" dirty="0">
                          <a:latin typeface="宋体"/>
                          <a:cs typeface="宋体"/>
                        </a:rPr>
                        <a:t>释逻</a:t>
                      </a:r>
                      <a:r>
                        <a:rPr sz="1600" spc="-50" dirty="0">
                          <a:latin typeface="宋体"/>
                          <a:cs typeface="宋体"/>
                        </a:rPr>
                        <a:t>辑</a:t>
                      </a:r>
                      <a:endParaRPr sz="1600">
                        <a:latin typeface="宋体"/>
                        <a:cs typeface="宋体"/>
                      </a:endParaRPr>
                    </a:p>
                  </a:txBody>
                  <a:tcPr marL="0" marR="0" marT="44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98755" algn="just">
                        <a:lnSpc>
                          <a:spcPct val="129900"/>
                        </a:lnSpc>
                        <a:spcBef>
                          <a:spcPts val="630"/>
                        </a:spcBef>
                      </a:pPr>
                      <a:r>
                        <a:rPr sz="1600" spc="-20" dirty="0">
                          <a:latin typeface="宋体"/>
                          <a:cs typeface="宋体"/>
                        </a:rPr>
                        <a:t>“为什么选择梯度下降法</a:t>
                      </a:r>
                      <a:r>
                        <a:rPr sz="1600" spc="-50" dirty="0">
                          <a:latin typeface="宋体"/>
                          <a:cs typeface="宋体"/>
                        </a:rPr>
                        <a:t>解</a:t>
                      </a:r>
                      <a:r>
                        <a:rPr sz="1600" spc="-20" dirty="0">
                          <a:latin typeface="宋体"/>
                          <a:cs typeface="宋体"/>
                        </a:rPr>
                        <a:t>决此优化问题？请对比其</a:t>
                      </a:r>
                      <a:r>
                        <a:rPr sz="1600" spc="-50" dirty="0">
                          <a:latin typeface="宋体"/>
                          <a:cs typeface="宋体"/>
                        </a:rPr>
                        <a:t>他</a:t>
                      </a:r>
                      <a:r>
                        <a:rPr sz="1600" spc="-20" dirty="0">
                          <a:latin typeface="宋体"/>
                          <a:cs typeface="宋体"/>
                        </a:rPr>
                        <a:t>算法。</a:t>
                      </a:r>
                      <a:r>
                        <a:rPr sz="1600" spc="-50" dirty="0">
                          <a:latin typeface="宋体"/>
                          <a:cs typeface="宋体"/>
                        </a:rPr>
                        <a:t>”</a:t>
                      </a:r>
                      <a:endParaRPr sz="1600">
                        <a:latin typeface="宋体"/>
                        <a:cs typeface="宋体"/>
                      </a:endParaRPr>
                    </a:p>
                  </a:txBody>
                  <a:tcPr marL="0" marR="0" marT="800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5"/>
                        </a:spcBef>
                      </a:pPr>
                      <a:endParaRPr sz="1600">
                        <a:latin typeface="Times New Roman"/>
                        <a:cs typeface="Times New Roman"/>
                      </a:endParaRPr>
                    </a:p>
                    <a:p>
                      <a:pPr marL="367030" marR="172720">
                        <a:lnSpc>
                          <a:spcPct val="129900"/>
                        </a:lnSpc>
                      </a:pPr>
                      <a:r>
                        <a:rPr sz="1600" spc="-20" dirty="0">
                          <a:latin typeface="宋体"/>
                          <a:cs typeface="宋体"/>
                        </a:rPr>
                        <a:t>触发模型自解释能</a:t>
                      </a:r>
                      <a:r>
                        <a:rPr sz="1600" spc="-50" dirty="0">
                          <a:latin typeface="宋体"/>
                          <a:cs typeface="宋体"/>
                        </a:rPr>
                        <a:t>力</a:t>
                      </a:r>
                      <a:r>
                        <a:rPr sz="1600" spc="-20" dirty="0">
                          <a:latin typeface="宋体"/>
                          <a:cs typeface="宋体"/>
                        </a:rPr>
                        <a:t>可能偏离核心目</a:t>
                      </a:r>
                      <a:r>
                        <a:rPr sz="1600" spc="-50" dirty="0">
                          <a:latin typeface="宋体"/>
                          <a:cs typeface="宋体"/>
                        </a:rPr>
                        <a:t>标</a:t>
                      </a:r>
                      <a:endParaRPr sz="1600">
                        <a:latin typeface="宋体"/>
                        <a:cs typeface="宋体"/>
                      </a:endParaRPr>
                    </a:p>
                  </a:txBody>
                  <a:tcPr marL="0" marR="0" marT="44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任务需求与提示语策</a:t>
            </a:r>
            <a:r>
              <a:rPr sz="4000" spc="-50" dirty="0"/>
              <a:t>略</a:t>
            </a:r>
            <a:endParaRPr sz="4000"/>
          </a:p>
        </p:txBody>
      </p:sp>
      <p:graphicFrame>
        <p:nvGraphicFramePr>
          <p:cNvPr id="3" name="object 3"/>
          <p:cNvGraphicFramePr>
            <a:graphicFrameLocks noGrp="1"/>
          </p:cNvGraphicFramePr>
          <p:nvPr/>
        </p:nvGraphicFramePr>
        <p:xfrm>
          <a:off x="864235" y="1372235"/>
          <a:ext cx="10502265" cy="4851397"/>
        </p:xfrm>
        <a:graphic>
          <a:graphicData uri="http://schemas.openxmlformats.org/drawingml/2006/table">
            <a:tbl>
              <a:tblPr firstRow="1" bandRow="1">
                <a:tableStyleId>{2D5ABB26-0587-4C30-8999-92F81FD0307C}</a:tableStyleId>
              </a:tblPr>
              <a:tblGrid>
                <a:gridCol w="1214755">
                  <a:extLst>
                    <a:ext uri="{9D8B030D-6E8A-4147-A177-3AD203B41FA5}">
                      <a16:colId xmlns:a16="http://schemas.microsoft.com/office/drawing/2014/main" val="20000"/>
                    </a:ext>
                  </a:extLst>
                </a:gridCol>
                <a:gridCol w="1491615">
                  <a:extLst>
                    <a:ext uri="{9D8B030D-6E8A-4147-A177-3AD203B41FA5}">
                      <a16:colId xmlns:a16="http://schemas.microsoft.com/office/drawing/2014/main" val="20001"/>
                    </a:ext>
                  </a:extLst>
                </a:gridCol>
                <a:gridCol w="2355215">
                  <a:extLst>
                    <a:ext uri="{9D8B030D-6E8A-4147-A177-3AD203B41FA5}">
                      <a16:colId xmlns:a16="http://schemas.microsoft.com/office/drawing/2014/main" val="20002"/>
                    </a:ext>
                  </a:extLst>
                </a:gridCol>
                <a:gridCol w="2564765">
                  <a:extLst>
                    <a:ext uri="{9D8B030D-6E8A-4147-A177-3AD203B41FA5}">
                      <a16:colId xmlns:a16="http://schemas.microsoft.com/office/drawing/2014/main" val="20003"/>
                    </a:ext>
                  </a:extLst>
                </a:gridCol>
                <a:gridCol w="2875915">
                  <a:extLst>
                    <a:ext uri="{9D8B030D-6E8A-4147-A177-3AD203B41FA5}">
                      <a16:colId xmlns:a16="http://schemas.microsoft.com/office/drawing/2014/main" val="20004"/>
                    </a:ext>
                  </a:extLst>
                </a:gridCol>
              </a:tblGrid>
              <a:tr h="346710">
                <a:tc>
                  <a:txBody>
                    <a:bodyPr/>
                    <a:lstStyle/>
                    <a:p>
                      <a:pPr marL="330200">
                        <a:lnSpc>
                          <a:spcPct val="100000"/>
                        </a:lnSpc>
                        <a:spcBef>
                          <a:spcPts val="509"/>
                        </a:spcBef>
                      </a:pPr>
                      <a:r>
                        <a:rPr sz="1200" spc="-15" dirty="0">
                          <a:latin typeface="宋体"/>
                          <a:cs typeface="宋体"/>
                        </a:rPr>
                        <a:t>任务类型</a:t>
                      </a:r>
                      <a:endParaRPr sz="1200">
                        <a:latin typeface="宋体"/>
                        <a:cs typeface="宋体"/>
                      </a:endParaRPr>
                    </a:p>
                  </a:txBody>
                  <a:tcPr marL="0" marR="0" marT="647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R="406400" algn="r">
                        <a:lnSpc>
                          <a:spcPct val="100000"/>
                        </a:lnSpc>
                        <a:spcBef>
                          <a:spcPts val="509"/>
                        </a:spcBef>
                      </a:pPr>
                      <a:r>
                        <a:rPr sz="1200" spc="-15" dirty="0">
                          <a:latin typeface="宋体"/>
                          <a:cs typeface="宋体"/>
                        </a:rPr>
                        <a:t>适用模型</a:t>
                      </a:r>
                      <a:endParaRPr sz="1200">
                        <a:latin typeface="宋体"/>
                        <a:cs typeface="宋体"/>
                      </a:endParaRPr>
                    </a:p>
                  </a:txBody>
                  <a:tcPr marL="0" marR="0" marT="647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748030">
                        <a:lnSpc>
                          <a:spcPct val="100000"/>
                        </a:lnSpc>
                        <a:spcBef>
                          <a:spcPts val="509"/>
                        </a:spcBef>
                      </a:pPr>
                      <a:r>
                        <a:rPr sz="1200" spc="-10" dirty="0">
                          <a:latin typeface="宋体"/>
                          <a:cs typeface="宋体"/>
                        </a:rPr>
                        <a:t>提示语侧重点</a:t>
                      </a:r>
                      <a:endParaRPr sz="1200">
                        <a:latin typeface="宋体"/>
                        <a:cs typeface="宋体"/>
                      </a:endParaRPr>
                    </a:p>
                  </a:txBody>
                  <a:tcPr marL="0" marR="0" marT="647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95325" marR="3175">
                        <a:lnSpc>
                          <a:spcPct val="100000"/>
                        </a:lnSpc>
                        <a:spcBef>
                          <a:spcPts val="509"/>
                        </a:spcBef>
                      </a:pPr>
                      <a:r>
                        <a:rPr sz="1200" dirty="0">
                          <a:latin typeface="宋体"/>
                          <a:cs typeface="宋体"/>
                        </a:rPr>
                        <a:t>示例（有效提示</a:t>
                      </a:r>
                      <a:r>
                        <a:rPr sz="1200" spc="-50" dirty="0">
                          <a:latin typeface="宋体"/>
                          <a:cs typeface="宋体"/>
                        </a:rPr>
                        <a:t>）</a:t>
                      </a:r>
                      <a:endParaRPr sz="1200">
                        <a:latin typeface="宋体"/>
                        <a:cs typeface="宋体"/>
                      </a:endParaRPr>
                    </a:p>
                  </a:txBody>
                  <a:tcPr marL="0" marR="0" marT="647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842010" marR="21590">
                        <a:lnSpc>
                          <a:spcPct val="100000"/>
                        </a:lnSpc>
                        <a:spcBef>
                          <a:spcPts val="509"/>
                        </a:spcBef>
                      </a:pPr>
                      <a:r>
                        <a:rPr sz="1200" spc="-10" dirty="0">
                          <a:latin typeface="宋体"/>
                          <a:cs typeface="宋体"/>
                        </a:rPr>
                        <a:t>需避免的提示策略</a:t>
                      </a:r>
                      <a:endParaRPr sz="1200">
                        <a:latin typeface="宋体"/>
                        <a:cs typeface="宋体"/>
                      </a:endParaRPr>
                    </a:p>
                  </a:txBody>
                  <a:tcPr marL="0" marR="0" marT="647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365125">
                <a:tc rowSpan="2">
                  <a:txBody>
                    <a:bodyPr/>
                    <a:lstStyle/>
                    <a:p>
                      <a:pPr>
                        <a:lnSpc>
                          <a:spcPct val="100000"/>
                        </a:lnSpc>
                        <a:spcBef>
                          <a:spcPts val="45"/>
                        </a:spcBef>
                      </a:pPr>
                      <a:endParaRPr sz="1550">
                        <a:latin typeface="Times New Roman"/>
                        <a:cs typeface="Times New Roman"/>
                      </a:endParaRPr>
                    </a:p>
                    <a:p>
                      <a:pPr marL="330200">
                        <a:lnSpc>
                          <a:spcPct val="100000"/>
                        </a:lnSpc>
                      </a:pPr>
                      <a:r>
                        <a:rPr sz="1200" spc="-15" dirty="0">
                          <a:latin typeface="宋体"/>
                          <a:cs typeface="宋体"/>
                        </a:rPr>
                        <a:t>数学证明</a:t>
                      </a:r>
                      <a:endParaRPr sz="1200">
                        <a:latin typeface="宋体"/>
                        <a:cs typeface="宋体"/>
                      </a:endParaRPr>
                    </a:p>
                  </a:txBody>
                  <a:tcPr marL="0" marR="0" marT="57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585"/>
                        </a:spcBef>
                      </a:pPr>
                      <a:r>
                        <a:rPr sz="1200" spc="-15" dirty="0">
                          <a:latin typeface="宋体"/>
                          <a:cs typeface="宋体"/>
                        </a:rPr>
                        <a:t>推理模型</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585"/>
                        </a:spcBef>
                      </a:pPr>
                      <a:r>
                        <a:rPr sz="1200" spc="-5" dirty="0">
                          <a:latin typeface="宋体"/>
                          <a:cs typeface="宋体"/>
                        </a:rPr>
                        <a:t>直接提问，无需分步引导</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3175">
                        <a:lnSpc>
                          <a:spcPct val="100000"/>
                        </a:lnSpc>
                        <a:spcBef>
                          <a:spcPts val="585"/>
                        </a:spcBef>
                      </a:pPr>
                      <a:r>
                        <a:rPr sz="1200" spc="-10" dirty="0">
                          <a:latin typeface="宋体"/>
                          <a:cs typeface="宋体"/>
                        </a:rPr>
                        <a:t>“证明勾股定理”</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585"/>
                        </a:spcBef>
                      </a:pPr>
                      <a:r>
                        <a:rPr sz="1200" dirty="0">
                          <a:latin typeface="宋体"/>
                          <a:cs typeface="宋体"/>
                        </a:rPr>
                        <a:t>冗余拆解（如“先画图，再列公式</a:t>
                      </a:r>
                      <a:r>
                        <a:rPr sz="1200" spc="-25" dirty="0">
                          <a:latin typeface="宋体"/>
                          <a:cs typeface="宋体"/>
                        </a:rPr>
                        <a:t>”）</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499109">
                <a:tc vMerge="1">
                  <a:txBody>
                    <a:bodyPr/>
                    <a:lstStyle/>
                    <a:p>
                      <a:endParaRPr/>
                    </a:p>
                  </a:txBody>
                  <a:tcPr marL="0" marR="0" marT="57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1110"/>
                        </a:spcBef>
                      </a:pPr>
                      <a:r>
                        <a:rPr sz="1200" spc="-15" dirty="0">
                          <a:latin typeface="宋体"/>
                          <a:cs typeface="宋体"/>
                        </a:rPr>
                        <a:t>通用模型</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1110"/>
                        </a:spcBef>
                      </a:pPr>
                      <a:r>
                        <a:rPr sz="1200" spc="-5" dirty="0">
                          <a:latin typeface="宋体"/>
                          <a:cs typeface="宋体"/>
                        </a:rPr>
                        <a:t>显式要求分步思考，提供示例</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3175">
                        <a:lnSpc>
                          <a:spcPct val="100000"/>
                        </a:lnSpc>
                        <a:spcBef>
                          <a:spcPts val="390"/>
                        </a:spcBef>
                      </a:pPr>
                      <a:r>
                        <a:rPr sz="1200" spc="-5" dirty="0">
                          <a:latin typeface="宋体"/>
                          <a:cs typeface="宋体"/>
                        </a:rPr>
                        <a:t>“请分三步推导勾股定理，参考：</a:t>
                      </a:r>
                      <a:endParaRPr sz="1200">
                        <a:latin typeface="宋体"/>
                        <a:cs typeface="宋体"/>
                      </a:endParaRPr>
                    </a:p>
                    <a:p>
                      <a:pPr marL="123825" marR="3175">
                        <a:lnSpc>
                          <a:spcPct val="100000"/>
                        </a:lnSpc>
                      </a:pPr>
                      <a:r>
                        <a:rPr sz="1200" spc="-80" dirty="0">
                          <a:latin typeface="宋体"/>
                          <a:cs typeface="宋体"/>
                        </a:rPr>
                        <a:t>1</a:t>
                      </a:r>
                      <a:r>
                        <a:rPr sz="1200" spc="-40" dirty="0">
                          <a:latin typeface="宋体"/>
                          <a:cs typeface="宋体"/>
                        </a:rPr>
                        <a:t>. 画直角三角形…”</a:t>
                      </a:r>
                      <a:endParaRPr sz="1200">
                        <a:latin typeface="宋体"/>
                        <a:cs typeface="宋体"/>
                      </a:endParaRPr>
                    </a:p>
                  </a:txBody>
                  <a:tcPr marL="0" marR="0" marT="495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1110"/>
                        </a:spcBef>
                      </a:pPr>
                      <a:r>
                        <a:rPr sz="1200" dirty="0">
                          <a:latin typeface="宋体"/>
                          <a:cs typeface="宋体"/>
                        </a:rPr>
                        <a:t>直接提问（易跳过关键步骤</a:t>
                      </a:r>
                      <a:r>
                        <a:rPr sz="1200" spc="-50" dirty="0">
                          <a:latin typeface="宋体"/>
                          <a:cs typeface="宋体"/>
                        </a:rPr>
                        <a:t>）</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365760">
                <a:tc rowSpan="2">
                  <a:txBody>
                    <a:bodyPr/>
                    <a:lstStyle/>
                    <a:p>
                      <a:pPr>
                        <a:lnSpc>
                          <a:spcPct val="100000"/>
                        </a:lnSpc>
                        <a:spcBef>
                          <a:spcPts val="10"/>
                        </a:spcBef>
                      </a:pPr>
                      <a:endParaRPr sz="1750">
                        <a:latin typeface="Times New Roman"/>
                        <a:cs typeface="Times New Roman"/>
                      </a:endParaRPr>
                    </a:p>
                    <a:p>
                      <a:pPr marL="330200">
                        <a:lnSpc>
                          <a:spcPct val="100000"/>
                        </a:lnSpc>
                      </a:pPr>
                      <a:r>
                        <a:rPr sz="1200" spc="-15" dirty="0">
                          <a:latin typeface="宋体"/>
                          <a:cs typeface="宋体"/>
                        </a:rPr>
                        <a:t>创意写作</a:t>
                      </a:r>
                      <a:endParaRPr sz="1200">
                        <a:latin typeface="宋体"/>
                        <a:cs typeface="宋体"/>
                      </a:endParaRPr>
                    </a:p>
                  </a:txBody>
                  <a:tcPr marL="0" marR="0" marT="12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585"/>
                        </a:spcBef>
                      </a:pPr>
                      <a:r>
                        <a:rPr sz="1200" spc="-15" dirty="0">
                          <a:latin typeface="宋体"/>
                          <a:cs typeface="宋体"/>
                        </a:rPr>
                        <a:t>推理模型</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585"/>
                        </a:spcBef>
                      </a:pPr>
                      <a:r>
                        <a:rPr sz="1200" spc="-15" dirty="0">
                          <a:latin typeface="宋体"/>
                          <a:cs typeface="宋体"/>
                        </a:rPr>
                        <a:t>鼓励发散性，设定角色/</a:t>
                      </a:r>
                      <a:r>
                        <a:rPr sz="1200" spc="-25" dirty="0">
                          <a:latin typeface="宋体"/>
                          <a:cs typeface="宋体"/>
                        </a:rPr>
                        <a:t>风格</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a:lnSpc>
                          <a:spcPct val="100000"/>
                        </a:lnSpc>
                        <a:spcBef>
                          <a:spcPts val="585"/>
                        </a:spcBef>
                      </a:pPr>
                      <a:r>
                        <a:rPr sz="1200" spc="-5" dirty="0">
                          <a:latin typeface="宋体"/>
                          <a:cs typeface="宋体"/>
                        </a:rPr>
                        <a:t>“以海明威的风格写一个冒险故事”</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585"/>
                        </a:spcBef>
                      </a:pPr>
                      <a:r>
                        <a:rPr sz="1200" dirty="0">
                          <a:latin typeface="宋体"/>
                          <a:cs typeface="宋体"/>
                        </a:rPr>
                        <a:t>过度约束逻辑（如“按时间顺序列出</a:t>
                      </a:r>
                      <a:r>
                        <a:rPr sz="1200" spc="-25" dirty="0">
                          <a:latin typeface="宋体"/>
                          <a:cs typeface="宋体"/>
                        </a:rPr>
                        <a:t>”）</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548005">
                <a:tc vMerge="1">
                  <a:txBody>
                    <a:bodyPr/>
                    <a:lstStyle/>
                    <a:p>
                      <a:endParaRPr/>
                    </a:p>
                  </a:txBody>
                  <a:tcPr marL="0" marR="0" marT="12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40"/>
                        </a:spcBef>
                      </a:pPr>
                      <a:endParaRPr sz="1100">
                        <a:latin typeface="Times New Roman"/>
                        <a:cs typeface="Times New Roman"/>
                      </a:endParaRPr>
                    </a:p>
                    <a:p>
                      <a:pPr marR="406400" algn="r">
                        <a:lnSpc>
                          <a:spcPct val="100000"/>
                        </a:lnSpc>
                      </a:pPr>
                      <a:r>
                        <a:rPr sz="1200" spc="-15" dirty="0">
                          <a:latin typeface="宋体"/>
                          <a:cs typeface="宋体"/>
                        </a:rPr>
                        <a:t>通用模型</a:t>
                      </a:r>
                      <a:endParaRPr sz="1200">
                        <a:latin typeface="宋体"/>
                        <a:cs typeface="宋体"/>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40"/>
                        </a:spcBef>
                      </a:pPr>
                      <a:endParaRPr sz="1100">
                        <a:latin typeface="Times New Roman"/>
                        <a:cs typeface="Times New Roman"/>
                      </a:endParaRPr>
                    </a:p>
                    <a:p>
                      <a:pPr marL="124460">
                        <a:lnSpc>
                          <a:spcPct val="100000"/>
                        </a:lnSpc>
                      </a:pPr>
                      <a:r>
                        <a:rPr sz="1200" spc="-5" dirty="0">
                          <a:latin typeface="宋体"/>
                          <a:cs typeface="宋体"/>
                        </a:rPr>
                        <a:t>需明确约束目标，避免自由发挥</a:t>
                      </a:r>
                      <a:endParaRPr sz="1200">
                        <a:latin typeface="宋体"/>
                        <a:cs typeface="宋体"/>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147320">
                        <a:lnSpc>
                          <a:spcPct val="100000"/>
                        </a:lnSpc>
                        <a:spcBef>
                          <a:spcPts val="585"/>
                        </a:spcBef>
                      </a:pPr>
                      <a:r>
                        <a:rPr sz="1200" spc="-5" dirty="0">
                          <a:latin typeface="宋体"/>
                          <a:cs typeface="宋体"/>
                        </a:rPr>
                        <a:t>“写一个包含‘量子’和‘沙漠’</a:t>
                      </a:r>
                      <a:r>
                        <a:rPr sz="1200" dirty="0">
                          <a:latin typeface="宋体"/>
                          <a:cs typeface="宋体"/>
                        </a:rPr>
                        <a:t>的短篇小说，不超过</a:t>
                      </a:r>
                      <a:r>
                        <a:rPr sz="1200" spc="140" dirty="0">
                          <a:latin typeface="宋体"/>
                          <a:cs typeface="宋体"/>
                        </a:rPr>
                        <a:t>200</a:t>
                      </a:r>
                      <a:r>
                        <a:rPr sz="1200" spc="-25" dirty="0">
                          <a:latin typeface="宋体"/>
                          <a:cs typeface="宋体"/>
                        </a:rPr>
                        <a:t>字”</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21590">
                        <a:lnSpc>
                          <a:spcPct val="100000"/>
                        </a:lnSpc>
                        <a:spcBef>
                          <a:spcPts val="40"/>
                        </a:spcBef>
                      </a:pPr>
                      <a:endParaRPr sz="1100">
                        <a:latin typeface="Times New Roman"/>
                        <a:cs typeface="Times New Roman"/>
                      </a:endParaRPr>
                    </a:p>
                    <a:p>
                      <a:pPr marL="124460" marR="21590">
                        <a:lnSpc>
                          <a:spcPct val="100000"/>
                        </a:lnSpc>
                      </a:pPr>
                      <a:r>
                        <a:rPr sz="1200" dirty="0">
                          <a:latin typeface="宋体"/>
                          <a:cs typeface="宋体"/>
                        </a:rPr>
                        <a:t>开放式指令（如“自由创作</a:t>
                      </a:r>
                      <a:r>
                        <a:rPr sz="1200" spc="-25" dirty="0">
                          <a:latin typeface="宋体"/>
                          <a:cs typeface="宋体"/>
                        </a:rPr>
                        <a:t>”）</a:t>
                      </a:r>
                      <a:endParaRPr sz="1200">
                        <a:latin typeface="宋体"/>
                        <a:cs typeface="宋体"/>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365760">
                <a:tc rowSpan="2">
                  <a:txBody>
                    <a:bodyPr/>
                    <a:lstStyle/>
                    <a:p>
                      <a:pPr>
                        <a:lnSpc>
                          <a:spcPct val="100000"/>
                        </a:lnSpc>
                        <a:spcBef>
                          <a:spcPts val="45"/>
                        </a:spcBef>
                      </a:pPr>
                      <a:endParaRPr sz="1550">
                        <a:latin typeface="Times New Roman"/>
                        <a:cs typeface="Times New Roman"/>
                      </a:endParaRPr>
                    </a:p>
                    <a:p>
                      <a:pPr marL="330200">
                        <a:lnSpc>
                          <a:spcPct val="100000"/>
                        </a:lnSpc>
                      </a:pPr>
                      <a:r>
                        <a:rPr sz="1200" spc="-15" dirty="0">
                          <a:latin typeface="宋体"/>
                          <a:cs typeface="宋体"/>
                        </a:rPr>
                        <a:t>代码生成</a:t>
                      </a:r>
                      <a:endParaRPr sz="1200">
                        <a:latin typeface="宋体"/>
                        <a:cs typeface="宋体"/>
                      </a:endParaRPr>
                    </a:p>
                  </a:txBody>
                  <a:tcPr marL="0" marR="0" marT="57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585"/>
                        </a:spcBef>
                      </a:pPr>
                      <a:r>
                        <a:rPr sz="1200" spc="-15" dirty="0">
                          <a:latin typeface="宋体"/>
                          <a:cs typeface="宋体"/>
                        </a:rPr>
                        <a:t>推理模型</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585"/>
                        </a:spcBef>
                      </a:pPr>
                      <a:r>
                        <a:rPr sz="1200" spc="-5" dirty="0">
                          <a:latin typeface="宋体"/>
                          <a:cs typeface="宋体"/>
                        </a:rPr>
                        <a:t>简洁需求，信任模型逻辑</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3175">
                        <a:lnSpc>
                          <a:spcPct val="100000"/>
                        </a:lnSpc>
                        <a:spcBef>
                          <a:spcPts val="585"/>
                        </a:spcBef>
                      </a:pPr>
                      <a:r>
                        <a:rPr sz="1200" dirty="0">
                          <a:latin typeface="宋体"/>
                          <a:cs typeface="宋体"/>
                        </a:rPr>
                        <a:t>“用</a:t>
                      </a:r>
                      <a:r>
                        <a:rPr sz="1200" spc="50" dirty="0">
                          <a:latin typeface="宋体"/>
                          <a:cs typeface="宋体"/>
                        </a:rPr>
                        <a:t>Python</a:t>
                      </a:r>
                      <a:r>
                        <a:rPr sz="1200" spc="-10" dirty="0">
                          <a:latin typeface="宋体"/>
                          <a:cs typeface="宋体"/>
                        </a:rPr>
                        <a:t>实现快速排序”</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585"/>
                        </a:spcBef>
                      </a:pPr>
                      <a:r>
                        <a:rPr sz="1200" dirty="0">
                          <a:latin typeface="宋体"/>
                          <a:cs typeface="宋体"/>
                        </a:rPr>
                        <a:t>分步指导（如“先写递归函数</a:t>
                      </a:r>
                      <a:r>
                        <a:rPr sz="1200" spc="-25" dirty="0">
                          <a:latin typeface="宋体"/>
                          <a:cs typeface="宋体"/>
                        </a:rPr>
                        <a:t>”）</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r h="499109">
                <a:tc vMerge="1">
                  <a:txBody>
                    <a:bodyPr/>
                    <a:lstStyle/>
                    <a:p>
                      <a:endParaRPr/>
                    </a:p>
                  </a:txBody>
                  <a:tcPr marL="0" marR="0" marT="57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1110"/>
                        </a:spcBef>
                      </a:pPr>
                      <a:r>
                        <a:rPr sz="1200" spc="-15" dirty="0">
                          <a:latin typeface="宋体"/>
                          <a:cs typeface="宋体"/>
                        </a:rPr>
                        <a:t>通用模型</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1110"/>
                        </a:spcBef>
                      </a:pPr>
                      <a:r>
                        <a:rPr sz="1200" spc="-5" dirty="0">
                          <a:latin typeface="宋体"/>
                          <a:cs typeface="宋体"/>
                        </a:rPr>
                        <a:t>细化步骤，明确输入输出格式</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147320">
                        <a:lnSpc>
                          <a:spcPct val="100000"/>
                        </a:lnSpc>
                        <a:spcBef>
                          <a:spcPts val="390"/>
                        </a:spcBef>
                      </a:pPr>
                      <a:r>
                        <a:rPr sz="1200" spc="-5" dirty="0">
                          <a:latin typeface="宋体"/>
                          <a:cs typeface="宋体"/>
                        </a:rPr>
                        <a:t>“先解释快速排序原理，再写出代</a:t>
                      </a:r>
                      <a:r>
                        <a:rPr sz="1200" spc="-10" dirty="0">
                          <a:latin typeface="宋体"/>
                          <a:cs typeface="宋体"/>
                        </a:rPr>
                        <a:t>码并测试示例”</a:t>
                      </a:r>
                      <a:endParaRPr sz="1200">
                        <a:latin typeface="宋体"/>
                        <a:cs typeface="宋体"/>
                      </a:endParaRPr>
                    </a:p>
                  </a:txBody>
                  <a:tcPr marL="0" marR="0" marT="495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1110"/>
                        </a:spcBef>
                      </a:pPr>
                      <a:r>
                        <a:rPr sz="1200" dirty="0">
                          <a:latin typeface="宋体"/>
                          <a:cs typeface="宋体"/>
                        </a:rPr>
                        <a:t>模糊需求（如“写个排序代码</a:t>
                      </a:r>
                      <a:r>
                        <a:rPr sz="1200" spc="-25" dirty="0">
                          <a:latin typeface="宋体"/>
                          <a:cs typeface="宋体"/>
                        </a:rPr>
                        <a:t>”）</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6"/>
                  </a:ext>
                </a:extLst>
              </a:tr>
              <a:tr h="365760">
                <a:tc rowSpan="2">
                  <a:txBody>
                    <a:bodyPr/>
                    <a:lstStyle/>
                    <a:p>
                      <a:pPr>
                        <a:lnSpc>
                          <a:spcPct val="100000"/>
                        </a:lnSpc>
                        <a:spcBef>
                          <a:spcPts val="40"/>
                        </a:spcBef>
                      </a:pPr>
                      <a:endParaRPr sz="1550">
                        <a:latin typeface="Times New Roman"/>
                        <a:cs typeface="Times New Roman"/>
                      </a:endParaRPr>
                    </a:p>
                    <a:p>
                      <a:pPr marL="330200">
                        <a:lnSpc>
                          <a:spcPct val="100000"/>
                        </a:lnSpc>
                      </a:pPr>
                      <a:r>
                        <a:rPr sz="1200" spc="-15" dirty="0">
                          <a:latin typeface="宋体"/>
                          <a:cs typeface="宋体"/>
                        </a:rPr>
                        <a:t>多轮对话</a:t>
                      </a:r>
                      <a:endParaRPr sz="1200">
                        <a:latin typeface="宋体"/>
                        <a:cs typeface="宋体"/>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585"/>
                        </a:spcBef>
                      </a:pPr>
                      <a:r>
                        <a:rPr sz="1200" spc="-15" dirty="0">
                          <a:latin typeface="宋体"/>
                          <a:cs typeface="宋体"/>
                        </a:rPr>
                        <a:t>通用模型</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585"/>
                        </a:spcBef>
                      </a:pPr>
                      <a:r>
                        <a:rPr sz="1200" spc="-5" dirty="0">
                          <a:latin typeface="宋体"/>
                          <a:cs typeface="宋体"/>
                        </a:rPr>
                        <a:t>自然交互，无需结构化指令</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a:lnSpc>
                          <a:spcPct val="100000"/>
                        </a:lnSpc>
                        <a:spcBef>
                          <a:spcPts val="585"/>
                        </a:spcBef>
                      </a:pPr>
                      <a:r>
                        <a:rPr sz="1200" spc="-5" dirty="0">
                          <a:latin typeface="宋体"/>
                          <a:cs typeface="宋体"/>
                        </a:rPr>
                        <a:t>“你觉得人工智能的未来会怎样？”</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585"/>
                        </a:spcBef>
                      </a:pPr>
                      <a:r>
                        <a:rPr sz="1200" dirty="0">
                          <a:latin typeface="宋体"/>
                          <a:cs typeface="宋体"/>
                        </a:rPr>
                        <a:t>强制逻辑链条（如“分三点回答</a:t>
                      </a:r>
                      <a:r>
                        <a:rPr sz="1200" spc="-25" dirty="0">
                          <a:latin typeface="宋体"/>
                          <a:cs typeface="宋体"/>
                        </a:rPr>
                        <a:t>”）</a:t>
                      </a:r>
                      <a:endParaRPr sz="1200">
                        <a:latin typeface="宋体"/>
                        <a:cs typeface="宋体"/>
                      </a:endParaRPr>
                    </a:p>
                  </a:txBody>
                  <a:tcPr marL="0" marR="0" marT="742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7"/>
                  </a:ext>
                </a:extLst>
              </a:tr>
              <a:tr h="498475">
                <a:tc vMerge="1">
                  <a:txBody>
                    <a:bodyPr/>
                    <a:lstStyle/>
                    <a:p>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1105"/>
                        </a:spcBef>
                      </a:pPr>
                      <a:r>
                        <a:rPr sz="1200" spc="-15" dirty="0">
                          <a:latin typeface="宋体"/>
                          <a:cs typeface="宋体"/>
                        </a:rPr>
                        <a:t>推理模型</a:t>
                      </a:r>
                      <a:endParaRPr sz="1200">
                        <a:latin typeface="宋体"/>
                        <a:cs typeface="宋体"/>
                      </a:endParaRPr>
                    </a:p>
                  </a:txBody>
                  <a:tcPr marL="0" marR="0" marT="1403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1105"/>
                        </a:spcBef>
                      </a:pPr>
                      <a:r>
                        <a:rPr sz="1200" spc="-5" dirty="0">
                          <a:latin typeface="宋体"/>
                          <a:cs typeface="宋体"/>
                        </a:rPr>
                        <a:t>需明确对话目标，避免开放发散</a:t>
                      </a:r>
                      <a:endParaRPr sz="1200">
                        <a:latin typeface="宋体"/>
                        <a:cs typeface="宋体"/>
                      </a:endParaRPr>
                    </a:p>
                  </a:txBody>
                  <a:tcPr marL="0" marR="0" marT="1403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147320">
                        <a:lnSpc>
                          <a:spcPct val="100000"/>
                        </a:lnSpc>
                        <a:spcBef>
                          <a:spcPts val="384"/>
                        </a:spcBef>
                      </a:pPr>
                      <a:r>
                        <a:rPr sz="1200" spc="-5" dirty="0">
                          <a:latin typeface="宋体"/>
                          <a:cs typeface="宋体"/>
                        </a:rPr>
                        <a:t>“从技术、伦理、经济三方面分析</a:t>
                      </a:r>
                      <a:r>
                        <a:rPr sz="1200" spc="-50" dirty="0">
                          <a:latin typeface="宋体"/>
                          <a:cs typeface="宋体"/>
                        </a:rPr>
                        <a:t> </a:t>
                      </a:r>
                      <a:r>
                        <a:rPr sz="1200" spc="-35" dirty="0">
                          <a:latin typeface="宋体"/>
                          <a:cs typeface="宋体"/>
                        </a:rPr>
                        <a:t>AI</a:t>
                      </a:r>
                      <a:r>
                        <a:rPr sz="1200" spc="-15" dirty="0">
                          <a:latin typeface="宋体"/>
                          <a:cs typeface="宋体"/>
                        </a:rPr>
                        <a:t>的未来”</a:t>
                      </a:r>
                      <a:endParaRPr sz="1200">
                        <a:latin typeface="宋体"/>
                        <a:cs typeface="宋体"/>
                      </a:endParaRPr>
                    </a:p>
                  </a:txBody>
                  <a:tcPr marL="0" marR="0" marT="488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1105"/>
                        </a:spcBef>
                      </a:pPr>
                      <a:r>
                        <a:rPr sz="1200" dirty="0">
                          <a:latin typeface="宋体"/>
                          <a:cs typeface="宋体"/>
                        </a:rPr>
                        <a:t>情感化提问（如“你害怕</a:t>
                      </a:r>
                      <a:r>
                        <a:rPr sz="1200" spc="-35" dirty="0">
                          <a:latin typeface="宋体"/>
                          <a:cs typeface="宋体"/>
                        </a:rPr>
                        <a:t>AI</a:t>
                      </a:r>
                      <a:r>
                        <a:rPr sz="1200" dirty="0">
                          <a:latin typeface="宋体"/>
                          <a:cs typeface="宋体"/>
                        </a:rPr>
                        <a:t>吗</a:t>
                      </a:r>
                      <a:r>
                        <a:rPr sz="1200" spc="-25" dirty="0">
                          <a:latin typeface="宋体"/>
                          <a:cs typeface="宋体"/>
                        </a:rPr>
                        <a:t>？”）</a:t>
                      </a:r>
                      <a:endParaRPr sz="1200">
                        <a:latin typeface="宋体"/>
                        <a:cs typeface="宋体"/>
                      </a:endParaRPr>
                    </a:p>
                  </a:txBody>
                  <a:tcPr marL="0" marR="0" marT="1403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8"/>
                  </a:ext>
                </a:extLst>
              </a:tr>
              <a:tr h="498475">
                <a:tc rowSpan="2">
                  <a:txBody>
                    <a:bodyPr/>
                    <a:lstStyle/>
                    <a:p>
                      <a:pPr>
                        <a:lnSpc>
                          <a:spcPct val="100000"/>
                        </a:lnSpc>
                        <a:spcBef>
                          <a:spcPts val="55"/>
                        </a:spcBef>
                      </a:pPr>
                      <a:endParaRPr sz="2000">
                        <a:latin typeface="Times New Roman"/>
                        <a:cs typeface="Times New Roman"/>
                      </a:endParaRPr>
                    </a:p>
                    <a:p>
                      <a:pPr marL="330200">
                        <a:lnSpc>
                          <a:spcPct val="100000"/>
                        </a:lnSpc>
                      </a:pPr>
                      <a:r>
                        <a:rPr sz="1200" spc="-15" dirty="0">
                          <a:latin typeface="宋体"/>
                          <a:cs typeface="宋体"/>
                        </a:rPr>
                        <a:t>逻辑分析</a:t>
                      </a:r>
                      <a:endParaRPr sz="1200">
                        <a:latin typeface="宋体"/>
                        <a:cs typeface="宋体"/>
                      </a:endParaRPr>
                    </a:p>
                  </a:txBody>
                  <a:tcPr marL="0" marR="0" marT="69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1110"/>
                        </a:spcBef>
                      </a:pPr>
                      <a:r>
                        <a:rPr sz="1200" spc="-15" dirty="0">
                          <a:latin typeface="宋体"/>
                          <a:cs typeface="宋体"/>
                        </a:rPr>
                        <a:t>推理模型</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1110"/>
                        </a:spcBef>
                      </a:pPr>
                      <a:r>
                        <a:rPr sz="1200" spc="-10" dirty="0">
                          <a:latin typeface="宋体"/>
                          <a:cs typeface="宋体"/>
                        </a:rPr>
                        <a:t>直接抛出复杂问题</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147320">
                        <a:lnSpc>
                          <a:spcPct val="100000"/>
                        </a:lnSpc>
                        <a:spcBef>
                          <a:spcPts val="390"/>
                        </a:spcBef>
                      </a:pPr>
                      <a:r>
                        <a:rPr sz="1200" spc="-5" dirty="0">
                          <a:latin typeface="宋体"/>
                          <a:cs typeface="宋体"/>
                        </a:rPr>
                        <a:t>“分析‘电车难题’中的功利主义</a:t>
                      </a:r>
                      <a:r>
                        <a:rPr sz="1200" spc="-10" dirty="0">
                          <a:latin typeface="宋体"/>
                          <a:cs typeface="宋体"/>
                        </a:rPr>
                        <a:t>与道德主义冲突”</a:t>
                      </a:r>
                      <a:endParaRPr sz="1200">
                        <a:latin typeface="宋体"/>
                        <a:cs typeface="宋体"/>
                      </a:endParaRPr>
                    </a:p>
                  </a:txBody>
                  <a:tcPr marL="0" marR="0" marT="495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1110"/>
                        </a:spcBef>
                      </a:pPr>
                      <a:r>
                        <a:rPr sz="1200" dirty="0">
                          <a:latin typeface="宋体"/>
                          <a:cs typeface="宋体"/>
                        </a:rPr>
                        <a:t>添加主观引导（如“你认为哪种对</a:t>
                      </a:r>
                      <a:r>
                        <a:rPr sz="1200" spc="-25" dirty="0">
                          <a:latin typeface="宋体"/>
                          <a:cs typeface="宋体"/>
                        </a:rPr>
                        <a:t>？”）</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9"/>
                  </a:ext>
                </a:extLst>
              </a:tr>
              <a:tr h="499109">
                <a:tc vMerge="1">
                  <a:txBody>
                    <a:bodyPr/>
                    <a:lstStyle/>
                    <a:p>
                      <a:endParaRPr/>
                    </a:p>
                  </a:txBody>
                  <a:tcPr marL="0" marR="0" marT="69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R="406400" algn="r">
                        <a:lnSpc>
                          <a:spcPct val="100000"/>
                        </a:lnSpc>
                        <a:spcBef>
                          <a:spcPts val="1110"/>
                        </a:spcBef>
                      </a:pPr>
                      <a:r>
                        <a:rPr sz="1200" spc="-15" dirty="0">
                          <a:latin typeface="宋体"/>
                          <a:cs typeface="宋体"/>
                        </a:rPr>
                        <a:t>通用模型</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a:lnSpc>
                          <a:spcPct val="100000"/>
                        </a:lnSpc>
                        <a:spcBef>
                          <a:spcPts val="1110"/>
                        </a:spcBef>
                      </a:pPr>
                      <a:r>
                        <a:rPr sz="1200" spc="-5" dirty="0">
                          <a:latin typeface="宋体"/>
                          <a:cs typeface="宋体"/>
                        </a:rPr>
                        <a:t>需拆分问题，逐步追问</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3825" marR="147320">
                        <a:lnSpc>
                          <a:spcPct val="100000"/>
                        </a:lnSpc>
                        <a:spcBef>
                          <a:spcPts val="390"/>
                        </a:spcBef>
                      </a:pPr>
                      <a:r>
                        <a:rPr sz="1200" spc="-5" dirty="0">
                          <a:latin typeface="宋体"/>
                          <a:cs typeface="宋体"/>
                        </a:rPr>
                        <a:t>“先解释电车难题的定义，再对比</a:t>
                      </a:r>
                      <a:r>
                        <a:rPr sz="1200" spc="-10" dirty="0">
                          <a:latin typeface="宋体"/>
                          <a:cs typeface="宋体"/>
                        </a:rPr>
                        <a:t>两种伦理观的差异”</a:t>
                      </a:r>
                      <a:endParaRPr sz="1200">
                        <a:latin typeface="宋体"/>
                        <a:cs typeface="宋体"/>
                      </a:endParaRPr>
                    </a:p>
                  </a:txBody>
                  <a:tcPr marL="0" marR="0" marT="495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24460" marR="21590">
                        <a:lnSpc>
                          <a:spcPct val="100000"/>
                        </a:lnSpc>
                        <a:spcBef>
                          <a:spcPts val="1110"/>
                        </a:spcBef>
                      </a:pPr>
                      <a:r>
                        <a:rPr sz="1200" spc="-10" dirty="0">
                          <a:latin typeface="宋体"/>
                          <a:cs typeface="宋体"/>
                        </a:rPr>
                        <a:t>一次性提问复杂逻辑</a:t>
                      </a:r>
                      <a:endParaRPr sz="12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397375" cy="634365"/>
          </a:xfrm>
          <a:prstGeom prst="rect">
            <a:avLst/>
          </a:prstGeom>
        </p:spPr>
        <p:txBody>
          <a:bodyPr vert="horz" wrap="square" lIns="0" tIns="12065" rIns="0" bIns="0" rtlCol="0">
            <a:spAutoFit/>
          </a:bodyPr>
          <a:lstStyle/>
          <a:p>
            <a:pPr marL="12700">
              <a:lnSpc>
                <a:spcPct val="100000"/>
              </a:lnSpc>
              <a:spcBef>
                <a:spcPts val="95"/>
              </a:spcBef>
            </a:pPr>
            <a:r>
              <a:rPr sz="4000" spc="270" dirty="0"/>
              <a:t>如何向</a:t>
            </a:r>
            <a:r>
              <a:rPr sz="4000" spc="280" dirty="0">
                <a:latin typeface="Arial"/>
                <a:cs typeface="Arial"/>
              </a:rPr>
              <a:t>AI</a:t>
            </a:r>
            <a:r>
              <a:rPr sz="4000" spc="270" dirty="0"/>
              <a:t>表达需</a:t>
            </a:r>
            <a:r>
              <a:rPr sz="4000" spc="-50" dirty="0"/>
              <a:t>求</a:t>
            </a:r>
            <a:endParaRPr sz="4000">
              <a:latin typeface="Arial"/>
              <a:cs typeface="Arial"/>
            </a:endParaRPr>
          </a:p>
        </p:txBody>
      </p:sp>
      <p:graphicFrame>
        <p:nvGraphicFramePr>
          <p:cNvPr id="3" name="object 3"/>
          <p:cNvGraphicFramePr>
            <a:graphicFrameLocks noGrp="1"/>
          </p:cNvGraphicFramePr>
          <p:nvPr/>
        </p:nvGraphicFramePr>
        <p:xfrm>
          <a:off x="831850" y="1422400"/>
          <a:ext cx="10505437" cy="4502784"/>
        </p:xfrm>
        <a:graphic>
          <a:graphicData uri="http://schemas.openxmlformats.org/drawingml/2006/table">
            <a:tbl>
              <a:tblPr firstRow="1" bandRow="1">
                <a:tableStyleId>{2D5ABB26-0587-4C30-8999-92F81FD0307C}</a:tableStyleId>
              </a:tblPr>
              <a:tblGrid>
                <a:gridCol w="1650364">
                  <a:extLst>
                    <a:ext uri="{9D8B030D-6E8A-4147-A177-3AD203B41FA5}">
                      <a16:colId xmlns:a16="http://schemas.microsoft.com/office/drawing/2014/main" val="20000"/>
                    </a:ext>
                  </a:extLst>
                </a:gridCol>
                <a:gridCol w="2070100">
                  <a:extLst>
                    <a:ext uri="{9D8B030D-6E8A-4147-A177-3AD203B41FA5}">
                      <a16:colId xmlns:a16="http://schemas.microsoft.com/office/drawing/2014/main" val="20001"/>
                    </a:ext>
                  </a:extLst>
                </a:gridCol>
                <a:gridCol w="2173604">
                  <a:extLst>
                    <a:ext uri="{9D8B030D-6E8A-4147-A177-3AD203B41FA5}">
                      <a16:colId xmlns:a16="http://schemas.microsoft.com/office/drawing/2014/main" val="20002"/>
                    </a:ext>
                  </a:extLst>
                </a:gridCol>
                <a:gridCol w="2143760">
                  <a:extLst>
                    <a:ext uri="{9D8B030D-6E8A-4147-A177-3AD203B41FA5}">
                      <a16:colId xmlns:a16="http://schemas.microsoft.com/office/drawing/2014/main" val="20003"/>
                    </a:ext>
                  </a:extLst>
                </a:gridCol>
                <a:gridCol w="2467609">
                  <a:extLst>
                    <a:ext uri="{9D8B030D-6E8A-4147-A177-3AD203B41FA5}">
                      <a16:colId xmlns:a16="http://schemas.microsoft.com/office/drawing/2014/main" val="20004"/>
                    </a:ext>
                  </a:extLst>
                </a:gridCol>
              </a:tblGrid>
              <a:tr h="460375">
                <a:tc>
                  <a:txBody>
                    <a:bodyPr/>
                    <a:lstStyle/>
                    <a:p>
                      <a:pPr marL="107950" algn="ctr">
                        <a:lnSpc>
                          <a:spcPct val="100000"/>
                        </a:lnSpc>
                        <a:spcBef>
                          <a:spcPts val="1095"/>
                        </a:spcBef>
                      </a:pPr>
                      <a:r>
                        <a:rPr sz="1400" spc="-20" dirty="0">
                          <a:latin typeface="宋体"/>
                          <a:cs typeface="宋体"/>
                        </a:rPr>
                        <a:t>需求类型</a:t>
                      </a:r>
                      <a:endParaRPr sz="1400">
                        <a:latin typeface="宋体"/>
                        <a:cs typeface="宋体"/>
                      </a:endParaRPr>
                    </a:p>
                  </a:txBody>
                  <a:tcPr marL="0" marR="0" marT="139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107950" marR="12065" algn="ctr">
                        <a:lnSpc>
                          <a:spcPct val="100000"/>
                        </a:lnSpc>
                        <a:spcBef>
                          <a:spcPts val="1095"/>
                        </a:spcBef>
                      </a:pPr>
                      <a:r>
                        <a:rPr sz="1400" spc="-30" dirty="0">
                          <a:latin typeface="宋体"/>
                          <a:cs typeface="宋体"/>
                        </a:rPr>
                        <a:t>特点</a:t>
                      </a:r>
                      <a:endParaRPr sz="1400">
                        <a:latin typeface="宋体"/>
                        <a:cs typeface="宋体"/>
                      </a:endParaRPr>
                    </a:p>
                  </a:txBody>
                  <a:tcPr marL="0" marR="0" marT="139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07060">
                        <a:lnSpc>
                          <a:spcPct val="100000"/>
                        </a:lnSpc>
                        <a:spcBef>
                          <a:spcPts val="1095"/>
                        </a:spcBef>
                      </a:pPr>
                      <a:r>
                        <a:rPr sz="1400" spc="-20" dirty="0">
                          <a:latin typeface="宋体"/>
                          <a:cs typeface="宋体"/>
                        </a:rPr>
                        <a:t>需求表达公式</a:t>
                      </a:r>
                      <a:endParaRPr sz="1400">
                        <a:latin typeface="宋体"/>
                        <a:cs typeface="宋体"/>
                      </a:endParaRPr>
                    </a:p>
                  </a:txBody>
                  <a:tcPr marL="0" marR="0" marT="139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108585" algn="ctr">
                        <a:lnSpc>
                          <a:spcPct val="100000"/>
                        </a:lnSpc>
                        <a:spcBef>
                          <a:spcPts val="1095"/>
                        </a:spcBef>
                      </a:pPr>
                      <a:r>
                        <a:rPr sz="1400" spc="-20" dirty="0">
                          <a:latin typeface="宋体"/>
                          <a:cs typeface="宋体"/>
                        </a:rPr>
                        <a:t>推理模型适配策略</a:t>
                      </a:r>
                      <a:endParaRPr sz="1400">
                        <a:latin typeface="宋体"/>
                        <a:cs typeface="宋体"/>
                      </a:endParaRPr>
                    </a:p>
                  </a:txBody>
                  <a:tcPr marL="0" marR="0" marT="139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575945">
                        <a:lnSpc>
                          <a:spcPct val="100000"/>
                        </a:lnSpc>
                        <a:spcBef>
                          <a:spcPts val="1095"/>
                        </a:spcBef>
                      </a:pPr>
                      <a:r>
                        <a:rPr sz="1400" spc="-20" dirty="0">
                          <a:latin typeface="宋体"/>
                          <a:cs typeface="宋体"/>
                        </a:rPr>
                        <a:t>通用模型适配策略</a:t>
                      </a:r>
                      <a:endParaRPr sz="1400">
                        <a:latin typeface="宋体"/>
                        <a:cs typeface="宋体"/>
                      </a:endParaRPr>
                    </a:p>
                  </a:txBody>
                  <a:tcPr marL="0" marR="0" marT="139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860425">
                <a:tc>
                  <a:txBody>
                    <a:bodyPr/>
                    <a:lstStyle/>
                    <a:p>
                      <a:pPr>
                        <a:lnSpc>
                          <a:spcPct val="100000"/>
                        </a:lnSpc>
                        <a:spcBef>
                          <a:spcPts val="25"/>
                        </a:spcBef>
                      </a:pPr>
                      <a:endParaRPr sz="2300">
                        <a:latin typeface="Times New Roman"/>
                        <a:cs typeface="Times New Roman"/>
                      </a:endParaRPr>
                    </a:p>
                    <a:p>
                      <a:pPr marL="415925">
                        <a:lnSpc>
                          <a:spcPct val="100000"/>
                        </a:lnSpc>
                      </a:pPr>
                      <a:r>
                        <a:rPr sz="1400" spc="-90" dirty="0">
                          <a:latin typeface="宋体"/>
                          <a:cs typeface="宋体"/>
                        </a:rPr>
                        <a:t>1</a:t>
                      </a:r>
                      <a:r>
                        <a:rPr sz="1400" spc="-70" dirty="0">
                          <a:latin typeface="宋体"/>
                          <a:cs typeface="宋体"/>
                        </a:rPr>
                        <a:t>. 决策需求</a:t>
                      </a:r>
                      <a:endParaRPr sz="14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50000"/>
                        </a:lnSpc>
                        <a:spcBef>
                          <a:spcPts val="570"/>
                        </a:spcBef>
                      </a:pPr>
                      <a:r>
                        <a:rPr sz="1400" spc="-15" dirty="0">
                          <a:latin typeface="宋体"/>
                          <a:cs typeface="宋体"/>
                        </a:rPr>
                        <a:t>需权衡选项、评估风险、</a:t>
                      </a:r>
                      <a:r>
                        <a:rPr sz="1400" spc="-20" dirty="0">
                          <a:latin typeface="宋体"/>
                          <a:cs typeface="宋体"/>
                        </a:rPr>
                        <a:t>选择最优解</a:t>
                      </a:r>
                      <a:endParaRPr sz="1400">
                        <a:latin typeface="宋体"/>
                        <a:cs typeface="宋体"/>
                      </a:endParaRPr>
                    </a:p>
                  </a:txBody>
                  <a:tcPr marL="0" marR="0" marT="7239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5"/>
                        </a:spcBef>
                      </a:pPr>
                      <a:endParaRPr sz="2300">
                        <a:latin typeface="Times New Roman"/>
                        <a:cs typeface="Times New Roman"/>
                      </a:endParaRPr>
                    </a:p>
                    <a:p>
                      <a:pPr marL="107950">
                        <a:lnSpc>
                          <a:spcPct val="100000"/>
                        </a:lnSpc>
                      </a:pPr>
                      <a:r>
                        <a:rPr sz="1400" spc="-65" dirty="0">
                          <a:latin typeface="宋体"/>
                          <a:cs typeface="宋体"/>
                        </a:rPr>
                        <a:t>目标 + 选项 + 评估标准</a:t>
                      </a:r>
                      <a:endParaRPr sz="14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5"/>
                        </a:spcBef>
                      </a:pPr>
                      <a:endParaRPr sz="2300">
                        <a:latin typeface="Times New Roman"/>
                        <a:cs typeface="Times New Roman"/>
                      </a:endParaRPr>
                    </a:p>
                    <a:p>
                      <a:pPr marL="28575" algn="ctr">
                        <a:lnSpc>
                          <a:spcPct val="100000"/>
                        </a:lnSpc>
                      </a:pPr>
                      <a:r>
                        <a:rPr sz="1400" spc="-15" dirty="0">
                          <a:latin typeface="宋体"/>
                          <a:cs typeface="宋体"/>
                        </a:rPr>
                        <a:t>要求逻辑推演和量化分析</a:t>
                      </a:r>
                      <a:endParaRPr sz="14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5"/>
                        </a:spcBef>
                      </a:pPr>
                      <a:endParaRPr sz="2300">
                        <a:latin typeface="Times New Roman"/>
                        <a:cs typeface="Times New Roman"/>
                      </a:endParaRPr>
                    </a:p>
                    <a:p>
                      <a:pPr marL="107950">
                        <a:lnSpc>
                          <a:spcPct val="100000"/>
                        </a:lnSpc>
                      </a:pPr>
                      <a:r>
                        <a:rPr sz="1400" spc="-15" dirty="0">
                          <a:latin typeface="宋体"/>
                          <a:cs typeface="宋体"/>
                        </a:rPr>
                        <a:t>直接建议，依赖模型经验归纳</a:t>
                      </a:r>
                      <a:endParaRPr sz="14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950594">
                <a:tc>
                  <a:txBody>
                    <a:bodyPr/>
                    <a:lstStyle/>
                    <a:p>
                      <a:pPr>
                        <a:lnSpc>
                          <a:spcPct val="100000"/>
                        </a:lnSpc>
                      </a:pPr>
                      <a:endParaRPr sz="1700">
                        <a:latin typeface="Times New Roman"/>
                        <a:cs typeface="Times New Roman"/>
                      </a:endParaRPr>
                    </a:p>
                    <a:p>
                      <a:pPr marL="415925">
                        <a:lnSpc>
                          <a:spcPct val="100000"/>
                        </a:lnSpc>
                        <a:spcBef>
                          <a:spcPts val="1070"/>
                        </a:spcBef>
                      </a:pPr>
                      <a:r>
                        <a:rPr sz="1400" spc="-90" dirty="0">
                          <a:latin typeface="宋体"/>
                          <a:cs typeface="宋体"/>
                        </a:rPr>
                        <a:t>2</a:t>
                      </a:r>
                      <a:r>
                        <a:rPr sz="1400" spc="-70" dirty="0">
                          <a:latin typeface="宋体"/>
                          <a:cs typeface="宋体"/>
                        </a:rPr>
                        <a:t>. 分析需求</a:t>
                      </a:r>
                      <a:endParaRPr sz="14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07950">
                        <a:lnSpc>
                          <a:spcPct val="150000"/>
                        </a:lnSpc>
                        <a:spcBef>
                          <a:spcPts val="925"/>
                        </a:spcBef>
                      </a:pPr>
                      <a:r>
                        <a:rPr sz="1400" spc="-35" dirty="0">
                          <a:latin typeface="宋体"/>
                          <a:cs typeface="宋体"/>
                        </a:rPr>
                        <a:t>需深度理解数据/</a:t>
                      </a:r>
                      <a:r>
                        <a:rPr sz="1400" spc="-25" dirty="0">
                          <a:latin typeface="宋体"/>
                          <a:cs typeface="宋体"/>
                        </a:rPr>
                        <a:t>信息、</a:t>
                      </a:r>
                      <a:r>
                        <a:rPr sz="1400" spc="-15" dirty="0">
                          <a:latin typeface="宋体"/>
                          <a:cs typeface="宋体"/>
                        </a:rPr>
                        <a:t>发现模式或因果关系</a:t>
                      </a:r>
                      <a:endParaRPr sz="1400">
                        <a:latin typeface="宋体"/>
                        <a:cs typeface="宋体"/>
                      </a:endParaRPr>
                    </a:p>
                  </a:txBody>
                  <a:tcPr marL="0" marR="0" marT="1174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13664">
                        <a:lnSpc>
                          <a:spcPct val="150000"/>
                        </a:lnSpc>
                        <a:spcBef>
                          <a:spcPts val="925"/>
                        </a:spcBef>
                      </a:pPr>
                      <a:r>
                        <a:rPr sz="1400" spc="-75" dirty="0">
                          <a:latin typeface="宋体"/>
                          <a:cs typeface="宋体"/>
                        </a:rPr>
                        <a:t>问题 + 数据/信息 + 分析</a:t>
                      </a:r>
                      <a:r>
                        <a:rPr sz="1400" spc="-30" dirty="0">
                          <a:latin typeface="宋体"/>
                          <a:cs typeface="宋体"/>
                        </a:rPr>
                        <a:t>方法</a:t>
                      </a:r>
                      <a:endParaRPr sz="1400">
                        <a:latin typeface="宋体"/>
                        <a:cs typeface="宋体"/>
                      </a:endParaRPr>
                    </a:p>
                  </a:txBody>
                  <a:tcPr marL="0" marR="0" marT="1174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72390">
                        <a:lnSpc>
                          <a:spcPct val="150000"/>
                        </a:lnSpc>
                        <a:spcBef>
                          <a:spcPts val="925"/>
                        </a:spcBef>
                      </a:pPr>
                      <a:r>
                        <a:rPr sz="1400" spc="-15" dirty="0">
                          <a:latin typeface="宋体"/>
                          <a:cs typeface="宋体"/>
                        </a:rPr>
                        <a:t>触发因果链推导与假设验</a:t>
                      </a:r>
                      <a:r>
                        <a:rPr sz="1400" spc="-50" dirty="0">
                          <a:latin typeface="宋体"/>
                          <a:cs typeface="宋体"/>
                        </a:rPr>
                        <a:t>证</a:t>
                      </a:r>
                      <a:endParaRPr sz="1400">
                        <a:latin typeface="宋体"/>
                        <a:cs typeface="宋体"/>
                      </a:endParaRPr>
                    </a:p>
                  </a:txBody>
                  <a:tcPr marL="0" marR="0" marT="1174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pPr>
                      <a:endParaRPr sz="1700">
                        <a:latin typeface="Times New Roman"/>
                        <a:cs typeface="Times New Roman"/>
                      </a:endParaRPr>
                    </a:p>
                    <a:p>
                      <a:pPr marL="107950">
                        <a:lnSpc>
                          <a:spcPct val="100000"/>
                        </a:lnSpc>
                        <a:spcBef>
                          <a:spcPts val="1070"/>
                        </a:spcBef>
                      </a:pPr>
                      <a:r>
                        <a:rPr sz="1400" spc="-20" dirty="0">
                          <a:latin typeface="宋体"/>
                          <a:cs typeface="宋体"/>
                        </a:rPr>
                        <a:t>表层总结或分类</a:t>
                      </a:r>
                      <a:endParaRPr sz="14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639445">
                <a:tc>
                  <a:txBody>
                    <a:bodyPr/>
                    <a:lstStyle/>
                    <a:p>
                      <a:pPr>
                        <a:lnSpc>
                          <a:spcPct val="100000"/>
                        </a:lnSpc>
                        <a:spcBef>
                          <a:spcPts val="20"/>
                        </a:spcBef>
                      </a:pPr>
                      <a:endParaRPr sz="1550">
                        <a:latin typeface="Times New Roman"/>
                        <a:cs typeface="Times New Roman"/>
                      </a:endParaRPr>
                    </a:p>
                    <a:p>
                      <a:pPr marL="327025">
                        <a:lnSpc>
                          <a:spcPct val="100000"/>
                        </a:lnSpc>
                      </a:pPr>
                      <a:r>
                        <a:rPr sz="1400" spc="-90" dirty="0">
                          <a:latin typeface="宋体"/>
                          <a:cs typeface="宋体"/>
                        </a:rPr>
                        <a:t>3</a:t>
                      </a:r>
                      <a:r>
                        <a:rPr sz="1400" spc="-60" dirty="0">
                          <a:latin typeface="宋体"/>
                          <a:cs typeface="宋体"/>
                        </a:rPr>
                        <a:t>. 创造性需求</a:t>
                      </a:r>
                      <a:endParaRPr sz="1400">
                        <a:latin typeface="宋体"/>
                        <a:cs typeface="宋体"/>
                      </a:endParaRPr>
                    </a:p>
                  </a:txBody>
                  <a:tcPr marL="0" marR="0" marT="25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2065">
                        <a:lnSpc>
                          <a:spcPct val="100000"/>
                        </a:lnSpc>
                        <a:spcBef>
                          <a:spcPts val="545"/>
                        </a:spcBef>
                      </a:pPr>
                      <a:r>
                        <a:rPr sz="1400" spc="-10" dirty="0">
                          <a:latin typeface="宋体"/>
                          <a:cs typeface="宋体"/>
                        </a:rPr>
                        <a:t>需生成新颖内容（</a:t>
                      </a:r>
                      <a:r>
                        <a:rPr sz="1400" spc="-25" dirty="0">
                          <a:latin typeface="宋体"/>
                          <a:cs typeface="宋体"/>
                        </a:rPr>
                        <a:t>文本/</a:t>
                      </a:r>
                      <a:endParaRPr sz="1400">
                        <a:latin typeface="宋体"/>
                        <a:cs typeface="宋体"/>
                      </a:endParaRPr>
                    </a:p>
                    <a:p>
                      <a:pPr marL="107950" marR="12065">
                        <a:lnSpc>
                          <a:spcPct val="100000"/>
                        </a:lnSpc>
                        <a:spcBef>
                          <a:spcPts val="840"/>
                        </a:spcBef>
                      </a:pPr>
                      <a:r>
                        <a:rPr sz="1400" spc="-65" dirty="0">
                          <a:latin typeface="宋体"/>
                          <a:cs typeface="宋体"/>
                        </a:rPr>
                        <a:t>设计/</a:t>
                      </a:r>
                      <a:r>
                        <a:rPr sz="1400" spc="-10" dirty="0">
                          <a:latin typeface="宋体"/>
                          <a:cs typeface="宋体"/>
                        </a:rPr>
                        <a:t>方案</a:t>
                      </a:r>
                      <a:r>
                        <a:rPr sz="1400" spc="-60" dirty="0">
                          <a:latin typeface="宋体"/>
                          <a:cs typeface="宋体"/>
                        </a:rPr>
                        <a:t>）</a:t>
                      </a:r>
                      <a:endParaRPr sz="1400">
                        <a:latin typeface="宋体"/>
                        <a:cs typeface="宋体"/>
                      </a:endParaRPr>
                    </a:p>
                  </a:txBody>
                  <a:tcPr marL="0" marR="0" marT="692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00000"/>
                        </a:lnSpc>
                        <a:spcBef>
                          <a:spcPts val="545"/>
                        </a:spcBef>
                      </a:pPr>
                      <a:r>
                        <a:rPr sz="1400" spc="-75" dirty="0">
                          <a:latin typeface="宋体"/>
                          <a:cs typeface="宋体"/>
                        </a:rPr>
                        <a:t>主题 + 风格/约束 + 创新</a:t>
                      </a:r>
                      <a:endParaRPr sz="1400">
                        <a:latin typeface="宋体"/>
                        <a:cs typeface="宋体"/>
                      </a:endParaRPr>
                    </a:p>
                    <a:p>
                      <a:pPr marL="107950">
                        <a:lnSpc>
                          <a:spcPct val="100000"/>
                        </a:lnSpc>
                        <a:spcBef>
                          <a:spcPts val="840"/>
                        </a:spcBef>
                      </a:pPr>
                      <a:r>
                        <a:rPr sz="1400" spc="-30" dirty="0">
                          <a:latin typeface="宋体"/>
                          <a:cs typeface="宋体"/>
                        </a:rPr>
                        <a:t>方向</a:t>
                      </a:r>
                      <a:endParaRPr sz="1400">
                        <a:latin typeface="宋体"/>
                        <a:cs typeface="宋体"/>
                      </a:endParaRPr>
                    </a:p>
                  </a:txBody>
                  <a:tcPr marL="0" marR="0" marT="692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00000"/>
                        </a:lnSpc>
                        <a:spcBef>
                          <a:spcPts val="545"/>
                        </a:spcBef>
                      </a:pPr>
                      <a:r>
                        <a:rPr sz="1400" spc="-15" dirty="0">
                          <a:latin typeface="宋体"/>
                          <a:cs typeface="宋体"/>
                        </a:rPr>
                        <a:t>结合逻辑框架生成结构化</a:t>
                      </a:r>
                      <a:endParaRPr sz="1400">
                        <a:latin typeface="宋体"/>
                        <a:cs typeface="宋体"/>
                      </a:endParaRPr>
                    </a:p>
                    <a:p>
                      <a:pPr marL="107950">
                        <a:lnSpc>
                          <a:spcPct val="100000"/>
                        </a:lnSpc>
                        <a:spcBef>
                          <a:spcPts val="840"/>
                        </a:spcBef>
                      </a:pPr>
                      <a:r>
                        <a:rPr sz="1400" spc="-30" dirty="0">
                          <a:latin typeface="宋体"/>
                          <a:cs typeface="宋体"/>
                        </a:rPr>
                        <a:t>创意</a:t>
                      </a:r>
                      <a:endParaRPr sz="1400">
                        <a:latin typeface="宋体"/>
                        <a:cs typeface="宋体"/>
                      </a:endParaRPr>
                    </a:p>
                  </a:txBody>
                  <a:tcPr marL="0" marR="0" marT="692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0"/>
                        </a:spcBef>
                      </a:pPr>
                      <a:endParaRPr sz="1550">
                        <a:latin typeface="Times New Roman"/>
                        <a:cs typeface="Times New Roman"/>
                      </a:endParaRPr>
                    </a:p>
                    <a:p>
                      <a:pPr marL="107950">
                        <a:lnSpc>
                          <a:spcPct val="100000"/>
                        </a:lnSpc>
                      </a:pPr>
                      <a:r>
                        <a:rPr sz="1400" spc="-15" dirty="0">
                          <a:latin typeface="宋体"/>
                          <a:cs typeface="宋体"/>
                        </a:rPr>
                        <a:t>自由发散，依赖示例引导</a:t>
                      </a:r>
                      <a:endParaRPr sz="1400">
                        <a:latin typeface="宋体"/>
                        <a:cs typeface="宋体"/>
                      </a:endParaRPr>
                    </a:p>
                  </a:txBody>
                  <a:tcPr marL="0" marR="0" marT="25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952500">
                <a:tc>
                  <a:txBody>
                    <a:bodyPr/>
                    <a:lstStyle/>
                    <a:p>
                      <a:pPr>
                        <a:lnSpc>
                          <a:spcPct val="100000"/>
                        </a:lnSpc>
                      </a:pPr>
                      <a:endParaRPr sz="1700">
                        <a:latin typeface="Times New Roman"/>
                        <a:cs typeface="Times New Roman"/>
                      </a:endParaRPr>
                    </a:p>
                    <a:p>
                      <a:pPr marL="415925">
                        <a:lnSpc>
                          <a:spcPct val="100000"/>
                        </a:lnSpc>
                        <a:spcBef>
                          <a:spcPts val="1080"/>
                        </a:spcBef>
                      </a:pPr>
                      <a:r>
                        <a:rPr sz="1400" spc="-90" dirty="0">
                          <a:latin typeface="宋体"/>
                          <a:cs typeface="宋体"/>
                        </a:rPr>
                        <a:t>4</a:t>
                      </a:r>
                      <a:r>
                        <a:rPr sz="1400" spc="-70" dirty="0">
                          <a:latin typeface="宋体"/>
                          <a:cs typeface="宋体"/>
                        </a:rPr>
                        <a:t>. 验证需求</a:t>
                      </a:r>
                      <a:endParaRPr sz="14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76530">
                        <a:lnSpc>
                          <a:spcPct val="150000"/>
                        </a:lnSpc>
                        <a:spcBef>
                          <a:spcPts val="935"/>
                        </a:spcBef>
                      </a:pPr>
                      <a:r>
                        <a:rPr sz="1400" spc="-15" dirty="0">
                          <a:latin typeface="宋体"/>
                          <a:cs typeface="宋体"/>
                        </a:rPr>
                        <a:t>需检查逻辑自洽性、数据可靠性或方案可行性</a:t>
                      </a:r>
                      <a:endParaRPr sz="1400">
                        <a:latin typeface="宋体"/>
                        <a:cs typeface="宋体"/>
                      </a:endParaRPr>
                    </a:p>
                  </a:txBody>
                  <a:tcPr marL="0" marR="0" marT="1187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70815">
                        <a:lnSpc>
                          <a:spcPct val="150000"/>
                        </a:lnSpc>
                        <a:spcBef>
                          <a:spcPts val="935"/>
                        </a:spcBef>
                      </a:pPr>
                      <a:r>
                        <a:rPr sz="1400" spc="-60" dirty="0">
                          <a:latin typeface="宋体"/>
                          <a:cs typeface="宋体"/>
                        </a:rPr>
                        <a:t>结论/方案 + 验证方法 +</a:t>
                      </a:r>
                      <a:r>
                        <a:rPr sz="1400" spc="-25" dirty="0">
                          <a:latin typeface="宋体"/>
                          <a:cs typeface="宋体"/>
                        </a:rPr>
                        <a:t>风险点</a:t>
                      </a:r>
                      <a:endParaRPr sz="1400">
                        <a:latin typeface="宋体"/>
                        <a:cs typeface="宋体"/>
                      </a:endParaRPr>
                    </a:p>
                  </a:txBody>
                  <a:tcPr marL="0" marR="0" marT="1187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72390">
                        <a:lnSpc>
                          <a:spcPct val="150000"/>
                        </a:lnSpc>
                        <a:spcBef>
                          <a:spcPts val="935"/>
                        </a:spcBef>
                      </a:pPr>
                      <a:r>
                        <a:rPr sz="1400" spc="-15" dirty="0">
                          <a:latin typeface="宋体"/>
                          <a:cs typeface="宋体"/>
                        </a:rPr>
                        <a:t>自主设计验证路径并排查</a:t>
                      </a:r>
                      <a:r>
                        <a:rPr sz="1400" spc="-30" dirty="0">
                          <a:latin typeface="宋体"/>
                          <a:cs typeface="宋体"/>
                        </a:rPr>
                        <a:t>矛盾</a:t>
                      </a:r>
                      <a:endParaRPr sz="1400">
                        <a:latin typeface="宋体"/>
                        <a:cs typeface="宋体"/>
                      </a:endParaRPr>
                    </a:p>
                  </a:txBody>
                  <a:tcPr marL="0" marR="0" marT="1187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pPr>
                      <a:endParaRPr sz="1700">
                        <a:latin typeface="Times New Roman"/>
                        <a:cs typeface="Times New Roman"/>
                      </a:endParaRPr>
                    </a:p>
                    <a:p>
                      <a:pPr marL="107950">
                        <a:lnSpc>
                          <a:spcPct val="100000"/>
                        </a:lnSpc>
                        <a:spcBef>
                          <a:spcPts val="1080"/>
                        </a:spcBef>
                      </a:pPr>
                      <a:r>
                        <a:rPr sz="1400" spc="-15" dirty="0">
                          <a:latin typeface="宋体"/>
                          <a:cs typeface="宋体"/>
                        </a:rPr>
                        <a:t>简单确认，缺乏深度推演</a:t>
                      </a:r>
                      <a:endParaRPr sz="14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639445">
                <a:tc>
                  <a:txBody>
                    <a:bodyPr/>
                    <a:lstStyle/>
                    <a:p>
                      <a:pPr>
                        <a:lnSpc>
                          <a:spcPct val="100000"/>
                        </a:lnSpc>
                        <a:spcBef>
                          <a:spcPts val="20"/>
                        </a:spcBef>
                      </a:pPr>
                      <a:endParaRPr sz="1550">
                        <a:latin typeface="Times New Roman"/>
                        <a:cs typeface="Times New Roman"/>
                      </a:endParaRPr>
                    </a:p>
                    <a:p>
                      <a:pPr marL="415925">
                        <a:lnSpc>
                          <a:spcPct val="100000"/>
                        </a:lnSpc>
                      </a:pPr>
                      <a:r>
                        <a:rPr sz="1400" spc="-90" dirty="0">
                          <a:latin typeface="宋体"/>
                          <a:cs typeface="宋体"/>
                        </a:rPr>
                        <a:t>5</a:t>
                      </a:r>
                      <a:r>
                        <a:rPr sz="1400" spc="-70" dirty="0">
                          <a:latin typeface="宋体"/>
                          <a:cs typeface="宋体"/>
                        </a:rPr>
                        <a:t>. 执行需求</a:t>
                      </a:r>
                      <a:endParaRPr sz="1400">
                        <a:latin typeface="宋体"/>
                        <a:cs typeface="宋体"/>
                      </a:endParaRPr>
                    </a:p>
                  </a:txBody>
                  <a:tcPr marL="0" marR="0" marT="25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marR="12065">
                        <a:lnSpc>
                          <a:spcPct val="100000"/>
                        </a:lnSpc>
                        <a:spcBef>
                          <a:spcPts val="545"/>
                        </a:spcBef>
                      </a:pPr>
                      <a:r>
                        <a:rPr sz="1400" spc="-10" dirty="0">
                          <a:latin typeface="宋体"/>
                          <a:cs typeface="宋体"/>
                        </a:rPr>
                        <a:t>需完成具体操作（</a:t>
                      </a:r>
                      <a:r>
                        <a:rPr sz="1400" spc="-25" dirty="0">
                          <a:latin typeface="宋体"/>
                          <a:cs typeface="宋体"/>
                        </a:rPr>
                        <a:t>代码/</a:t>
                      </a:r>
                      <a:endParaRPr sz="1400">
                        <a:latin typeface="宋体"/>
                        <a:cs typeface="宋体"/>
                      </a:endParaRPr>
                    </a:p>
                    <a:p>
                      <a:pPr marL="107950" marR="12065">
                        <a:lnSpc>
                          <a:spcPct val="100000"/>
                        </a:lnSpc>
                        <a:spcBef>
                          <a:spcPts val="840"/>
                        </a:spcBef>
                      </a:pPr>
                      <a:r>
                        <a:rPr sz="1400" spc="-65" dirty="0">
                          <a:latin typeface="宋体"/>
                          <a:cs typeface="宋体"/>
                        </a:rPr>
                        <a:t>计算/</a:t>
                      </a:r>
                      <a:r>
                        <a:rPr sz="1400" spc="-10" dirty="0">
                          <a:latin typeface="宋体"/>
                          <a:cs typeface="宋体"/>
                        </a:rPr>
                        <a:t>流程</a:t>
                      </a:r>
                      <a:r>
                        <a:rPr sz="1400" spc="-60" dirty="0">
                          <a:latin typeface="宋体"/>
                          <a:cs typeface="宋体"/>
                        </a:rPr>
                        <a:t>）</a:t>
                      </a:r>
                      <a:endParaRPr sz="1400">
                        <a:latin typeface="宋体"/>
                        <a:cs typeface="宋体"/>
                      </a:endParaRPr>
                    </a:p>
                  </a:txBody>
                  <a:tcPr marL="0" marR="0" marT="692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00000"/>
                        </a:lnSpc>
                        <a:spcBef>
                          <a:spcPts val="545"/>
                        </a:spcBef>
                      </a:pPr>
                      <a:r>
                        <a:rPr sz="1400" spc="-65" dirty="0">
                          <a:latin typeface="宋体"/>
                          <a:cs typeface="宋体"/>
                        </a:rPr>
                        <a:t>任务 + 步骤约束 + 输出格</a:t>
                      </a:r>
                      <a:endParaRPr sz="1400">
                        <a:latin typeface="宋体"/>
                        <a:cs typeface="宋体"/>
                      </a:endParaRPr>
                    </a:p>
                    <a:p>
                      <a:pPr marL="107950">
                        <a:lnSpc>
                          <a:spcPct val="100000"/>
                        </a:lnSpc>
                        <a:spcBef>
                          <a:spcPts val="840"/>
                        </a:spcBef>
                      </a:pPr>
                      <a:r>
                        <a:rPr sz="1400" dirty="0">
                          <a:latin typeface="宋体"/>
                          <a:cs typeface="宋体"/>
                        </a:rPr>
                        <a:t>式</a:t>
                      </a:r>
                      <a:endParaRPr sz="1400">
                        <a:latin typeface="宋体"/>
                        <a:cs typeface="宋体"/>
                      </a:endParaRPr>
                    </a:p>
                  </a:txBody>
                  <a:tcPr marL="0" marR="0" marT="692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7950">
                        <a:lnSpc>
                          <a:spcPct val="100000"/>
                        </a:lnSpc>
                        <a:spcBef>
                          <a:spcPts val="545"/>
                        </a:spcBef>
                      </a:pPr>
                      <a:r>
                        <a:rPr sz="1400" spc="-15" dirty="0">
                          <a:latin typeface="宋体"/>
                          <a:cs typeface="宋体"/>
                        </a:rPr>
                        <a:t>自主优化步骤，兼顾效率</a:t>
                      </a:r>
                      <a:endParaRPr sz="1400">
                        <a:latin typeface="宋体"/>
                        <a:cs typeface="宋体"/>
                      </a:endParaRPr>
                    </a:p>
                    <a:p>
                      <a:pPr marL="107950">
                        <a:lnSpc>
                          <a:spcPct val="100000"/>
                        </a:lnSpc>
                        <a:spcBef>
                          <a:spcPts val="840"/>
                        </a:spcBef>
                      </a:pPr>
                      <a:r>
                        <a:rPr sz="1400" spc="-20" dirty="0">
                          <a:latin typeface="宋体"/>
                          <a:cs typeface="宋体"/>
                        </a:rPr>
                        <a:t>与正确性</a:t>
                      </a:r>
                      <a:endParaRPr sz="1400">
                        <a:latin typeface="宋体"/>
                        <a:cs typeface="宋体"/>
                      </a:endParaRPr>
                    </a:p>
                  </a:txBody>
                  <a:tcPr marL="0" marR="0" marT="692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0"/>
                        </a:spcBef>
                      </a:pPr>
                      <a:endParaRPr sz="1550">
                        <a:latin typeface="Times New Roman"/>
                        <a:cs typeface="Times New Roman"/>
                      </a:endParaRPr>
                    </a:p>
                    <a:p>
                      <a:pPr marL="107950">
                        <a:lnSpc>
                          <a:spcPct val="100000"/>
                        </a:lnSpc>
                      </a:pPr>
                      <a:r>
                        <a:rPr sz="1400" spc="-15" dirty="0">
                          <a:latin typeface="宋体"/>
                          <a:cs typeface="宋体"/>
                        </a:rPr>
                        <a:t>严格按指令执行，无自主优化</a:t>
                      </a:r>
                      <a:endParaRPr sz="1400">
                        <a:latin typeface="宋体"/>
                        <a:cs typeface="宋体"/>
                      </a:endParaRPr>
                    </a:p>
                  </a:txBody>
                  <a:tcPr marL="0" marR="0" marT="25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71970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提示语示</a:t>
            </a:r>
            <a:r>
              <a:rPr sz="4000" spc="-50" dirty="0"/>
              <a:t>例</a:t>
            </a:r>
            <a:endParaRPr sz="4000"/>
          </a:p>
        </p:txBody>
      </p:sp>
      <p:pic>
        <p:nvPicPr>
          <p:cNvPr id="3" name="object 3"/>
          <p:cNvPicPr/>
          <p:nvPr/>
        </p:nvPicPr>
        <p:blipFill>
          <a:blip r:embed="rId2" cstate="print"/>
          <a:stretch>
            <a:fillRect/>
          </a:stretch>
        </p:blipFill>
        <p:spPr>
          <a:xfrm>
            <a:off x="206513" y="1541931"/>
            <a:ext cx="2185110" cy="612308"/>
          </a:xfrm>
          <a:prstGeom prst="rect">
            <a:avLst/>
          </a:prstGeom>
        </p:spPr>
      </p:pic>
      <p:sp>
        <p:nvSpPr>
          <p:cNvPr id="4" name="object 4"/>
          <p:cNvSpPr txBox="1"/>
          <p:nvPr/>
        </p:nvSpPr>
        <p:spPr>
          <a:xfrm>
            <a:off x="825246" y="1567560"/>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Microsoft JhengHei"/>
                <a:cs typeface="Microsoft JhengHei"/>
              </a:rPr>
              <a:t>决策需求</a:t>
            </a:r>
            <a:endParaRPr sz="1800">
              <a:latin typeface="Microsoft JhengHei"/>
              <a:cs typeface="Microsoft JhengHei"/>
            </a:endParaRPr>
          </a:p>
        </p:txBody>
      </p:sp>
      <p:pic>
        <p:nvPicPr>
          <p:cNvPr id="5" name="object 5"/>
          <p:cNvPicPr/>
          <p:nvPr/>
        </p:nvPicPr>
        <p:blipFill>
          <a:blip r:embed="rId3" cstate="print"/>
          <a:stretch>
            <a:fillRect/>
          </a:stretch>
        </p:blipFill>
        <p:spPr>
          <a:xfrm>
            <a:off x="206513" y="3958741"/>
            <a:ext cx="2185110" cy="616474"/>
          </a:xfrm>
          <a:prstGeom prst="rect">
            <a:avLst/>
          </a:prstGeom>
        </p:spPr>
      </p:pic>
      <p:sp>
        <p:nvSpPr>
          <p:cNvPr id="6" name="object 6"/>
          <p:cNvSpPr txBox="1"/>
          <p:nvPr/>
        </p:nvSpPr>
        <p:spPr>
          <a:xfrm>
            <a:off x="710945" y="3984370"/>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验证性需求</a:t>
            </a:r>
            <a:endParaRPr sz="1800">
              <a:latin typeface="Microsoft JhengHei"/>
              <a:cs typeface="Microsoft JhengHei"/>
            </a:endParaRPr>
          </a:p>
        </p:txBody>
      </p:sp>
      <p:grpSp>
        <p:nvGrpSpPr>
          <p:cNvPr id="7" name="object 7"/>
          <p:cNvGrpSpPr/>
          <p:nvPr/>
        </p:nvGrpSpPr>
        <p:grpSpPr>
          <a:xfrm>
            <a:off x="212725" y="2072639"/>
            <a:ext cx="3860165" cy="1509395"/>
            <a:chOff x="212725" y="2072639"/>
            <a:chExt cx="3860165" cy="1509395"/>
          </a:xfrm>
        </p:grpSpPr>
        <p:sp>
          <p:nvSpPr>
            <p:cNvPr id="8" name="object 8"/>
            <p:cNvSpPr/>
            <p:nvPr/>
          </p:nvSpPr>
          <p:spPr>
            <a:xfrm>
              <a:off x="216407" y="2077211"/>
              <a:ext cx="3853179" cy="1501140"/>
            </a:xfrm>
            <a:custGeom>
              <a:avLst/>
              <a:gdLst/>
              <a:ahLst/>
              <a:cxnLst/>
              <a:rect l="l" t="t" r="r" b="b"/>
              <a:pathLst>
                <a:path w="3853179" h="1501139">
                  <a:moveTo>
                    <a:pt x="3852672" y="1501139"/>
                  </a:moveTo>
                  <a:lnTo>
                    <a:pt x="0" y="1501139"/>
                  </a:lnTo>
                  <a:lnTo>
                    <a:pt x="0" y="0"/>
                  </a:lnTo>
                  <a:lnTo>
                    <a:pt x="3852672" y="0"/>
                  </a:lnTo>
                  <a:lnTo>
                    <a:pt x="3852672" y="1501139"/>
                  </a:lnTo>
                  <a:close/>
                </a:path>
              </a:pathLst>
            </a:custGeom>
            <a:solidFill>
              <a:srgbClr val="FFFFFF"/>
            </a:solidFill>
          </p:spPr>
          <p:txBody>
            <a:bodyPr wrap="square" lIns="0" tIns="0" rIns="0" bIns="0" rtlCol="0"/>
            <a:lstStyle/>
            <a:p>
              <a:endParaRPr/>
            </a:p>
          </p:txBody>
        </p:sp>
        <p:sp>
          <p:nvSpPr>
            <p:cNvPr id="9" name="object 9"/>
            <p:cNvSpPr/>
            <p:nvPr/>
          </p:nvSpPr>
          <p:spPr>
            <a:xfrm>
              <a:off x="212725" y="2072639"/>
              <a:ext cx="3860165" cy="1509395"/>
            </a:xfrm>
            <a:custGeom>
              <a:avLst/>
              <a:gdLst/>
              <a:ahLst/>
              <a:cxnLst/>
              <a:rect l="l" t="t" r="r" b="b"/>
              <a:pathLst>
                <a:path w="3860165" h="1509395">
                  <a:moveTo>
                    <a:pt x="3856354" y="1509395"/>
                  </a:moveTo>
                  <a:lnTo>
                    <a:pt x="3810" y="1509395"/>
                  </a:lnTo>
                  <a:lnTo>
                    <a:pt x="2349" y="1509102"/>
                  </a:lnTo>
                  <a:lnTo>
                    <a:pt x="1117" y="1508277"/>
                  </a:lnTo>
                  <a:lnTo>
                    <a:pt x="292" y="1507045"/>
                  </a:lnTo>
                  <a:lnTo>
                    <a:pt x="0" y="1505585"/>
                  </a:lnTo>
                  <a:lnTo>
                    <a:pt x="0" y="3810"/>
                  </a:lnTo>
                  <a:lnTo>
                    <a:pt x="292" y="2349"/>
                  </a:lnTo>
                  <a:lnTo>
                    <a:pt x="1117" y="1117"/>
                  </a:lnTo>
                  <a:lnTo>
                    <a:pt x="2349" y="292"/>
                  </a:lnTo>
                  <a:lnTo>
                    <a:pt x="3810" y="0"/>
                  </a:lnTo>
                  <a:lnTo>
                    <a:pt x="3856354" y="0"/>
                  </a:lnTo>
                  <a:lnTo>
                    <a:pt x="3857815" y="292"/>
                  </a:lnTo>
                  <a:lnTo>
                    <a:pt x="3859047" y="1117"/>
                  </a:lnTo>
                  <a:lnTo>
                    <a:pt x="3859872" y="2349"/>
                  </a:lnTo>
                  <a:lnTo>
                    <a:pt x="3860165" y="3810"/>
                  </a:lnTo>
                  <a:lnTo>
                    <a:pt x="7620" y="3810"/>
                  </a:lnTo>
                  <a:lnTo>
                    <a:pt x="3810" y="7620"/>
                  </a:lnTo>
                  <a:lnTo>
                    <a:pt x="7620" y="7620"/>
                  </a:lnTo>
                  <a:lnTo>
                    <a:pt x="7620" y="1501775"/>
                  </a:lnTo>
                  <a:lnTo>
                    <a:pt x="3810" y="1501775"/>
                  </a:lnTo>
                  <a:lnTo>
                    <a:pt x="7620" y="1505585"/>
                  </a:lnTo>
                  <a:lnTo>
                    <a:pt x="3860165" y="1505585"/>
                  </a:lnTo>
                  <a:lnTo>
                    <a:pt x="3859872" y="1507045"/>
                  </a:lnTo>
                  <a:lnTo>
                    <a:pt x="3859047" y="1508277"/>
                  </a:lnTo>
                  <a:lnTo>
                    <a:pt x="3857815" y="1509102"/>
                  </a:lnTo>
                  <a:lnTo>
                    <a:pt x="3856354" y="1509395"/>
                  </a:lnTo>
                  <a:close/>
                </a:path>
                <a:path w="3860165" h="1509395">
                  <a:moveTo>
                    <a:pt x="7620" y="7620"/>
                  </a:moveTo>
                  <a:lnTo>
                    <a:pt x="3810" y="7620"/>
                  </a:lnTo>
                  <a:lnTo>
                    <a:pt x="7620" y="3810"/>
                  </a:lnTo>
                  <a:lnTo>
                    <a:pt x="7620" y="7620"/>
                  </a:lnTo>
                  <a:close/>
                </a:path>
                <a:path w="3860165" h="1509395">
                  <a:moveTo>
                    <a:pt x="3852545" y="7620"/>
                  </a:moveTo>
                  <a:lnTo>
                    <a:pt x="7620" y="7620"/>
                  </a:lnTo>
                  <a:lnTo>
                    <a:pt x="7620" y="3810"/>
                  </a:lnTo>
                  <a:lnTo>
                    <a:pt x="3852545" y="3810"/>
                  </a:lnTo>
                  <a:lnTo>
                    <a:pt x="3852545" y="7620"/>
                  </a:lnTo>
                  <a:close/>
                </a:path>
                <a:path w="3860165" h="1509395">
                  <a:moveTo>
                    <a:pt x="3852545" y="1505585"/>
                  </a:moveTo>
                  <a:lnTo>
                    <a:pt x="3852545" y="3810"/>
                  </a:lnTo>
                  <a:lnTo>
                    <a:pt x="3856354" y="7620"/>
                  </a:lnTo>
                  <a:lnTo>
                    <a:pt x="3860165" y="7620"/>
                  </a:lnTo>
                  <a:lnTo>
                    <a:pt x="3860165" y="1501775"/>
                  </a:lnTo>
                  <a:lnTo>
                    <a:pt x="3856354" y="1501775"/>
                  </a:lnTo>
                  <a:lnTo>
                    <a:pt x="3852545" y="1505585"/>
                  </a:lnTo>
                  <a:close/>
                </a:path>
                <a:path w="3860165" h="1509395">
                  <a:moveTo>
                    <a:pt x="3860165" y="7620"/>
                  </a:moveTo>
                  <a:lnTo>
                    <a:pt x="3856354" y="7620"/>
                  </a:lnTo>
                  <a:lnTo>
                    <a:pt x="3852545" y="3810"/>
                  </a:lnTo>
                  <a:lnTo>
                    <a:pt x="3860165" y="3810"/>
                  </a:lnTo>
                  <a:lnTo>
                    <a:pt x="3860165" y="7620"/>
                  </a:lnTo>
                  <a:close/>
                </a:path>
                <a:path w="3860165" h="1509395">
                  <a:moveTo>
                    <a:pt x="7620" y="1505585"/>
                  </a:moveTo>
                  <a:lnTo>
                    <a:pt x="3810" y="1501775"/>
                  </a:lnTo>
                  <a:lnTo>
                    <a:pt x="7620" y="1501775"/>
                  </a:lnTo>
                  <a:lnTo>
                    <a:pt x="7620" y="1505585"/>
                  </a:lnTo>
                  <a:close/>
                </a:path>
                <a:path w="3860165" h="1509395">
                  <a:moveTo>
                    <a:pt x="3852545" y="1505585"/>
                  </a:moveTo>
                  <a:lnTo>
                    <a:pt x="7620" y="1505585"/>
                  </a:lnTo>
                  <a:lnTo>
                    <a:pt x="7620" y="1501775"/>
                  </a:lnTo>
                  <a:lnTo>
                    <a:pt x="3852545" y="1501775"/>
                  </a:lnTo>
                  <a:lnTo>
                    <a:pt x="3852545" y="1505585"/>
                  </a:lnTo>
                  <a:close/>
                </a:path>
                <a:path w="3860165" h="1509395">
                  <a:moveTo>
                    <a:pt x="3860165" y="1505585"/>
                  </a:moveTo>
                  <a:lnTo>
                    <a:pt x="3852545" y="1505585"/>
                  </a:lnTo>
                  <a:lnTo>
                    <a:pt x="3856354" y="1501775"/>
                  </a:lnTo>
                  <a:lnTo>
                    <a:pt x="3860165" y="1501775"/>
                  </a:lnTo>
                  <a:lnTo>
                    <a:pt x="3860165" y="1505585"/>
                  </a:lnTo>
                  <a:close/>
                </a:path>
              </a:pathLst>
            </a:custGeom>
            <a:solidFill>
              <a:srgbClr val="C0C0C0"/>
            </a:solidFill>
          </p:spPr>
          <p:txBody>
            <a:bodyPr wrap="square" lIns="0" tIns="0" rIns="0" bIns="0" rtlCol="0"/>
            <a:lstStyle/>
            <a:p>
              <a:endParaRPr/>
            </a:p>
          </p:txBody>
        </p:sp>
      </p:grpSp>
      <p:sp>
        <p:nvSpPr>
          <p:cNvPr id="10" name="object 10"/>
          <p:cNvSpPr txBox="1"/>
          <p:nvPr/>
        </p:nvSpPr>
        <p:spPr>
          <a:xfrm>
            <a:off x="295275" y="2080895"/>
            <a:ext cx="3559810" cy="1422400"/>
          </a:xfrm>
          <a:prstGeom prst="rect">
            <a:avLst/>
          </a:prstGeom>
        </p:spPr>
        <p:txBody>
          <a:bodyPr vert="horz" wrap="square" lIns="0" tIns="109220" rIns="0" bIns="0" rtlCol="0">
            <a:spAutoFit/>
          </a:bodyPr>
          <a:lstStyle/>
          <a:p>
            <a:pPr marL="12700">
              <a:lnSpc>
                <a:spcPct val="100000"/>
              </a:lnSpc>
              <a:spcBef>
                <a:spcPts val="860"/>
              </a:spcBef>
            </a:pPr>
            <a:r>
              <a:rPr sz="1200" spc="-210" dirty="0">
                <a:latin typeface="宋体"/>
                <a:cs typeface="宋体"/>
              </a:rPr>
              <a:t>"</a:t>
            </a:r>
            <a:r>
              <a:rPr sz="1200" spc="-5" dirty="0">
                <a:latin typeface="宋体"/>
                <a:cs typeface="宋体"/>
              </a:rPr>
              <a:t>为降低物流成本，现有两种方案：</a:t>
            </a:r>
            <a:endParaRPr sz="1200">
              <a:latin typeface="宋体"/>
              <a:cs typeface="宋体"/>
            </a:endParaRPr>
          </a:p>
          <a:p>
            <a:pPr marL="12700">
              <a:lnSpc>
                <a:spcPct val="100000"/>
              </a:lnSpc>
              <a:spcBef>
                <a:spcPts val="760"/>
              </a:spcBef>
            </a:pPr>
            <a:r>
              <a:rPr sz="1200" dirty="0">
                <a:latin typeface="宋体"/>
                <a:cs typeface="宋体"/>
              </a:rPr>
              <a:t>①自建区域仓库（初期投入高，长期成本低</a:t>
            </a:r>
            <a:r>
              <a:rPr sz="1200" spc="-50" dirty="0">
                <a:latin typeface="宋体"/>
                <a:cs typeface="宋体"/>
              </a:rPr>
              <a:t>）</a:t>
            </a:r>
            <a:endParaRPr sz="1200">
              <a:latin typeface="宋体"/>
              <a:cs typeface="宋体"/>
            </a:endParaRPr>
          </a:p>
          <a:p>
            <a:pPr marL="12700">
              <a:lnSpc>
                <a:spcPct val="100000"/>
              </a:lnSpc>
              <a:spcBef>
                <a:spcPts val="760"/>
              </a:spcBef>
            </a:pPr>
            <a:r>
              <a:rPr sz="1200" dirty="0">
                <a:latin typeface="宋体"/>
                <a:cs typeface="宋体"/>
              </a:rPr>
              <a:t>②与第三方合作（按需付费，灵活性高</a:t>
            </a:r>
            <a:r>
              <a:rPr sz="1200" spc="-50" dirty="0">
                <a:latin typeface="宋体"/>
                <a:cs typeface="宋体"/>
              </a:rPr>
              <a:t>）</a:t>
            </a:r>
            <a:endParaRPr sz="1200">
              <a:latin typeface="宋体"/>
              <a:cs typeface="宋体"/>
            </a:endParaRPr>
          </a:p>
          <a:p>
            <a:pPr marL="12700" marR="5080">
              <a:lnSpc>
                <a:spcPct val="152800"/>
              </a:lnSpc>
            </a:pPr>
            <a:r>
              <a:rPr sz="1200" dirty="0">
                <a:latin typeface="宋体"/>
                <a:cs typeface="宋体"/>
              </a:rPr>
              <a:t>请根据</a:t>
            </a:r>
            <a:r>
              <a:rPr sz="1200" spc="70" dirty="0">
                <a:latin typeface="宋体"/>
                <a:cs typeface="宋体"/>
              </a:rPr>
              <a:t>ROI</a:t>
            </a:r>
            <a:r>
              <a:rPr sz="1200" dirty="0">
                <a:latin typeface="宋体"/>
                <a:cs typeface="宋体"/>
              </a:rPr>
              <a:t>计算模型，对比5</a:t>
            </a:r>
            <a:r>
              <a:rPr sz="1200" spc="-5" dirty="0">
                <a:latin typeface="宋体"/>
                <a:cs typeface="宋体"/>
              </a:rPr>
              <a:t>年内的总成本并推荐最优</a:t>
            </a:r>
            <a:r>
              <a:rPr sz="1200" spc="-20" dirty="0">
                <a:latin typeface="宋体"/>
                <a:cs typeface="宋体"/>
              </a:rPr>
              <a:t>解。"</a:t>
            </a:r>
            <a:endParaRPr sz="1200">
              <a:latin typeface="宋体"/>
              <a:cs typeface="宋体"/>
            </a:endParaRPr>
          </a:p>
        </p:txBody>
      </p:sp>
      <p:sp>
        <p:nvSpPr>
          <p:cNvPr id="11" name="object 11"/>
          <p:cNvSpPr txBox="1"/>
          <p:nvPr/>
        </p:nvSpPr>
        <p:spPr>
          <a:xfrm>
            <a:off x="2907664" y="1585595"/>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grpSp>
        <p:nvGrpSpPr>
          <p:cNvPr id="12" name="object 12"/>
          <p:cNvGrpSpPr/>
          <p:nvPr/>
        </p:nvGrpSpPr>
        <p:grpSpPr>
          <a:xfrm>
            <a:off x="213359" y="4498975"/>
            <a:ext cx="5766435" cy="1509395"/>
            <a:chOff x="213359" y="4498975"/>
            <a:chExt cx="5766435" cy="1509395"/>
          </a:xfrm>
        </p:grpSpPr>
        <p:sp>
          <p:nvSpPr>
            <p:cNvPr id="13" name="object 13"/>
            <p:cNvSpPr/>
            <p:nvPr/>
          </p:nvSpPr>
          <p:spPr>
            <a:xfrm>
              <a:off x="217931" y="4503419"/>
              <a:ext cx="5758180" cy="1501140"/>
            </a:xfrm>
            <a:custGeom>
              <a:avLst/>
              <a:gdLst/>
              <a:ahLst/>
              <a:cxnLst/>
              <a:rect l="l" t="t" r="r" b="b"/>
              <a:pathLst>
                <a:path w="5758180" h="1501139">
                  <a:moveTo>
                    <a:pt x="5757672" y="1501139"/>
                  </a:moveTo>
                  <a:lnTo>
                    <a:pt x="0" y="1501139"/>
                  </a:lnTo>
                  <a:lnTo>
                    <a:pt x="0" y="0"/>
                  </a:lnTo>
                  <a:lnTo>
                    <a:pt x="5757672" y="0"/>
                  </a:lnTo>
                  <a:lnTo>
                    <a:pt x="5757672" y="1501139"/>
                  </a:lnTo>
                  <a:close/>
                </a:path>
              </a:pathLst>
            </a:custGeom>
            <a:solidFill>
              <a:srgbClr val="FFFFFF"/>
            </a:solidFill>
          </p:spPr>
          <p:txBody>
            <a:bodyPr wrap="square" lIns="0" tIns="0" rIns="0" bIns="0" rtlCol="0"/>
            <a:lstStyle/>
            <a:p>
              <a:endParaRPr/>
            </a:p>
          </p:txBody>
        </p:sp>
        <p:sp>
          <p:nvSpPr>
            <p:cNvPr id="14" name="object 14"/>
            <p:cNvSpPr/>
            <p:nvPr/>
          </p:nvSpPr>
          <p:spPr>
            <a:xfrm>
              <a:off x="213359" y="4498975"/>
              <a:ext cx="5766435" cy="1509395"/>
            </a:xfrm>
            <a:custGeom>
              <a:avLst/>
              <a:gdLst/>
              <a:ahLst/>
              <a:cxnLst/>
              <a:rect l="l" t="t" r="r" b="b"/>
              <a:pathLst>
                <a:path w="5766435" h="1509395">
                  <a:moveTo>
                    <a:pt x="5762625" y="1509395"/>
                  </a:moveTo>
                  <a:lnTo>
                    <a:pt x="3810" y="1509395"/>
                  </a:lnTo>
                  <a:lnTo>
                    <a:pt x="2349" y="1509102"/>
                  </a:lnTo>
                  <a:lnTo>
                    <a:pt x="1117" y="1508277"/>
                  </a:lnTo>
                  <a:lnTo>
                    <a:pt x="292" y="1507045"/>
                  </a:lnTo>
                  <a:lnTo>
                    <a:pt x="0" y="1505585"/>
                  </a:lnTo>
                  <a:lnTo>
                    <a:pt x="0" y="3810"/>
                  </a:lnTo>
                  <a:lnTo>
                    <a:pt x="292" y="2349"/>
                  </a:lnTo>
                  <a:lnTo>
                    <a:pt x="1117" y="1117"/>
                  </a:lnTo>
                  <a:lnTo>
                    <a:pt x="2349" y="292"/>
                  </a:lnTo>
                  <a:lnTo>
                    <a:pt x="3810" y="0"/>
                  </a:lnTo>
                  <a:lnTo>
                    <a:pt x="5762625" y="0"/>
                  </a:lnTo>
                  <a:lnTo>
                    <a:pt x="5764085" y="292"/>
                  </a:lnTo>
                  <a:lnTo>
                    <a:pt x="5765317" y="1117"/>
                  </a:lnTo>
                  <a:lnTo>
                    <a:pt x="5766142" y="2349"/>
                  </a:lnTo>
                  <a:lnTo>
                    <a:pt x="5766435" y="3810"/>
                  </a:lnTo>
                  <a:lnTo>
                    <a:pt x="7619" y="3810"/>
                  </a:lnTo>
                  <a:lnTo>
                    <a:pt x="3810" y="7620"/>
                  </a:lnTo>
                  <a:lnTo>
                    <a:pt x="7619" y="7620"/>
                  </a:lnTo>
                  <a:lnTo>
                    <a:pt x="7619" y="1501775"/>
                  </a:lnTo>
                  <a:lnTo>
                    <a:pt x="3810" y="1501775"/>
                  </a:lnTo>
                  <a:lnTo>
                    <a:pt x="7619" y="1505585"/>
                  </a:lnTo>
                  <a:lnTo>
                    <a:pt x="5766435" y="1505585"/>
                  </a:lnTo>
                  <a:lnTo>
                    <a:pt x="5766142" y="1507045"/>
                  </a:lnTo>
                  <a:lnTo>
                    <a:pt x="5765317" y="1508277"/>
                  </a:lnTo>
                  <a:lnTo>
                    <a:pt x="5764085" y="1509102"/>
                  </a:lnTo>
                  <a:lnTo>
                    <a:pt x="5762625" y="1509395"/>
                  </a:lnTo>
                  <a:close/>
                </a:path>
                <a:path w="5766435" h="1509395">
                  <a:moveTo>
                    <a:pt x="7619" y="7620"/>
                  </a:moveTo>
                  <a:lnTo>
                    <a:pt x="3810" y="7620"/>
                  </a:lnTo>
                  <a:lnTo>
                    <a:pt x="7619" y="3810"/>
                  </a:lnTo>
                  <a:lnTo>
                    <a:pt x="7619" y="7620"/>
                  </a:lnTo>
                  <a:close/>
                </a:path>
                <a:path w="5766435" h="1509395">
                  <a:moveTo>
                    <a:pt x="5758815" y="7620"/>
                  </a:moveTo>
                  <a:lnTo>
                    <a:pt x="7619" y="7620"/>
                  </a:lnTo>
                  <a:lnTo>
                    <a:pt x="7619" y="3810"/>
                  </a:lnTo>
                  <a:lnTo>
                    <a:pt x="5758815" y="3810"/>
                  </a:lnTo>
                  <a:lnTo>
                    <a:pt x="5758815" y="7620"/>
                  </a:lnTo>
                  <a:close/>
                </a:path>
                <a:path w="5766435" h="1509395">
                  <a:moveTo>
                    <a:pt x="5758815" y="1505585"/>
                  </a:moveTo>
                  <a:lnTo>
                    <a:pt x="5758815" y="3810"/>
                  </a:lnTo>
                  <a:lnTo>
                    <a:pt x="5762625" y="7620"/>
                  </a:lnTo>
                  <a:lnTo>
                    <a:pt x="5766435" y="7620"/>
                  </a:lnTo>
                  <a:lnTo>
                    <a:pt x="5766435" y="1501775"/>
                  </a:lnTo>
                  <a:lnTo>
                    <a:pt x="5762625" y="1501775"/>
                  </a:lnTo>
                  <a:lnTo>
                    <a:pt x="5758815" y="1505585"/>
                  </a:lnTo>
                  <a:close/>
                </a:path>
                <a:path w="5766435" h="1509395">
                  <a:moveTo>
                    <a:pt x="5766435" y="7620"/>
                  </a:moveTo>
                  <a:lnTo>
                    <a:pt x="5762625" y="7620"/>
                  </a:lnTo>
                  <a:lnTo>
                    <a:pt x="5758815" y="3810"/>
                  </a:lnTo>
                  <a:lnTo>
                    <a:pt x="5766435" y="3810"/>
                  </a:lnTo>
                  <a:lnTo>
                    <a:pt x="5766435" y="7620"/>
                  </a:lnTo>
                  <a:close/>
                </a:path>
                <a:path w="5766435" h="1509395">
                  <a:moveTo>
                    <a:pt x="7619" y="1505585"/>
                  </a:moveTo>
                  <a:lnTo>
                    <a:pt x="3810" y="1501775"/>
                  </a:lnTo>
                  <a:lnTo>
                    <a:pt x="7619" y="1501775"/>
                  </a:lnTo>
                  <a:lnTo>
                    <a:pt x="7619" y="1505585"/>
                  </a:lnTo>
                  <a:close/>
                </a:path>
                <a:path w="5766435" h="1509395">
                  <a:moveTo>
                    <a:pt x="5758815" y="1505585"/>
                  </a:moveTo>
                  <a:lnTo>
                    <a:pt x="7619" y="1505585"/>
                  </a:lnTo>
                  <a:lnTo>
                    <a:pt x="7619" y="1501775"/>
                  </a:lnTo>
                  <a:lnTo>
                    <a:pt x="5758815" y="1501775"/>
                  </a:lnTo>
                  <a:lnTo>
                    <a:pt x="5758815" y="1505585"/>
                  </a:lnTo>
                  <a:close/>
                </a:path>
                <a:path w="5766435" h="1509395">
                  <a:moveTo>
                    <a:pt x="5766435" y="1505585"/>
                  </a:moveTo>
                  <a:lnTo>
                    <a:pt x="5758815" y="1505585"/>
                  </a:lnTo>
                  <a:lnTo>
                    <a:pt x="5762625" y="1501775"/>
                  </a:lnTo>
                  <a:lnTo>
                    <a:pt x="5766435" y="1501775"/>
                  </a:lnTo>
                  <a:lnTo>
                    <a:pt x="5766435" y="1505585"/>
                  </a:lnTo>
                  <a:close/>
                </a:path>
              </a:pathLst>
            </a:custGeom>
            <a:solidFill>
              <a:srgbClr val="C0C0C0"/>
            </a:solidFill>
          </p:spPr>
          <p:txBody>
            <a:bodyPr wrap="square" lIns="0" tIns="0" rIns="0" bIns="0" rtlCol="0"/>
            <a:lstStyle/>
            <a:p>
              <a:endParaRPr/>
            </a:p>
          </p:txBody>
        </p:sp>
      </p:grpSp>
      <p:sp>
        <p:nvSpPr>
          <p:cNvPr id="15" name="object 15"/>
          <p:cNvSpPr txBox="1"/>
          <p:nvPr/>
        </p:nvSpPr>
        <p:spPr>
          <a:xfrm>
            <a:off x="295909" y="4603750"/>
            <a:ext cx="3707129" cy="208279"/>
          </a:xfrm>
          <a:prstGeom prst="rect">
            <a:avLst/>
          </a:prstGeom>
        </p:spPr>
        <p:txBody>
          <a:bodyPr vert="horz" wrap="square" lIns="0" tIns="12700" rIns="0" bIns="0" rtlCol="0">
            <a:spAutoFit/>
          </a:bodyPr>
          <a:lstStyle/>
          <a:p>
            <a:pPr marL="12700">
              <a:lnSpc>
                <a:spcPct val="100000"/>
              </a:lnSpc>
              <a:spcBef>
                <a:spcPts val="100"/>
              </a:spcBef>
            </a:pPr>
            <a:r>
              <a:rPr sz="1200" spc="-210" dirty="0">
                <a:latin typeface="宋体"/>
                <a:cs typeface="宋体"/>
              </a:rPr>
              <a:t>"</a:t>
            </a:r>
            <a:r>
              <a:rPr sz="1200" spc="-35" dirty="0">
                <a:latin typeface="宋体"/>
                <a:cs typeface="宋体"/>
              </a:rPr>
              <a:t>以下是某论文结论：'</a:t>
            </a:r>
            <a:r>
              <a:rPr sz="1200" dirty="0">
                <a:latin typeface="宋体"/>
                <a:cs typeface="宋体"/>
              </a:rPr>
              <a:t>神经网络模型</a:t>
            </a:r>
            <a:r>
              <a:rPr sz="1200" spc="190" dirty="0">
                <a:latin typeface="宋体"/>
                <a:cs typeface="宋体"/>
              </a:rPr>
              <a:t>A</a:t>
            </a:r>
            <a:r>
              <a:rPr sz="1200" dirty="0">
                <a:latin typeface="宋体"/>
                <a:cs typeface="宋体"/>
              </a:rPr>
              <a:t>优于传统方法</a:t>
            </a:r>
            <a:r>
              <a:rPr sz="1200" spc="-75" dirty="0">
                <a:latin typeface="宋体"/>
                <a:cs typeface="宋体"/>
              </a:rPr>
              <a:t>B</a:t>
            </a:r>
            <a:r>
              <a:rPr sz="1200" spc="-65" dirty="0">
                <a:latin typeface="宋体"/>
                <a:cs typeface="宋体"/>
              </a:rPr>
              <a:t>'。</a:t>
            </a:r>
            <a:endParaRPr sz="1200">
              <a:latin typeface="宋体"/>
              <a:cs typeface="宋体"/>
            </a:endParaRPr>
          </a:p>
        </p:txBody>
      </p:sp>
      <p:sp>
        <p:nvSpPr>
          <p:cNvPr id="16" name="object 16"/>
          <p:cNvSpPr txBox="1"/>
          <p:nvPr/>
        </p:nvSpPr>
        <p:spPr>
          <a:xfrm>
            <a:off x="295909" y="4883150"/>
            <a:ext cx="635000"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宋体"/>
                <a:cs typeface="宋体"/>
              </a:rPr>
              <a:t>请验证：</a:t>
            </a:r>
            <a:endParaRPr sz="1200">
              <a:latin typeface="宋体"/>
              <a:cs typeface="宋体"/>
            </a:endParaRPr>
          </a:p>
        </p:txBody>
      </p:sp>
      <p:sp>
        <p:nvSpPr>
          <p:cNvPr id="17" name="object 17"/>
          <p:cNvSpPr txBox="1"/>
          <p:nvPr/>
        </p:nvSpPr>
        <p:spPr>
          <a:xfrm>
            <a:off x="295909" y="5162550"/>
            <a:ext cx="2044064" cy="208279"/>
          </a:xfrm>
          <a:prstGeom prst="rect">
            <a:avLst/>
          </a:prstGeom>
        </p:spPr>
        <p:txBody>
          <a:bodyPr vert="horz" wrap="square" lIns="0" tIns="12700" rIns="0" bIns="0" rtlCol="0">
            <a:spAutoFit/>
          </a:bodyPr>
          <a:lstStyle/>
          <a:p>
            <a:pPr marL="12700">
              <a:lnSpc>
                <a:spcPct val="100000"/>
              </a:lnSpc>
              <a:spcBef>
                <a:spcPts val="100"/>
              </a:spcBef>
            </a:pPr>
            <a:r>
              <a:rPr sz="1200" spc="-45" dirty="0">
                <a:latin typeface="宋体"/>
                <a:cs typeface="宋体"/>
              </a:rPr>
              <a:t>① 实验数据是否支持该结论；</a:t>
            </a:r>
            <a:endParaRPr sz="1200">
              <a:latin typeface="宋体"/>
              <a:cs typeface="宋体"/>
            </a:endParaRPr>
          </a:p>
        </p:txBody>
      </p:sp>
      <p:sp>
        <p:nvSpPr>
          <p:cNvPr id="18" name="object 18"/>
          <p:cNvSpPr txBox="1"/>
          <p:nvPr/>
        </p:nvSpPr>
        <p:spPr>
          <a:xfrm>
            <a:off x="295909" y="5441950"/>
            <a:ext cx="2348865" cy="208279"/>
          </a:xfrm>
          <a:prstGeom prst="rect">
            <a:avLst/>
          </a:prstGeom>
        </p:spPr>
        <p:txBody>
          <a:bodyPr vert="horz" wrap="square" lIns="0" tIns="12700" rIns="0" bIns="0" rtlCol="0">
            <a:spAutoFit/>
          </a:bodyPr>
          <a:lstStyle/>
          <a:p>
            <a:pPr marL="12700">
              <a:lnSpc>
                <a:spcPct val="100000"/>
              </a:lnSpc>
              <a:spcBef>
                <a:spcPts val="100"/>
              </a:spcBef>
            </a:pPr>
            <a:r>
              <a:rPr sz="1200" spc="-45" dirty="0">
                <a:latin typeface="宋体"/>
                <a:cs typeface="宋体"/>
              </a:rPr>
              <a:t>② 检查对照组设置是否存在偏差；</a:t>
            </a:r>
            <a:endParaRPr sz="1200">
              <a:latin typeface="宋体"/>
              <a:cs typeface="宋体"/>
            </a:endParaRPr>
          </a:p>
        </p:txBody>
      </p:sp>
      <p:sp>
        <p:nvSpPr>
          <p:cNvPr id="19" name="object 19"/>
          <p:cNvSpPr txBox="1"/>
          <p:nvPr/>
        </p:nvSpPr>
        <p:spPr>
          <a:xfrm>
            <a:off x="295909" y="5721350"/>
            <a:ext cx="2179320" cy="208279"/>
          </a:xfrm>
          <a:prstGeom prst="rect">
            <a:avLst/>
          </a:prstGeom>
        </p:spPr>
        <p:txBody>
          <a:bodyPr vert="horz" wrap="square" lIns="0" tIns="12700" rIns="0" bIns="0" rtlCol="0">
            <a:spAutoFit/>
          </a:bodyPr>
          <a:lstStyle/>
          <a:p>
            <a:pPr marL="12700">
              <a:lnSpc>
                <a:spcPct val="100000"/>
              </a:lnSpc>
              <a:spcBef>
                <a:spcPts val="100"/>
              </a:spcBef>
            </a:pPr>
            <a:r>
              <a:rPr sz="1200" spc="-55" dirty="0">
                <a:latin typeface="宋体"/>
                <a:cs typeface="宋体"/>
              </a:rPr>
              <a:t>③ 重新计算</a:t>
            </a:r>
            <a:r>
              <a:rPr sz="1200" spc="60" dirty="0">
                <a:latin typeface="宋体"/>
                <a:cs typeface="宋体"/>
              </a:rPr>
              <a:t>p</a:t>
            </a:r>
            <a:r>
              <a:rPr sz="1200" spc="-20" dirty="0">
                <a:latin typeface="宋体"/>
                <a:cs typeface="宋体"/>
              </a:rPr>
              <a:t>值并判断显著性。"</a:t>
            </a:r>
            <a:endParaRPr sz="1200">
              <a:latin typeface="宋体"/>
              <a:cs typeface="宋体"/>
            </a:endParaRPr>
          </a:p>
        </p:txBody>
      </p:sp>
      <p:sp>
        <p:nvSpPr>
          <p:cNvPr id="20" name="object 20"/>
          <p:cNvSpPr txBox="1"/>
          <p:nvPr/>
        </p:nvSpPr>
        <p:spPr>
          <a:xfrm>
            <a:off x="3110229" y="4006215"/>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pic>
        <p:nvPicPr>
          <p:cNvPr id="21" name="object 21"/>
          <p:cNvPicPr/>
          <p:nvPr/>
        </p:nvPicPr>
        <p:blipFill>
          <a:blip r:embed="rId4" cstate="print"/>
          <a:stretch>
            <a:fillRect/>
          </a:stretch>
        </p:blipFill>
        <p:spPr>
          <a:xfrm>
            <a:off x="4158118" y="1532686"/>
            <a:ext cx="2185110" cy="620639"/>
          </a:xfrm>
          <a:prstGeom prst="rect">
            <a:avLst/>
          </a:prstGeom>
        </p:spPr>
      </p:pic>
      <p:sp>
        <p:nvSpPr>
          <p:cNvPr id="22" name="object 22"/>
          <p:cNvSpPr txBox="1"/>
          <p:nvPr/>
        </p:nvSpPr>
        <p:spPr>
          <a:xfrm>
            <a:off x="4776851" y="1562480"/>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Microsoft JhengHei"/>
                <a:cs typeface="Microsoft JhengHei"/>
              </a:rPr>
              <a:t>分析需求</a:t>
            </a:r>
            <a:endParaRPr sz="1800">
              <a:latin typeface="Microsoft JhengHei"/>
              <a:cs typeface="Microsoft JhengHei"/>
            </a:endParaRPr>
          </a:p>
        </p:txBody>
      </p:sp>
      <p:grpSp>
        <p:nvGrpSpPr>
          <p:cNvPr id="23" name="object 23"/>
          <p:cNvGrpSpPr/>
          <p:nvPr/>
        </p:nvGrpSpPr>
        <p:grpSpPr>
          <a:xfrm>
            <a:off x="4164329" y="2059304"/>
            <a:ext cx="3860800" cy="1522730"/>
            <a:chOff x="4164329" y="2059304"/>
            <a:chExt cx="3860800" cy="1522730"/>
          </a:xfrm>
        </p:grpSpPr>
        <p:sp>
          <p:nvSpPr>
            <p:cNvPr id="24" name="object 24"/>
            <p:cNvSpPr/>
            <p:nvPr/>
          </p:nvSpPr>
          <p:spPr>
            <a:xfrm>
              <a:off x="4168139" y="2063495"/>
              <a:ext cx="3853179" cy="1515110"/>
            </a:xfrm>
            <a:custGeom>
              <a:avLst/>
              <a:gdLst/>
              <a:ahLst/>
              <a:cxnLst/>
              <a:rect l="l" t="t" r="r" b="b"/>
              <a:pathLst>
                <a:path w="3853179" h="1515110">
                  <a:moveTo>
                    <a:pt x="3852671" y="1514855"/>
                  </a:moveTo>
                  <a:lnTo>
                    <a:pt x="0" y="1514855"/>
                  </a:lnTo>
                  <a:lnTo>
                    <a:pt x="0" y="0"/>
                  </a:lnTo>
                  <a:lnTo>
                    <a:pt x="3852671" y="0"/>
                  </a:lnTo>
                  <a:lnTo>
                    <a:pt x="3852671" y="1514855"/>
                  </a:lnTo>
                  <a:close/>
                </a:path>
              </a:pathLst>
            </a:custGeom>
            <a:solidFill>
              <a:srgbClr val="FFFFFF"/>
            </a:solidFill>
          </p:spPr>
          <p:txBody>
            <a:bodyPr wrap="square" lIns="0" tIns="0" rIns="0" bIns="0" rtlCol="0"/>
            <a:lstStyle/>
            <a:p>
              <a:endParaRPr/>
            </a:p>
          </p:txBody>
        </p:sp>
        <p:sp>
          <p:nvSpPr>
            <p:cNvPr id="25" name="object 25"/>
            <p:cNvSpPr/>
            <p:nvPr/>
          </p:nvSpPr>
          <p:spPr>
            <a:xfrm>
              <a:off x="4164329" y="2059304"/>
              <a:ext cx="3860800" cy="1522730"/>
            </a:xfrm>
            <a:custGeom>
              <a:avLst/>
              <a:gdLst/>
              <a:ahLst/>
              <a:cxnLst/>
              <a:rect l="l" t="t" r="r" b="b"/>
              <a:pathLst>
                <a:path w="3860800" h="1522729">
                  <a:moveTo>
                    <a:pt x="3856990" y="1522730"/>
                  </a:moveTo>
                  <a:lnTo>
                    <a:pt x="3810" y="1522730"/>
                  </a:lnTo>
                  <a:lnTo>
                    <a:pt x="2349" y="1522437"/>
                  </a:lnTo>
                  <a:lnTo>
                    <a:pt x="1117" y="1521612"/>
                  </a:lnTo>
                  <a:lnTo>
                    <a:pt x="292" y="1520380"/>
                  </a:lnTo>
                  <a:lnTo>
                    <a:pt x="0" y="1518920"/>
                  </a:lnTo>
                  <a:lnTo>
                    <a:pt x="0" y="3810"/>
                  </a:lnTo>
                  <a:lnTo>
                    <a:pt x="292" y="2349"/>
                  </a:lnTo>
                  <a:lnTo>
                    <a:pt x="1117" y="1117"/>
                  </a:lnTo>
                  <a:lnTo>
                    <a:pt x="2349" y="292"/>
                  </a:lnTo>
                  <a:lnTo>
                    <a:pt x="3810" y="0"/>
                  </a:lnTo>
                  <a:lnTo>
                    <a:pt x="3856990" y="0"/>
                  </a:lnTo>
                  <a:lnTo>
                    <a:pt x="3858450" y="292"/>
                  </a:lnTo>
                  <a:lnTo>
                    <a:pt x="3859682" y="1117"/>
                  </a:lnTo>
                  <a:lnTo>
                    <a:pt x="3860507" y="2349"/>
                  </a:lnTo>
                  <a:lnTo>
                    <a:pt x="3860800" y="3810"/>
                  </a:lnTo>
                  <a:lnTo>
                    <a:pt x="7620" y="3810"/>
                  </a:lnTo>
                  <a:lnTo>
                    <a:pt x="3810" y="7620"/>
                  </a:lnTo>
                  <a:lnTo>
                    <a:pt x="7620" y="7620"/>
                  </a:lnTo>
                  <a:lnTo>
                    <a:pt x="7620" y="1515110"/>
                  </a:lnTo>
                  <a:lnTo>
                    <a:pt x="3810" y="1515110"/>
                  </a:lnTo>
                  <a:lnTo>
                    <a:pt x="7620" y="1518920"/>
                  </a:lnTo>
                  <a:lnTo>
                    <a:pt x="3860800" y="1518920"/>
                  </a:lnTo>
                  <a:lnTo>
                    <a:pt x="3860507" y="1520380"/>
                  </a:lnTo>
                  <a:lnTo>
                    <a:pt x="3859682" y="1521612"/>
                  </a:lnTo>
                  <a:lnTo>
                    <a:pt x="3858450" y="1522437"/>
                  </a:lnTo>
                  <a:lnTo>
                    <a:pt x="3856990" y="1522730"/>
                  </a:lnTo>
                  <a:close/>
                </a:path>
                <a:path w="3860800" h="1522729">
                  <a:moveTo>
                    <a:pt x="7620" y="7620"/>
                  </a:moveTo>
                  <a:lnTo>
                    <a:pt x="3810" y="7620"/>
                  </a:lnTo>
                  <a:lnTo>
                    <a:pt x="7620" y="3810"/>
                  </a:lnTo>
                  <a:lnTo>
                    <a:pt x="7620" y="7620"/>
                  </a:lnTo>
                  <a:close/>
                </a:path>
                <a:path w="3860800" h="1522729">
                  <a:moveTo>
                    <a:pt x="3853179" y="7620"/>
                  </a:moveTo>
                  <a:lnTo>
                    <a:pt x="7620" y="7620"/>
                  </a:lnTo>
                  <a:lnTo>
                    <a:pt x="7620" y="3810"/>
                  </a:lnTo>
                  <a:lnTo>
                    <a:pt x="3853179" y="3810"/>
                  </a:lnTo>
                  <a:lnTo>
                    <a:pt x="3853179" y="7620"/>
                  </a:lnTo>
                  <a:close/>
                </a:path>
                <a:path w="3860800" h="1522729">
                  <a:moveTo>
                    <a:pt x="3853179" y="1518920"/>
                  </a:moveTo>
                  <a:lnTo>
                    <a:pt x="3853179" y="3810"/>
                  </a:lnTo>
                  <a:lnTo>
                    <a:pt x="3856990" y="7620"/>
                  </a:lnTo>
                  <a:lnTo>
                    <a:pt x="3860800" y="7620"/>
                  </a:lnTo>
                  <a:lnTo>
                    <a:pt x="3860800" y="1515110"/>
                  </a:lnTo>
                  <a:lnTo>
                    <a:pt x="3856990" y="1515110"/>
                  </a:lnTo>
                  <a:lnTo>
                    <a:pt x="3853179" y="1518920"/>
                  </a:lnTo>
                  <a:close/>
                </a:path>
                <a:path w="3860800" h="1522729">
                  <a:moveTo>
                    <a:pt x="3860800" y="7620"/>
                  </a:moveTo>
                  <a:lnTo>
                    <a:pt x="3856990" y="7620"/>
                  </a:lnTo>
                  <a:lnTo>
                    <a:pt x="3853179" y="3810"/>
                  </a:lnTo>
                  <a:lnTo>
                    <a:pt x="3860800" y="3810"/>
                  </a:lnTo>
                  <a:lnTo>
                    <a:pt x="3860800" y="7620"/>
                  </a:lnTo>
                  <a:close/>
                </a:path>
                <a:path w="3860800" h="1522729">
                  <a:moveTo>
                    <a:pt x="7620" y="1518920"/>
                  </a:moveTo>
                  <a:lnTo>
                    <a:pt x="3810" y="1515110"/>
                  </a:lnTo>
                  <a:lnTo>
                    <a:pt x="7620" y="1515110"/>
                  </a:lnTo>
                  <a:lnTo>
                    <a:pt x="7620" y="1518920"/>
                  </a:lnTo>
                  <a:close/>
                </a:path>
                <a:path w="3860800" h="1522729">
                  <a:moveTo>
                    <a:pt x="3853179" y="1518920"/>
                  </a:moveTo>
                  <a:lnTo>
                    <a:pt x="7620" y="1518920"/>
                  </a:lnTo>
                  <a:lnTo>
                    <a:pt x="7620" y="1515110"/>
                  </a:lnTo>
                  <a:lnTo>
                    <a:pt x="3853179" y="1515110"/>
                  </a:lnTo>
                  <a:lnTo>
                    <a:pt x="3853179" y="1518920"/>
                  </a:lnTo>
                  <a:close/>
                </a:path>
                <a:path w="3860800" h="1522729">
                  <a:moveTo>
                    <a:pt x="3860800" y="1518920"/>
                  </a:moveTo>
                  <a:lnTo>
                    <a:pt x="3853179" y="1518920"/>
                  </a:lnTo>
                  <a:lnTo>
                    <a:pt x="3856990" y="1515110"/>
                  </a:lnTo>
                  <a:lnTo>
                    <a:pt x="3860800" y="1515110"/>
                  </a:lnTo>
                  <a:lnTo>
                    <a:pt x="3860800" y="1518920"/>
                  </a:lnTo>
                  <a:close/>
                </a:path>
              </a:pathLst>
            </a:custGeom>
            <a:solidFill>
              <a:srgbClr val="C0C0C0"/>
            </a:solidFill>
          </p:spPr>
          <p:txBody>
            <a:bodyPr wrap="square" lIns="0" tIns="0" rIns="0" bIns="0" rtlCol="0"/>
            <a:lstStyle/>
            <a:p>
              <a:endParaRPr/>
            </a:p>
          </p:txBody>
        </p:sp>
      </p:grpSp>
      <p:sp>
        <p:nvSpPr>
          <p:cNvPr id="26" name="object 26"/>
          <p:cNvSpPr txBox="1"/>
          <p:nvPr/>
        </p:nvSpPr>
        <p:spPr>
          <a:xfrm>
            <a:off x="4246879" y="2220595"/>
            <a:ext cx="3585210" cy="1143000"/>
          </a:xfrm>
          <a:prstGeom prst="rect">
            <a:avLst/>
          </a:prstGeom>
        </p:spPr>
        <p:txBody>
          <a:bodyPr vert="horz" wrap="square" lIns="0" tIns="109220" rIns="0" bIns="0" rtlCol="0">
            <a:spAutoFit/>
          </a:bodyPr>
          <a:lstStyle/>
          <a:p>
            <a:pPr marL="12700">
              <a:lnSpc>
                <a:spcPct val="100000"/>
              </a:lnSpc>
              <a:spcBef>
                <a:spcPts val="860"/>
              </a:spcBef>
            </a:pPr>
            <a:r>
              <a:rPr sz="1200" spc="-210" dirty="0">
                <a:latin typeface="宋体"/>
                <a:cs typeface="宋体"/>
              </a:rPr>
              <a:t>"</a:t>
            </a:r>
            <a:r>
              <a:rPr sz="1200" dirty="0">
                <a:latin typeface="宋体"/>
                <a:cs typeface="宋体"/>
              </a:rPr>
              <a:t>分析近三年新能源汽车销量数据（附</a:t>
            </a:r>
            <a:r>
              <a:rPr sz="1200" spc="70" dirty="0">
                <a:latin typeface="宋体"/>
                <a:cs typeface="宋体"/>
              </a:rPr>
              <a:t>CSV），</a:t>
            </a:r>
            <a:r>
              <a:rPr sz="1200" spc="-20" dirty="0">
                <a:latin typeface="宋体"/>
                <a:cs typeface="宋体"/>
              </a:rPr>
              <a:t>说明：</a:t>
            </a:r>
            <a:endParaRPr sz="1200">
              <a:latin typeface="宋体"/>
              <a:cs typeface="宋体"/>
            </a:endParaRPr>
          </a:p>
          <a:p>
            <a:pPr marL="12700">
              <a:lnSpc>
                <a:spcPct val="100000"/>
              </a:lnSpc>
              <a:spcBef>
                <a:spcPts val="760"/>
              </a:spcBef>
            </a:pPr>
            <a:r>
              <a:rPr sz="1200" spc="-45" dirty="0">
                <a:latin typeface="宋体"/>
                <a:cs typeface="宋体"/>
              </a:rPr>
              <a:t>① 增长趋势与政策关联性；</a:t>
            </a:r>
            <a:endParaRPr sz="1200">
              <a:latin typeface="宋体"/>
              <a:cs typeface="宋体"/>
            </a:endParaRPr>
          </a:p>
          <a:p>
            <a:pPr marL="12700" marR="5080">
              <a:lnSpc>
                <a:spcPct val="152800"/>
              </a:lnSpc>
            </a:pPr>
            <a:r>
              <a:rPr sz="1200" spc="-80" dirty="0">
                <a:latin typeface="宋体"/>
                <a:cs typeface="宋体"/>
              </a:rPr>
              <a:t>② 预测</a:t>
            </a:r>
            <a:r>
              <a:rPr sz="1200" dirty="0">
                <a:latin typeface="宋体"/>
                <a:cs typeface="宋体"/>
              </a:rPr>
              <a:t>2025年市占率，需使用</a:t>
            </a:r>
            <a:r>
              <a:rPr sz="1200" spc="140" dirty="0">
                <a:latin typeface="宋体"/>
                <a:cs typeface="宋体"/>
              </a:rPr>
              <a:t>ARIMA</a:t>
            </a:r>
            <a:r>
              <a:rPr sz="1200" spc="-10" dirty="0">
                <a:latin typeface="宋体"/>
                <a:cs typeface="宋体"/>
              </a:rPr>
              <a:t>模型并解释参数选择依据。"</a:t>
            </a:r>
            <a:endParaRPr sz="1200">
              <a:latin typeface="宋体"/>
              <a:cs typeface="宋体"/>
            </a:endParaRPr>
          </a:p>
        </p:txBody>
      </p:sp>
      <p:sp>
        <p:nvSpPr>
          <p:cNvPr id="27" name="object 27"/>
          <p:cNvSpPr txBox="1"/>
          <p:nvPr/>
        </p:nvSpPr>
        <p:spPr>
          <a:xfrm>
            <a:off x="6862444" y="1579879"/>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pic>
        <p:nvPicPr>
          <p:cNvPr id="28" name="object 28"/>
          <p:cNvPicPr/>
          <p:nvPr/>
        </p:nvPicPr>
        <p:blipFill>
          <a:blip r:embed="rId5" cstate="print"/>
          <a:stretch>
            <a:fillRect/>
          </a:stretch>
        </p:blipFill>
        <p:spPr>
          <a:xfrm>
            <a:off x="6176148" y="3996486"/>
            <a:ext cx="2185110" cy="616474"/>
          </a:xfrm>
          <a:prstGeom prst="rect">
            <a:avLst/>
          </a:prstGeom>
        </p:spPr>
      </p:pic>
      <p:sp>
        <p:nvSpPr>
          <p:cNvPr id="29" name="object 29"/>
          <p:cNvSpPr txBox="1"/>
          <p:nvPr/>
        </p:nvSpPr>
        <p:spPr>
          <a:xfrm>
            <a:off x="6794881" y="4026280"/>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Microsoft JhengHei"/>
                <a:cs typeface="Microsoft JhengHei"/>
              </a:rPr>
              <a:t>执行需求</a:t>
            </a:r>
            <a:endParaRPr sz="1800">
              <a:latin typeface="Microsoft JhengHei"/>
              <a:cs typeface="Microsoft JhengHei"/>
            </a:endParaRPr>
          </a:p>
        </p:txBody>
      </p:sp>
      <p:sp>
        <p:nvSpPr>
          <p:cNvPr id="30" name="object 30"/>
          <p:cNvSpPr txBox="1"/>
          <p:nvPr/>
        </p:nvSpPr>
        <p:spPr>
          <a:xfrm>
            <a:off x="8977630" y="4043679"/>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grpSp>
        <p:nvGrpSpPr>
          <p:cNvPr id="31" name="object 31"/>
          <p:cNvGrpSpPr/>
          <p:nvPr/>
        </p:nvGrpSpPr>
        <p:grpSpPr>
          <a:xfrm>
            <a:off x="6189979" y="4502784"/>
            <a:ext cx="5767070" cy="1504950"/>
            <a:chOff x="6189979" y="4502784"/>
            <a:chExt cx="5767070" cy="1504950"/>
          </a:xfrm>
        </p:grpSpPr>
        <p:sp>
          <p:nvSpPr>
            <p:cNvPr id="32" name="object 32"/>
            <p:cNvSpPr/>
            <p:nvPr/>
          </p:nvSpPr>
          <p:spPr>
            <a:xfrm>
              <a:off x="6193535" y="4506467"/>
              <a:ext cx="5759450" cy="1498600"/>
            </a:xfrm>
            <a:custGeom>
              <a:avLst/>
              <a:gdLst/>
              <a:ahLst/>
              <a:cxnLst/>
              <a:rect l="l" t="t" r="r" b="b"/>
              <a:pathLst>
                <a:path w="5759450" h="1498600">
                  <a:moveTo>
                    <a:pt x="5759196" y="1498091"/>
                  </a:moveTo>
                  <a:lnTo>
                    <a:pt x="0" y="1498091"/>
                  </a:lnTo>
                  <a:lnTo>
                    <a:pt x="0" y="0"/>
                  </a:lnTo>
                  <a:lnTo>
                    <a:pt x="5759196" y="0"/>
                  </a:lnTo>
                  <a:lnTo>
                    <a:pt x="5759196" y="1498091"/>
                  </a:lnTo>
                  <a:close/>
                </a:path>
              </a:pathLst>
            </a:custGeom>
            <a:solidFill>
              <a:srgbClr val="FFFFFF"/>
            </a:solidFill>
          </p:spPr>
          <p:txBody>
            <a:bodyPr wrap="square" lIns="0" tIns="0" rIns="0" bIns="0" rtlCol="0"/>
            <a:lstStyle/>
            <a:p>
              <a:endParaRPr/>
            </a:p>
          </p:txBody>
        </p:sp>
        <p:sp>
          <p:nvSpPr>
            <p:cNvPr id="33" name="object 33"/>
            <p:cNvSpPr/>
            <p:nvPr/>
          </p:nvSpPr>
          <p:spPr>
            <a:xfrm>
              <a:off x="6189979" y="4502784"/>
              <a:ext cx="5767070" cy="1504950"/>
            </a:xfrm>
            <a:custGeom>
              <a:avLst/>
              <a:gdLst/>
              <a:ahLst/>
              <a:cxnLst/>
              <a:rect l="l" t="t" r="r" b="b"/>
              <a:pathLst>
                <a:path w="5767070" h="1504950">
                  <a:moveTo>
                    <a:pt x="5763260" y="1504950"/>
                  </a:moveTo>
                  <a:lnTo>
                    <a:pt x="3810" y="1504950"/>
                  </a:lnTo>
                  <a:lnTo>
                    <a:pt x="2349" y="1504657"/>
                  </a:lnTo>
                  <a:lnTo>
                    <a:pt x="1117" y="1503832"/>
                  </a:lnTo>
                  <a:lnTo>
                    <a:pt x="292" y="1502600"/>
                  </a:lnTo>
                  <a:lnTo>
                    <a:pt x="0" y="1501139"/>
                  </a:lnTo>
                  <a:lnTo>
                    <a:pt x="0" y="3810"/>
                  </a:lnTo>
                  <a:lnTo>
                    <a:pt x="292" y="2349"/>
                  </a:lnTo>
                  <a:lnTo>
                    <a:pt x="1117" y="1117"/>
                  </a:lnTo>
                  <a:lnTo>
                    <a:pt x="2349" y="292"/>
                  </a:lnTo>
                  <a:lnTo>
                    <a:pt x="3810" y="0"/>
                  </a:lnTo>
                  <a:lnTo>
                    <a:pt x="5763260" y="0"/>
                  </a:lnTo>
                  <a:lnTo>
                    <a:pt x="5764720" y="292"/>
                  </a:lnTo>
                  <a:lnTo>
                    <a:pt x="5765952" y="1117"/>
                  </a:lnTo>
                  <a:lnTo>
                    <a:pt x="5766777" y="2349"/>
                  </a:lnTo>
                  <a:lnTo>
                    <a:pt x="5767070" y="3810"/>
                  </a:lnTo>
                  <a:lnTo>
                    <a:pt x="7620" y="3810"/>
                  </a:lnTo>
                  <a:lnTo>
                    <a:pt x="3810" y="7619"/>
                  </a:lnTo>
                  <a:lnTo>
                    <a:pt x="7620" y="7619"/>
                  </a:lnTo>
                  <a:lnTo>
                    <a:pt x="7620" y="1497329"/>
                  </a:lnTo>
                  <a:lnTo>
                    <a:pt x="3810" y="1497329"/>
                  </a:lnTo>
                  <a:lnTo>
                    <a:pt x="7620" y="1501139"/>
                  </a:lnTo>
                  <a:lnTo>
                    <a:pt x="5767070" y="1501139"/>
                  </a:lnTo>
                  <a:lnTo>
                    <a:pt x="5766777" y="1502600"/>
                  </a:lnTo>
                  <a:lnTo>
                    <a:pt x="5765952" y="1503832"/>
                  </a:lnTo>
                  <a:lnTo>
                    <a:pt x="5764720" y="1504657"/>
                  </a:lnTo>
                  <a:lnTo>
                    <a:pt x="5763260" y="1504950"/>
                  </a:lnTo>
                  <a:close/>
                </a:path>
                <a:path w="5767070" h="1504950">
                  <a:moveTo>
                    <a:pt x="7620" y="7619"/>
                  </a:moveTo>
                  <a:lnTo>
                    <a:pt x="3810" y="7619"/>
                  </a:lnTo>
                  <a:lnTo>
                    <a:pt x="7620" y="3810"/>
                  </a:lnTo>
                  <a:lnTo>
                    <a:pt x="7620" y="7619"/>
                  </a:lnTo>
                  <a:close/>
                </a:path>
                <a:path w="5767070" h="1504950">
                  <a:moveTo>
                    <a:pt x="5759450" y="7619"/>
                  </a:moveTo>
                  <a:lnTo>
                    <a:pt x="7620" y="7619"/>
                  </a:lnTo>
                  <a:lnTo>
                    <a:pt x="7620" y="3810"/>
                  </a:lnTo>
                  <a:lnTo>
                    <a:pt x="5759450" y="3810"/>
                  </a:lnTo>
                  <a:lnTo>
                    <a:pt x="5759450" y="7619"/>
                  </a:lnTo>
                  <a:close/>
                </a:path>
                <a:path w="5767070" h="1504950">
                  <a:moveTo>
                    <a:pt x="5759450" y="1501139"/>
                  </a:moveTo>
                  <a:lnTo>
                    <a:pt x="5759450" y="3810"/>
                  </a:lnTo>
                  <a:lnTo>
                    <a:pt x="5763260" y="7619"/>
                  </a:lnTo>
                  <a:lnTo>
                    <a:pt x="5767070" y="7619"/>
                  </a:lnTo>
                  <a:lnTo>
                    <a:pt x="5767070" y="1497329"/>
                  </a:lnTo>
                  <a:lnTo>
                    <a:pt x="5763260" y="1497329"/>
                  </a:lnTo>
                  <a:lnTo>
                    <a:pt x="5759450" y="1501139"/>
                  </a:lnTo>
                  <a:close/>
                </a:path>
                <a:path w="5767070" h="1504950">
                  <a:moveTo>
                    <a:pt x="5767070" y="7619"/>
                  </a:moveTo>
                  <a:lnTo>
                    <a:pt x="5763260" y="7619"/>
                  </a:lnTo>
                  <a:lnTo>
                    <a:pt x="5759450" y="3810"/>
                  </a:lnTo>
                  <a:lnTo>
                    <a:pt x="5767070" y="3810"/>
                  </a:lnTo>
                  <a:lnTo>
                    <a:pt x="5767070" y="7619"/>
                  </a:lnTo>
                  <a:close/>
                </a:path>
                <a:path w="5767070" h="1504950">
                  <a:moveTo>
                    <a:pt x="7620" y="1501139"/>
                  </a:moveTo>
                  <a:lnTo>
                    <a:pt x="3810" y="1497329"/>
                  </a:lnTo>
                  <a:lnTo>
                    <a:pt x="7620" y="1497329"/>
                  </a:lnTo>
                  <a:lnTo>
                    <a:pt x="7620" y="1501139"/>
                  </a:lnTo>
                  <a:close/>
                </a:path>
                <a:path w="5767070" h="1504950">
                  <a:moveTo>
                    <a:pt x="5759450" y="1501139"/>
                  </a:moveTo>
                  <a:lnTo>
                    <a:pt x="7620" y="1501139"/>
                  </a:lnTo>
                  <a:lnTo>
                    <a:pt x="7620" y="1497329"/>
                  </a:lnTo>
                  <a:lnTo>
                    <a:pt x="5759450" y="1497329"/>
                  </a:lnTo>
                  <a:lnTo>
                    <a:pt x="5759450" y="1501139"/>
                  </a:lnTo>
                  <a:close/>
                </a:path>
                <a:path w="5767070" h="1504950">
                  <a:moveTo>
                    <a:pt x="5767070" y="1501139"/>
                  </a:moveTo>
                  <a:lnTo>
                    <a:pt x="5759450" y="1501139"/>
                  </a:lnTo>
                  <a:lnTo>
                    <a:pt x="5763260" y="1497329"/>
                  </a:lnTo>
                  <a:lnTo>
                    <a:pt x="5767070" y="1497329"/>
                  </a:lnTo>
                  <a:lnTo>
                    <a:pt x="5767070" y="1501139"/>
                  </a:lnTo>
                  <a:close/>
                </a:path>
              </a:pathLst>
            </a:custGeom>
            <a:solidFill>
              <a:srgbClr val="C0C0C0"/>
            </a:solidFill>
          </p:spPr>
          <p:txBody>
            <a:bodyPr wrap="square" lIns="0" tIns="0" rIns="0" bIns="0" rtlCol="0"/>
            <a:lstStyle/>
            <a:p>
              <a:endParaRPr/>
            </a:p>
          </p:txBody>
        </p:sp>
      </p:grpSp>
      <p:sp>
        <p:nvSpPr>
          <p:cNvPr id="34" name="object 34"/>
          <p:cNvSpPr txBox="1"/>
          <p:nvPr/>
        </p:nvSpPr>
        <p:spPr>
          <a:xfrm>
            <a:off x="6272529" y="4655184"/>
            <a:ext cx="2762885" cy="1143000"/>
          </a:xfrm>
          <a:prstGeom prst="rect">
            <a:avLst/>
          </a:prstGeom>
        </p:spPr>
        <p:txBody>
          <a:bodyPr vert="horz" wrap="square" lIns="0" tIns="109220" rIns="0" bIns="0" rtlCol="0">
            <a:spAutoFit/>
          </a:bodyPr>
          <a:lstStyle/>
          <a:p>
            <a:pPr marL="12700">
              <a:lnSpc>
                <a:spcPct val="100000"/>
              </a:lnSpc>
              <a:spcBef>
                <a:spcPts val="860"/>
              </a:spcBef>
            </a:pPr>
            <a:r>
              <a:rPr sz="1200" spc="-210" dirty="0">
                <a:latin typeface="宋体"/>
                <a:cs typeface="宋体"/>
              </a:rPr>
              <a:t>"</a:t>
            </a:r>
            <a:r>
              <a:rPr sz="1200" dirty="0">
                <a:latin typeface="宋体"/>
                <a:cs typeface="宋体"/>
              </a:rPr>
              <a:t>将以下</a:t>
            </a:r>
            <a:r>
              <a:rPr sz="1200" spc="150" dirty="0">
                <a:latin typeface="宋体"/>
                <a:cs typeface="宋体"/>
              </a:rPr>
              <a:t>C</a:t>
            </a:r>
            <a:r>
              <a:rPr sz="1200" dirty="0">
                <a:latin typeface="宋体"/>
                <a:cs typeface="宋体"/>
              </a:rPr>
              <a:t>语言代码转换为</a:t>
            </a:r>
            <a:r>
              <a:rPr sz="1200" spc="-10" dirty="0">
                <a:latin typeface="宋体"/>
                <a:cs typeface="宋体"/>
              </a:rPr>
              <a:t>Python</a:t>
            </a:r>
            <a:r>
              <a:rPr sz="1200" spc="-20" dirty="0">
                <a:latin typeface="宋体"/>
                <a:cs typeface="宋体"/>
              </a:rPr>
              <a:t>，要求：</a:t>
            </a:r>
            <a:endParaRPr sz="1200">
              <a:latin typeface="宋体"/>
              <a:cs typeface="宋体"/>
            </a:endParaRPr>
          </a:p>
          <a:p>
            <a:pPr marL="12700">
              <a:lnSpc>
                <a:spcPct val="100000"/>
              </a:lnSpc>
              <a:spcBef>
                <a:spcPts val="760"/>
              </a:spcBef>
            </a:pPr>
            <a:r>
              <a:rPr sz="1200" spc="-45" dirty="0">
                <a:latin typeface="宋体"/>
                <a:cs typeface="宋体"/>
              </a:rPr>
              <a:t>① 保持时间复杂度不变；</a:t>
            </a:r>
            <a:endParaRPr sz="1200">
              <a:latin typeface="宋体"/>
              <a:cs typeface="宋体"/>
            </a:endParaRPr>
          </a:p>
          <a:p>
            <a:pPr marL="12700">
              <a:lnSpc>
                <a:spcPct val="100000"/>
              </a:lnSpc>
              <a:spcBef>
                <a:spcPts val="760"/>
              </a:spcBef>
            </a:pPr>
            <a:r>
              <a:rPr sz="1200" spc="-80" dirty="0">
                <a:latin typeface="宋体"/>
                <a:cs typeface="宋体"/>
              </a:rPr>
              <a:t>② 使用</a:t>
            </a:r>
            <a:r>
              <a:rPr sz="1200" spc="114" dirty="0">
                <a:latin typeface="宋体"/>
                <a:cs typeface="宋体"/>
              </a:rPr>
              <a:t>numpy</a:t>
            </a:r>
            <a:r>
              <a:rPr sz="1200" spc="-10" dirty="0">
                <a:latin typeface="宋体"/>
                <a:cs typeface="宋体"/>
              </a:rPr>
              <a:t>优化数组操作；</a:t>
            </a:r>
            <a:endParaRPr sz="1200">
              <a:latin typeface="宋体"/>
              <a:cs typeface="宋体"/>
            </a:endParaRPr>
          </a:p>
          <a:p>
            <a:pPr marL="12700">
              <a:lnSpc>
                <a:spcPct val="100000"/>
              </a:lnSpc>
              <a:spcBef>
                <a:spcPts val="760"/>
              </a:spcBef>
            </a:pPr>
            <a:r>
              <a:rPr sz="1200" spc="-45" dirty="0">
                <a:latin typeface="宋体"/>
                <a:cs typeface="宋体"/>
              </a:rPr>
              <a:t>③ 输出带时间测试案例的完整代码。"</a:t>
            </a:r>
            <a:endParaRPr sz="1200">
              <a:latin typeface="宋体"/>
              <a:cs typeface="宋体"/>
            </a:endParaRPr>
          </a:p>
        </p:txBody>
      </p:sp>
      <p:pic>
        <p:nvPicPr>
          <p:cNvPr id="35" name="object 35"/>
          <p:cNvPicPr/>
          <p:nvPr/>
        </p:nvPicPr>
        <p:blipFill>
          <a:blip r:embed="rId6" cstate="print"/>
          <a:stretch>
            <a:fillRect/>
          </a:stretch>
        </p:blipFill>
        <p:spPr>
          <a:xfrm>
            <a:off x="8109723" y="1528876"/>
            <a:ext cx="2185110" cy="620639"/>
          </a:xfrm>
          <a:prstGeom prst="rect">
            <a:avLst/>
          </a:prstGeom>
        </p:spPr>
      </p:pic>
      <p:sp>
        <p:nvSpPr>
          <p:cNvPr id="36" name="object 36"/>
          <p:cNvSpPr txBox="1"/>
          <p:nvPr/>
        </p:nvSpPr>
        <p:spPr>
          <a:xfrm>
            <a:off x="8651620" y="1558671"/>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创造性需求</a:t>
            </a:r>
            <a:endParaRPr sz="1800">
              <a:latin typeface="Microsoft JhengHei"/>
              <a:cs typeface="Microsoft JhengHei"/>
            </a:endParaRPr>
          </a:p>
        </p:txBody>
      </p:sp>
      <p:grpSp>
        <p:nvGrpSpPr>
          <p:cNvPr id="37" name="object 37"/>
          <p:cNvGrpSpPr/>
          <p:nvPr/>
        </p:nvGrpSpPr>
        <p:grpSpPr>
          <a:xfrm>
            <a:off x="8115934" y="2055495"/>
            <a:ext cx="3860800" cy="1522730"/>
            <a:chOff x="8115934" y="2055495"/>
            <a:chExt cx="3860800" cy="1522730"/>
          </a:xfrm>
        </p:grpSpPr>
        <p:sp>
          <p:nvSpPr>
            <p:cNvPr id="38" name="object 38"/>
            <p:cNvSpPr/>
            <p:nvPr/>
          </p:nvSpPr>
          <p:spPr>
            <a:xfrm>
              <a:off x="8119871" y="2058924"/>
              <a:ext cx="3853179" cy="1515110"/>
            </a:xfrm>
            <a:custGeom>
              <a:avLst/>
              <a:gdLst/>
              <a:ahLst/>
              <a:cxnLst/>
              <a:rect l="l" t="t" r="r" b="b"/>
              <a:pathLst>
                <a:path w="3853179" h="1515110">
                  <a:moveTo>
                    <a:pt x="3852672" y="1514855"/>
                  </a:moveTo>
                  <a:lnTo>
                    <a:pt x="0" y="1514855"/>
                  </a:lnTo>
                  <a:lnTo>
                    <a:pt x="0" y="0"/>
                  </a:lnTo>
                  <a:lnTo>
                    <a:pt x="3852672" y="0"/>
                  </a:lnTo>
                  <a:lnTo>
                    <a:pt x="3852672" y="1514855"/>
                  </a:lnTo>
                  <a:close/>
                </a:path>
              </a:pathLst>
            </a:custGeom>
            <a:solidFill>
              <a:srgbClr val="FFFFFF"/>
            </a:solidFill>
          </p:spPr>
          <p:txBody>
            <a:bodyPr wrap="square" lIns="0" tIns="0" rIns="0" bIns="0" rtlCol="0"/>
            <a:lstStyle/>
            <a:p>
              <a:endParaRPr/>
            </a:p>
          </p:txBody>
        </p:sp>
        <p:sp>
          <p:nvSpPr>
            <p:cNvPr id="39" name="object 39"/>
            <p:cNvSpPr/>
            <p:nvPr/>
          </p:nvSpPr>
          <p:spPr>
            <a:xfrm>
              <a:off x="8115934" y="2055495"/>
              <a:ext cx="3860800" cy="1522730"/>
            </a:xfrm>
            <a:custGeom>
              <a:avLst/>
              <a:gdLst/>
              <a:ahLst/>
              <a:cxnLst/>
              <a:rect l="l" t="t" r="r" b="b"/>
              <a:pathLst>
                <a:path w="3860800" h="1522729">
                  <a:moveTo>
                    <a:pt x="3856990" y="1522729"/>
                  </a:moveTo>
                  <a:lnTo>
                    <a:pt x="3810" y="1522729"/>
                  </a:lnTo>
                  <a:lnTo>
                    <a:pt x="2349" y="1522437"/>
                  </a:lnTo>
                  <a:lnTo>
                    <a:pt x="1117" y="1521612"/>
                  </a:lnTo>
                  <a:lnTo>
                    <a:pt x="292" y="1520380"/>
                  </a:lnTo>
                  <a:lnTo>
                    <a:pt x="0" y="1518919"/>
                  </a:lnTo>
                  <a:lnTo>
                    <a:pt x="0" y="3809"/>
                  </a:lnTo>
                  <a:lnTo>
                    <a:pt x="292" y="2349"/>
                  </a:lnTo>
                  <a:lnTo>
                    <a:pt x="1117" y="1117"/>
                  </a:lnTo>
                  <a:lnTo>
                    <a:pt x="2349" y="292"/>
                  </a:lnTo>
                  <a:lnTo>
                    <a:pt x="3810" y="0"/>
                  </a:lnTo>
                  <a:lnTo>
                    <a:pt x="3856990" y="0"/>
                  </a:lnTo>
                  <a:lnTo>
                    <a:pt x="3858450" y="292"/>
                  </a:lnTo>
                  <a:lnTo>
                    <a:pt x="3859682" y="1117"/>
                  </a:lnTo>
                  <a:lnTo>
                    <a:pt x="3860507" y="2349"/>
                  </a:lnTo>
                  <a:lnTo>
                    <a:pt x="3860800" y="3809"/>
                  </a:lnTo>
                  <a:lnTo>
                    <a:pt x="7620" y="3809"/>
                  </a:lnTo>
                  <a:lnTo>
                    <a:pt x="3810" y="7619"/>
                  </a:lnTo>
                  <a:lnTo>
                    <a:pt x="7620" y="7619"/>
                  </a:lnTo>
                  <a:lnTo>
                    <a:pt x="7620" y="1515109"/>
                  </a:lnTo>
                  <a:lnTo>
                    <a:pt x="3810" y="1515109"/>
                  </a:lnTo>
                  <a:lnTo>
                    <a:pt x="7620" y="1518919"/>
                  </a:lnTo>
                  <a:lnTo>
                    <a:pt x="3860800" y="1518919"/>
                  </a:lnTo>
                  <a:lnTo>
                    <a:pt x="3860507" y="1520380"/>
                  </a:lnTo>
                  <a:lnTo>
                    <a:pt x="3859682" y="1521612"/>
                  </a:lnTo>
                  <a:lnTo>
                    <a:pt x="3858450" y="1522437"/>
                  </a:lnTo>
                  <a:lnTo>
                    <a:pt x="3856990" y="1522729"/>
                  </a:lnTo>
                  <a:close/>
                </a:path>
                <a:path w="3860800" h="1522729">
                  <a:moveTo>
                    <a:pt x="7620" y="7619"/>
                  </a:moveTo>
                  <a:lnTo>
                    <a:pt x="3810" y="7619"/>
                  </a:lnTo>
                  <a:lnTo>
                    <a:pt x="7620" y="3809"/>
                  </a:lnTo>
                  <a:lnTo>
                    <a:pt x="7620" y="7619"/>
                  </a:lnTo>
                  <a:close/>
                </a:path>
                <a:path w="3860800" h="1522729">
                  <a:moveTo>
                    <a:pt x="3853180" y="7619"/>
                  </a:moveTo>
                  <a:lnTo>
                    <a:pt x="7620" y="7619"/>
                  </a:lnTo>
                  <a:lnTo>
                    <a:pt x="7620" y="3809"/>
                  </a:lnTo>
                  <a:lnTo>
                    <a:pt x="3853180" y="3809"/>
                  </a:lnTo>
                  <a:lnTo>
                    <a:pt x="3853180" y="7619"/>
                  </a:lnTo>
                  <a:close/>
                </a:path>
                <a:path w="3860800" h="1522729">
                  <a:moveTo>
                    <a:pt x="3853180" y="1518919"/>
                  </a:moveTo>
                  <a:lnTo>
                    <a:pt x="3853180" y="3809"/>
                  </a:lnTo>
                  <a:lnTo>
                    <a:pt x="3856990" y="7619"/>
                  </a:lnTo>
                  <a:lnTo>
                    <a:pt x="3860800" y="7619"/>
                  </a:lnTo>
                  <a:lnTo>
                    <a:pt x="3860800" y="1515109"/>
                  </a:lnTo>
                  <a:lnTo>
                    <a:pt x="3856990" y="1515109"/>
                  </a:lnTo>
                  <a:lnTo>
                    <a:pt x="3853180" y="1518919"/>
                  </a:lnTo>
                  <a:close/>
                </a:path>
                <a:path w="3860800" h="1522729">
                  <a:moveTo>
                    <a:pt x="3860800" y="7619"/>
                  </a:moveTo>
                  <a:lnTo>
                    <a:pt x="3856990" y="7619"/>
                  </a:lnTo>
                  <a:lnTo>
                    <a:pt x="3853180" y="3809"/>
                  </a:lnTo>
                  <a:lnTo>
                    <a:pt x="3860800" y="3809"/>
                  </a:lnTo>
                  <a:lnTo>
                    <a:pt x="3860800" y="7619"/>
                  </a:lnTo>
                  <a:close/>
                </a:path>
                <a:path w="3860800" h="1522729">
                  <a:moveTo>
                    <a:pt x="7620" y="1518919"/>
                  </a:moveTo>
                  <a:lnTo>
                    <a:pt x="3810" y="1515109"/>
                  </a:lnTo>
                  <a:lnTo>
                    <a:pt x="7620" y="1515109"/>
                  </a:lnTo>
                  <a:lnTo>
                    <a:pt x="7620" y="1518919"/>
                  </a:lnTo>
                  <a:close/>
                </a:path>
                <a:path w="3860800" h="1522729">
                  <a:moveTo>
                    <a:pt x="3853180" y="1518919"/>
                  </a:moveTo>
                  <a:lnTo>
                    <a:pt x="7620" y="1518919"/>
                  </a:lnTo>
                  <a:lnTo>
                    <a:pt x="7620" y="1515109"/>
                  </a:lnTo>
                  <a:lnTo>
                    <a:pt x="3853180" y="1515109"/>
                  </a:lnTo>
                  <a:lnTo>
                    <a:pt x="3853180" y="1518919"/>
                  </a:lnTo>
                  <a:close/>
                </a:path>
                <a:path w="3860800" h="1522729">
                  <a:moveTo>
                    <a:pt x="3860800" y="1518919"/>
                  </a:moveTo>
                  <a:lnTo>
                    <a:pt x="3853180" y="1518919"/>
                  </a:lnTo>
                  <a:lnTo>
                    <a:pt x="3856990" y="1515109"/>
                  </a:lnTo>
                  <a:lnTo>
                    <a:pt x="3860800" y="1515109"/>
                  </a:lnTo>
                  <a:lnTo>
                    <a:pt x="3860800" y="1518919"/>
                  </a:lnTo>
                  <a:close/>
                </a:path>
              </a:pathLst>
            </a:custGeom>
            <a:solidFill>
              <a:srgbClr val="C0C0C0"/>
            </a:solidFill>
          </p:spPr>
          <p:txBody>
            <a:bodyPr wrap="square" lIns="0" tIns="0" rIns="0" bIns="0" rtlCol="0"/>
            <a:lstStyle/>
            <a:p>
              <a:endParaRPr/>
            </a:p>
          </p:txBody>
        </p:sp>
      </p:grpSp>
      <p:sp>
        <p:nvSpPr>
          <p:cNvPr id="40" name="object 40"/>
          <p:cNvSpPr txBox="1"/>
          <p:nvPr/>
        </p:nvSpPr>
        <p:spPr>
          <a:xfrm>
            <a:off x="8198484" y="2216784"/>
            <a:ext cx="3009265" cy="1143000"/>
          </a:xfrm>
          <a:prstGeom prst="rect">
            <a:avLst/>
          </a:prstGeom>
        </p:spPr>
        <p:txBody>
          <a:bodyPr vert="horz" wrap="square" lIns="0" tIns="109220" rIns="0" bIns="0" rtlCol="0">
            <a:spAutoFit/>
          </a:bodyPr>
          <a:lstStyle/>
          <a:p>
            <a:pPr marL="12700">
              <a:lnSpc>
                <a:spcPct val="100000"/>
              </a:lnSpc>
              <a:spcBef>
                <a:spcPts val="860"/>
              </a:spcBef>
            </a:pPr>
            <a:r>
              <a:rPr sz="1200" spc="-210" dirty="0">
                <a:latin typeface="宋体"/>
                <a:cs typeface="宋体"/>
              </a:rPr>
              <a:t>"</a:t>
            </a:r>
            <a:r>
              <a:rPr sz="1200" spc="-5" dirty="0">
                <a:latin typeface="宋体"/>
                <a:cs typeface="宋体"/>
              </a:rPr>
              <a:t>设计一款智能家居产品，要求：</a:t>
            </a:r>
            <a:endParaRPr sz="1200">
              <a:latin typeface="宋体"/>
              <a:cs typeface="宋体"/>
            </a:endParaRPr>
          </a:p>
          <a:p>
            <a:pPr marL="12700">
              <a:lnSpc>
                <a:spcPct val="100000"/>
              </a:lnSpc>
              <a:spcBef>
                <a:spcPts val="760"/>
              </a:spcBef>
            </a:pPr>
            <a:r>
              <a:rPr sz="1200" spc="-45" dirty="0">
                <a:latin typeface="宋体"/>
                <a:cs typeface="宋体"/>
              </a:rPr>
              <a:t>① 解决独居老人安全问题；</a:t>
            </a:r>
            <a:endParaRPr sz="1200">
              <a:latin typeface="宋体"/>
              <a:cs typeface="宋体"/>
            </a:endParaRPr>
          </a:p>
          <a:p>
            <a:pPr marL="12700">
              <a:lnSpc>
                <a:spcPct val="100000"/>
              </a:lnSpc>
              <a:spcBef>
                <a:spcPts val="760"/>
              </a:spcBef>
            </a:pPr>
            <a:r>
              <a:rPr sz="1200" spc="-40" dirty="0">
                <a:latin typeface="宋体"/>
                <a:cs typeface="宋体"/>
              </a:rPr>
              <a:t>② 结合传感器网络和</a:t>
            </a:r>
            <a:r>
              <a:rPr sz="1200" spc="-45" dirty="0">
                <a:latin typeface="宋体"/>
                <a:cs typeface="宋体"/>
              </a:rPr>
              <a:t>AI</a:t>
            </a:r>
            <a:r>
              <a:rPr sz="1200" spc="-20" dirty="0">
                <a:latin typeface="宋体"/>
                <a:cs typeface="宋体"/>
              </a:rPr>
              <a:t>预警；</a:t>
            </a:r>
            <a:endParaRPr sz="1200">
              <a:latin typeface="宋体"/>
              <a:cs typeface="宋体"/>
            </a:endParaRPr>
          </a:p>
          <a:p>
            <a:pPr marL="12700">
              <a:lnSpc>
                <a:spcPct val="100000"/>
              </a:lnSpc>
              <a:spcBef>
                <a:spcPts val="760"/>
              </a:spcBef>
            </a:pPr>
            <a:r>
              <a:rPr sz="1200" spc="-50" dirty="0">
                <a:latin typeface="宋体"/>
                <a:cs typeface="宋体"/>
              </a:rPr>
              <a:t>③ 提供三种不同技术路线的原型草图说明。"</a:t>
            </a:r>
            <a:endParaRPr sz="1200">
              <a:latin typeface="宋体"/>
              <a:cs typeface="宋体"/>
            </a:endParaRPr>
          </a:p>
        </p:txBody>
      </p:sp>
      <p:sp>
        <p:nvSpPr>
          <p:cNvPr id="41" name="object 41"/>
          <p:cNvSpPr txBox="1"/>
          <p:nvPr/>
        </p:nvSpPr>
        <p:spPr>
          <a:xfrm>
            <a:off x="10814050" y="1576070"/>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906645" cy="634365"/>
          </a:xfrm>
          <a:prstGeom prst="rect">
            <a:avLst/>
          </a:prstGeom>
        </p:spPr>
        <p:txBody>
          <a:bodyPr vert="horz" wrap="square" lIns="0" tIns="12065" rIns="0" bIns="0" rtlCol="0">
            <a:spAutoFit/>
          </a:bodyPr>
          <a:lstStyle/>
          <a:p>
            <a:pPr marL="12700">
              <a:lnSpc>
                <a:spcPct val="100000"/>
              </a:lnSpc>
              <a:spcBef>
                <a:spcPts val="95"/>
              </a:spcBef>
            </a:pPr>
            <a:r>
              <a:rPr sz="4000" spc="270" dirty="0"/>
              <a:t>还要不要学提示语</a:t>
            </a:r>
            <a:r>
              <a:rPr sz="4000" spc="-50" dirty="0"/>
              <a:t>？</a:t>
            </a:r>
            <a:endParaRPr sz="4000"/>
          </a:p>
        </p:txBody>
      </p:sp>
      <p:sp>
        <p:nvSpPr>
          <p:cNvPr id="3" name="object 3"/>
          <p:cNvSpPr txBox="1"/>
          <p:nvPr/>
        </p:nvSpPr>
        <p:spPr>
          <a:xfrm>
            <a:off x="607694" y="1572260"/>
            <a:ext cx="6217285" cy="4300220"/>
          </a:xfrm>
          <a:prstGeom prst="rect">
            <a:avLst/>
          </a:prstGeom>
        </p:spPr>
        <p:txBody>
          <a:bodyPr vert="horz" wrap="square" lIns="0" tIns="12700" rIns="0" bIns="0" rtlCol="0">
            <a:spAutoFit/>
          </a:bodyPr>
          <a:lstStyle/>
          <a:p>
            <a:pPr marL="12700" marR="5080" algn="just">
              <a:lnSpc>
                <a:spcPct val="129900"/>
              </a:lnSpc>
              <a:spcBef>
                <a:spcPts val="100"/>
              </a:spcBef>
            </a:pPr>
            <a:r>
              <a:rPr sz="1800" spc="55" dirty="0">
                <a:latin typeface="宋体"/>
                <a:cs typeface="宋体"/>
              </a:rPr>
              <a:t>提示语</a:t>
            </a:r>
            <a:r>
              <a:rPr sz="1800" spc="50" dirty="0">
                <a:latin typeface="宋体"/>
                <a:cs typeface="宋体"/>
              </a:rPr>
              <a:t>（</a:t>
            </a:r>
            <a:r>
              <a:rPr sz="1800" spc="50" dirty="0">
                <a:latin typeface="Arial"/>
                <a:cs typeface="Arial"/>
              </a:rPr>
              <a:t>Prompt</a:t>
            </a:r>
            <a:r>
              <a:rPr sz="1800" spc="50" dirty="0">
                <a:latin typeface="宋体"/>
                <a:cs typeface="宋体"/>
              </a:rPr>
              <a:t>）</a:t>
            </a:r>
            <a:r>
              <a:rPr sz="1800" spc="55" dirty="0">
                <a:latin typeface="宋体"/>
                <a:cs typeface="宋体"/>
              </a:rPr>
              <a:t>是用户输入给</a:t>
            </a:r>
            <a:r>
              <a:rPr sz="1800" spc="55" dirty="0">
                <a:latin typeface="Arial"/>
                <a:cs typeface="Arial"/>
              </a:rPr>
              <a:t>AI</a:t>
            </a:r>
            <a:r>
              <a:rPr sz="1800" spc="50" dirty="0">
                <a:latin typeface="宋体"/>
                <a:cs typeface="宋体"/>
              </a:rPr>
              <a:t>系统的指令或信息，用于</a:t>
            </a:r>
            <a:r>
              <a:rPr sz="1800" dirty="0">
                <a:latin typeface="宋体"/>
                <a:cs typeface="宋体"/>
              </a:rPr>
              <a:t>引导</a:t>
            </a:r>
            <a:r>
              <a:rPr sz="1800" dirty="0">
                <a:latin typeface="Arial"/>
                <a:cs typeface="Arial"/>
              </a:rPr>
              <a:t>AI</a:t>
            </a:r>
            <a:r>
              <a:rPr sz="1800" spc="-5" dirty="0">
                <a:latin typeface="宋体"/>
                <a:cs typeface="宋体"/>
              </a:rPr>
              <a:t>生成特定的输出或执行特定的任务。简单来说，提示语</a:t>
            </a:r>
            <a:r>
              <a:rPr sz="1800" dirty="0">
                <a:latin typeface="宋体"/>
                <a:cs typeface="宋体"/>
              </a:rPr>
              <a:t>就是我们与</a:t>
            </a:r>
            <a:r>
              <a:rPr sz="1800" dirty="0">
                <a:latin typeface="Arial"/>
                <a:cs typeface="Arial"/>
              </a:rPr>
              <a:t>AI“</a:t>
            </a:r>
            <a:r>
              <a:rPr sz="1800" dirty="0">
                <a:latin typeface="宋体"/>
                <a:cs typeface="宋体"/>
              </a:rPr>
              <a:t>对话</a:t>
            </a:r>
            <a:r>
              <a:rPr sz="1800" dirty="0">
                <a:latin typeface="Arial"/>
                <a:cs typeface="Arial"/>
              </a:rPr>
              <a:t>”</a:t>
            </a:r>
            <a:r>
              <a:rPr sz="1800" spc="-5" dirty="0">
                <a:latin typeface="宋体"/>
                <a:cs typeface="宋体"/>
              </a:rPr>
              <a:t>时所使用的语言，它可以是一个简单的问题，一段详细的指令，也可以是一个复杂的任务描述。</a:t>
            </a:r>
            <a:endParaRPr sz="1800">
              <a:latin typeface="宋体"/>
              <a:cs typeface="宋体"/>
            </a:endParaRPr>
          </a:p>
          <a:p>
            <a:pPr>
              <a:lnSpc>
                <a:spcPct val="100000"/>
              </a:lnSpc>
              <a:spcBef>
                <a:spcPts val="50"/>
              </a:spcBef>
            </a:pPr>
            <a:endParaRPr sz="2650">
              <a:latin typeface="宋体"/>
              <a:cs typeface="宋体"/>
            </a:endParaRPr>
          </a:p>
          <a:p>
            <a:pPr marL="12700">
              <a:lnSpc>
                <a:spcPct val="100000"/>
              </a:lnSpc>
            </a:pPr>
            <a:r>
              <a:rPr sz="1800" spc="-5" dirty="0">
                <a:latin typeface="宋体"/>
                <a:cs typeface="宋体"/>
              </a:rPr>
              <a:t>提示语的基本结构包括指令、上下文和期望</a:t>
            </a:r>
            <a:endParaRPr sz="1800">
              <a:latin typeface="宋体"/>
              <a:cs typeface="宋体"/>
            </a:endParaRPr>
          </a:p>
          <a:p>
            <a:pPr marL="12700" marR="5080">
              <a:lnSpc>
                <a:spcPct val="129900"/>
              </a:lnSpc>
              <a:buFont typeface="Arial"/>
              <a:buChar char="▪"/>
              <a:tabLst>
                <a:tab pos="163830" algn="l"/>
              </a:tabLst>
            </a:pPr>
            <a:r>
              <a:rPr sz="1800" dirty="0">
                <a:latin typeface="宋体"/>
                <a:cs typeface="宋体"/>
              </a:rPr>
              <a:t>指令（</a:t>
            </a:r>
            <a:r>
              <a:rPr sz="1800" dirty="0">
                <a:latin typeface="Arial"/>
                <a:cs typeface="Arial"/>
              </a:rPr>
              <a:t>Instruction)</a:t>
            </a:r>
            <a:r>
              <a:rPr sz="1800" dirty="0">
                <a:latin typeface="宋体"/>
                <a:cs typeface="宋体"/>
              </a:rPr>
              <a:t>：这是提示语的核心，明确告诉</a:t>
            </a:r>
            <a:r>
              <a:rPr sz="1800" dirty="0">
                <a:latin typeface="Arial"/>
                <a:cs typeface="Arial"/>
              </a:rPr>
              <a:t>AI</a:t>
            </a:r>
            <a:r>
              <a:rPr sz="1800" spc="-20" dirty="0">
                <a:latin typeface="宋体"/>
                <a:cs typeface="宋体"/>
              </a:rPr>
              <a:t>你希望</a:t>
            </a:r>
            <a:r>
              <a:rPr sz="1800" spc="-10" dirty="0">
                <a:latin typeface="宋体"/>
                <a:cs typeface="宋体"/>
              </a:rPr>
              <a:t>它执行什么任务。</a:t>
            </a:r>
            <a:endParaRPr sz="1800">
              <a:latin typeface="宋体"/>
              <a:cs typeface="宋体"/>
            </a:endParaRPr>
          </a:p>
          <a:p>
            <a:pPr marL="12700" marR="5080">
              <a:lnSpc>
                <a:spcPct val="129900"/>
              </a:lnSpc>
              <a:buFont typeface="Arial"/>
              <a:buChar char="▪"/>
              <a:tabLst>
                <a:tab pos="167640" algn="l"/>
              </a:tabLst>
            </a:pPr>
            <a:r>
              <a:rPr sz="1800" dirty="0">
                <a:latin typeface="宋体"/>
                <a:cs typeface="宋体"/>
              </a:rPr>
              <a:t>上下文（</a:t>
            </a:r>
            <a:r>
              <a:rPr sz="1800" dirty="0">
                <a:latin typeface="Arial"/>
                <a:cs typeface="Arial"/>
              </a:rPr>
              <a:t>Context)</a:t>
            </a:r>
            <a:r>
              <a:rPr sz="1800" dirty="0">
                <a:latin typeface="宋体"/>
                <a:cs typeface="宋体"/>
              </a:rPr>
              <a:t>：为</a:t>
            </a:r>
            <a:r>
              <a:rPr sz="1800" dirty="0">
                <a:latin typeface="Arial"/>
                <a:cs typeface="Arial"/>
              </a:rPr>
              <a:t>AI</a:t>
            </a:r>
            <a:r>
              <a:rPr sz="1800" spc="-5" dirty="0">
                <a:latin typeface="宋体"/>
                <a:cs typeface="宋体"/>
              </a:rPr>
              <a:t>提供背景信息，帮助它更准确地理</a:t>
            </a:r>
            <a:r>
              <a:rPr sz="1800" spc="-10" dirty="0">
                <a:latin typeface="宋体"/>
                <a:cs typeface="宋体"/>
              </a:rPr>
              <a:t>解和执行任务。</a:t>
            </a:r>
            <a:endParaRPr sz="1800">
              <a:latin typeface="宋体"/>
              <a:cs typeface="宋体"/>
            </a:endParaRPr>
          </a:p>
          <a:p>
            <a:pPr marL="12700" marR="5080">
              <a:lnSpc>
                <a:spcPct val="129900"/>
              </a:lnSpc>
              <a:buFont typeface="Arial"/>
              <a:buChar char="▪"/>
              <a:tabLst>
                <a:tab pos="170180" algn="l"/>
              </a:tabLst>
            </a:pPr>
            <a:r>
              <a:rPr sz="1800" spc="50" dirty="0">
                <a:latin typeface="宋体"/>
                <a:cs typeface="宋体"/>
              </a:rPr>
              <a:t>期望</a:t>
            </a:r>
            <a:r>
              <a:rPr sz="1800" spc="45" dirty="0">
                <a:latin typeface="宋体"/>
                <a:cs typeface="宋体"/>
              </a:rPr>
              <a:t>（</a:t>
            </a:r>
            <a:r>
              <a:rPr sz="1800" spc="45" dirty="0">
                <a:latin typeface="Arial"/>
                <a:cs typeface="Arial"/>
              </a:rPr>
              <a:t>Expectation)</a:t>
            </a:r>
            <a:r>
              <a:rPr sz="1800" spc="45" dirty="0">
                <a:latin typeface="宋体"/>
                <a:cs typeface="宋体"/>
              </a:rPr>
              <a:t>：明确或隐含地表达你对</a:t>
            </a:r>
            <a:r>
              <a:rPr sz="1800" dirty="0">
                <a:latin typeface="Arial"/>
                <a:cs typeface="Arial"/>
              </a:rPr>
              <a:t>AI</a:t>
            </a:r>
            <a:r>
              <a:rPr sz="1800" spc="30" dirty="0">
                <a:latin typeface="宋体"/>
                <a:cs typeface="宋体"/>
              </a:rPr>
              <a:t>输出的要求</a:t>
            </a:r>
            <a:r>
              <a:rPr sz="1800" spc="-15" dirty="0">
                <a:latin typeface="宋体"/>
                <a:cs typeface="宋体"/>
              </a:rPr>
              <a:t>和预期。</a:t>
            </a:r>
            <a:endParaRPr sz="1800">
              <a:latin typeface="宋体"/>
              <a:cs typeface="宋体"/>
            </a:endParaRPr>
          </a:p>
        </p:txBody>
      </p:sp>
      <p:pic>
        <p:nvPicPr>
          <p:cNvPr id="4" name="object 4"/>
          <p:cNvPicPr/>
          <p:nvPr/>
        </p:nvPicPr>
        <p:blipFill>
          <a:blip r:embed="rId2" cstate="print"/>
          <a:stretch>
            <a:fillRect/>
          </a:stretch>
        </p:blipFill>
        <p:spPr>
          <a:xfrm>
            <a:off x="7125721" y="1245730"/>
            <a:ext cx="4625032" cy="2397685"/>
          </a:xfrm>
          <a:prstGeom prst="rect">
            <a:avLst/>
          </a:prstGeom>
        </p:spPr>
      </p:pic>
      <p:pic>
        <p:nvPicPr>
          <p:cNvPr id="5" name="object 5"/>
          <p:cNvPicPr/>
          <p:nvPr/>
        </p:nvPicPr>
        <p:blipFill>
          <a:blip r:embed="rId3" cstate="print"/>
          <a:stretch>
            <a:fillRect/>
          </a:stretch>
        </p:blipFill>
        <p:spPr>
          <a:xfrm>
            <a:off x="7117080" y="3707891"/>
            <a:ext cx="4622291" cy="29458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71970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提示语类</a:t>
            </a:r>
            <a:r>
              <a:rPr sz="4000" spc="-50" dirty="0"/>
              <a:t>型</a:t>
            </a:r>
            <a:endParaRPr sz="4000"/>
          </a:p>
        </p:txBody>
      </p:sp>
      <p:sp>
        <p:nvSpPr>
          <p:cNvPr id="3" name="object 3"/>
          <p:cNvSpPr txBox="1"/>
          <p:nvPr/>
        </p:nvSpPr>
        <p:spPr>
          <a:xfrm>
            <a:off x="626109" y="1351914"/>
            <a:ext cx="4219575" cy="870585"/>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提示语的本质</a:t>
            </a:r>
            <a:endParaRPr sz="2000">
              <a:latin typeface="Microsoft JhengHei"/>
              <a:cs typeface="Microsoft JhengHei"/>
            </a:endParaRPr>
          </a:p>
          <a:p>
            <a:pPr marL="1654175">
              <a:lnSpc>
                <a:spcPct val="100000"/>
              </a:lnSpc>
              <a:spcBef>
                <a:spcPts val="2090"/>
              </a:spcBef>
            </a:pPr>
            <a:r>
              <a:rPr sz="1800" dirty="0">
                <a:latin typeface="宋体"/>
                <a:cs typeface="宋体"/>
              </a:rPr>
              <a:t>表</a:t>
            </a:r>
            <a:r>
              <a:rPr sz="1800" spc="-160" dirty="0">
                <a:latin typeface="宋体"/>
                <a:cs typeface="宋体"/>
              </a:rPr>
              <a:t>1-1-</a:t>
            </a:r>
            <a:r>
              <a:rPr sz="1800" dirty="0">
                <a:latin typeface="宋体"/>
                <a:cs typeface="宋体"/>
              </a:rPr>
              <a:t>1</a:t>
            </a:r>
            <a:r>
              <a:rPr sz="1800" spc="-10" dirty="0">
                <a:latin typeface="宋体"/>
                <a:cs typeface="宋体"/>
              </a:rPr>
              <a:t>提示语的本质特征</a:t>
            </a:r>
            <a:endParaRPr sz="1800">
              <a:latin typeface="宋体"/>
              <a:cs typeface="宋体"/>
            </a:endParaRPr>
          </a:p>
        </p:txBody>
      </p:sp>
      <p:sp>
        <p:nvSpPr>
          <p:cNvPr id="4" name="object 4"/>
          <p:cNvSpPr txBox="1"/>
          <p:nvPr/>
        </p:nvSpPr>
        <p:spPr>
          <a:xfrm>
            <a:off x="6461759" y="2194560"/>
            <a:ext cx="5359400" cy="3587750"/>
          </a:xfrm>
          <a:prstGeom prst="rect">
            <a:avLst/>
          </a:prstGeom>
        </p:spPr>
        <p:txBody>
          <a:bodyPr vert="horz" wrap="square" lIns="0" tIns="94615" rIns="0" bIns="0" rtlCol="0">
            <a:spAutoFit/>
          </a:bodyPr>
          <a:lstStyle/>
          <a:p>
            <a:pPr marL="330200" indent="-317500">
              <a:lnSpc>
                <a:spcPct val="100000"/>
              </a:lnSpc>
              <a:spcBef>
                <a:spcPts val="745"/>
              </a:spcBef>
              <a:buFont typeface="Arial"/>
              <a:buAutoNum type="arabicPeriod"/>
              <a:tabLst>
                <a:tab pos="330200" algn="l"/>
              </a:tabLst>
            </a:pPr>
            <a:r>
              <a:rPr sz="1800" dirty="0">
                <a:latin typeface="宋体"/>
                <a:cs typeface="宋体"/>
              </a:rPr>
              <a:t>指令型提示语：直接告诉</a:t>
            </a:r>
            <a:r>
              <a:rPr sz="1800" spc="-10" dirty="0">
                <a:latin typeface="Arial"/>
                <a:cs typeface="Arial"/>
              </a:rPr>
              <a:t>AI</a:t>
            </a:r>
            <a:r>
              <a:rPr sz="1800" spc="-10" dirty="0">
                <a:latin typeface="宋体"/>
                <a:cs typeface="宋体"/>
              </a:rPr>
              <a:t>需要执行的任务。</a:t>
            </a:r>
            <a:endParaRPr sz="1800">
              <a:latin typeface="宋体"/>
              <a:cs typeface="宋体"/>
            </a:endParaRPr>
          </a:p>
          <a:p>
            <a:pPr marL="300355" marR="233679" indent="-288290">
              <a:lnSpc>
                <a:spcPct val="129900"/>
              </a:lnSpc>
              <a:buFont typeface="Arial"/>
              <a:buAutoNum type="arabicPeriod"/>
              <a:tabLst>
                <a:tab pos="330200" algn="l"/>
              </a:tabLst>
            </a:pPr>
            <a:r>
              <a:rPr sz="1800" dirty="0">
                <a:latin typeface="宋体"/>
                <a:cs typeface="宋体"/>
              </a:rPr>
              <a:t>问答型提示语：向</a:t>
            </a:r>
            <a:r>
              <a:rPr sz="1800" spc="-10" dirty="0">
                <a:latin typeface="Arial"/>
                <a:cs typeface="Arial"/>
              </a:rPr>
              <a:t>AI</a:t>
            </a:r>
            <a:r>
              <a:rPr sz="1800" spc="-5" dirty="0">
                <a:latin typeface="宋体"/>
                <a:cs typeface="宋体"/>
              </a:rPr>
              <a:t>提出问题，期望得到相应的</a:t>
            </a:r>
            <a:r>
              <a:rPr sz="1800" spc="-20" dirty="0">
                <a:latin typeface="宋体"/>
                <a:cs typeface="宋体"/>
              </a:rPr>
              <a:t>答案。</a:t>
            </a:r>
            <a:endParaRPr sz="1800">
              <a:latin typeface="宋体"/>
              <a:cs typeface="宋体"/>
            </a:endParaRPr>
          </a:p>
          <a:p>
            <a:pPr marL="300355" marR="233679" indent="-288290">
              <a:lnSpc>
                <a:spcPct val="129900"/>
              </a:lnSpc>
              <a:buFont typeface="Arial"/>
              <a:buAutoNum type="arabicPeriod"/>
              <a:tabLst>
                <a:tab pos="330200" algn="l"/>
              </a:tabLst>
            </a:pPr>
            <a:r>
              <a:rPr sz="1800" dirty="0">
                <a:latin typeface="宋体"/>
                <a:cs typeface="宋体"/>
              </a:rPr>
              <a:t>角色扮演型提示语：要求</a:t>
            </a:r>
            <a:r>
              <a:rPr sz="1800" spc="-10" dirty="0">
                <a:latin typeface="Arial"/>
                <a:cs typeface="Arial"/>
              </a:rPr>
              <a:t>AI</a:t>
            </a:r>
            <a:r>
              <a:rPr sz="1800" spc="-10" dirty="0">
                <a:latin typeface="宋体"/>
                <a:cs typeface="宋体"/>
              </a:rPr>
              <a:t>扮演特定角色，模拟特定场景。</a:t>
            </a:r>
            <a:endParaRPr sz="1800">
              <a:latin typeface="宋体"/>
              <a:cs typeface="宋体"/>
            </a:endParaRPr>
          </a:p>
          <a:p>
            <a:pPr marL="330200" indent="-317500">
              <a:lnSpc>
                <a:spcPct val="100000"/>
              </a:lnSpc>
              <a:spcBef>
                <a:spcPts val="640"/>
              </a:spcBef>
              <a:buFont typeface="Arial"/>
              <a:buAutoNum type="arabicPeriod"/>
              <a:tabLst>
                <a:tab pos="330200" algn="l"/>
              </a:tabLst>
            </a:pPr>
            <a:r>
              <a:rPr sz="1800" dirty="0">
                <a:latin typeface="宋体"/>
                <a:cs typeface="宋体"/>
              </a:rPr>
              <a:t>创意型提示语：引导</a:t>
            </a:r>
            <a:r>
              <a:rPr sz="1800" spc="-10" dirty="0">
                <a:latin typeface="Arial"/>
                <a:cs typeface="Arial"/>
              </a:rPr>
              <a:t>AI</a:t>
            </a:r>
            <a:r>
              <a:rPr sz="1800" spc="-5" dirty="0">
                <a:latin typeface="宋体"/>
                <a:cs typeface="宋体"/>
              </a:rPr>
              <a:t>进行创意写作或内容生成。</a:t>
            </a:r>
            <a:endParaRPr sz="1800">
              <a:latin typeface="宋体"/>
              <a:cs typeface="宋体"/>
            </a:endParaRPr>
          </a:p>
          <a:p>
            <a:pPr marL="300355" marR="233679" indent="-288290">
              <a:lnSpc>
                <a:spcPct val="129900"/>
              </a:lnSpc>
              <a:buFont typeface="Arial"/>
              <a:buAutoNum type="arabicPeriod"/>
              <a:tabLst>
                <a:tab pos="330200" algn="l"/>
              </a:tabLst>
            </a:pPr>
            <a:r>
              <a:rPr sz="1800" dirty="0">
                <a:latin typeface="宋体"/>
                <a:cs typeface="宋体"/>
              </a:rPr>
              <a:t>分析型提示语：要求</a:t>
            </a:r>
            <a:r>
              <a:rPr sz="1800" spc="-10" dirty="0">
                <a:latin typeface="Arial"/>
                <a:cs typeface="Arial"/>
              </a:rPr>
              <a:t>AI</a:t>
            </a:r>
            <a:r>
              <a:rPr sz="1800" spc="-5" dirty="0">
                <a:latin typeface="宋体"/>
                <a:cs typeface="宋体"/>
              </a:rPr>
              <a:t>对给定信息进行分析和推</a:t>
            </a:r>
            <a:r>
              <a:rPr sz="1800" spc="-25" dirty="0">
                <a:latin typeface="宋体"/>
                <a:cs typeface="宋体"/>
              </a:rPr>
              <a:t>理。</a:t>
            </a:r>
            <a:endParaRPr sz="1800">
              <a:latin typeface="宋体"/>
              <a:cs typeface="宋体"/>
            </a:endParaRPr>
          </a:p>
          <a:p>
            <a:pPr marL="300355" marR="449580" indent="-288290">
              <a:lnSpc>
                <a:spcPct val="129900"/>
              </a:lnSpc>
              <a:buFont typeface="Arial"/>
              <a:buAutoNum type="arabicPeriod"/>
              <a:tabLst>
                <a:tab pos="330200" algn="l"/>
              </a:tabLst>
            </a:pPr>
            <a:r>
              <a:rPr sz="1800" spc="-5" dirty="0">
                <a:latin typeface="宋体"/>
                <a:cs typeface="宋体"/>
              </a:rPr>
              <a:t>多模态提示语：结合文本、图像等多种形式的</a:t>
            </a:r>
            <a:r>
              <a:rPr sz="1800" spc="-20" dirty="0">
                <a:latin typeface="宋体"/>
                <a:cs typeface="宋体"/>
              </a:rPr>
              <a:t>输入。</a:t>
            </a:r>
            <a:endParaRPr sz="1800">
              <a:latin typeface="宋体"/>
              <a:cs typeface="宋体"/>
            </a:endParaRPr>
          </a:p>
        </p:txBody>
      </p:sp>
      <p:graphicFrame>
        <p:nvGraphicFramePr>
          <p:cNvPr id="5" name="object 5"/>
          <p:cNvGraphicFramePr>
            <a:graphicFrameLocks noGrp="1"/>
          </p:cNvGraphicFramePr>
          <p:nvPr/>
        </p:nvGraphicFramePr>
        <p:xfrm>
          <a:off x="541019" y="2365375"/>
          <a:ext cx="5548629" cy="3664585"/>
        </p:xfrm>
        <a:graphic>
          <a:graphicData uri="http://schemas.openxmlformats.org/drawingml/2006/table">
            <a:tbl>
              <a:tblPr firstRow="1" bandRow="1">
                <a:tableStyleId>{2D5ABB26-0587-4C30-8999-92F81FD0307C}</a:tableStyleId>
              </a:tblPr>
              <a:tblGrid>
                <a:gridCol w="958215">
                  <a:extLst>
                    <a:ext uri="{9D8B030D-6E8A-4147-A177-3AD203B41FA5}">
                      <a16:colId xmlns:a16="http://schemas.microsoft.com/office/drawing/2014/main" val="20000"/>
                    </a:ext>
                  </a:extLst>
                </a:gridCol>
                <a:gridCol w="1892935">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442595">
                <a:tc>
                  <a:txBody>
                    <a:bodyPr/>
                    <a:lstStyle/>
                    <a:p>
                      <a:pPr algn="ctr">
                        <a:lnSpc>
                          <a:spcPct val="100000"/>
                        </a:lnSpc>
                        <a:spcBef>
                          <a:spcPts val="965"/>
                        </a:spcBef>
                      </a:pPr>
                      <a:r>
                        <a:rPr sz="1100" spc="-30" dirty="0">
                          <a:latin typeface="宋体"/>
                          <a:cs typeface="宋体"/>
                        </a:rPr>
                        <a:t>特征</a:t>
                      </a:r>
                      <a:endParaRPr sz="1100">
                        <a:latin typeface="宋体"/>
                        <a:cs typeface="宋体"/>
                      </a:endParaRPr>
                    </a:p>
                  </a:txBody>
                  <a:tcPr marL="0" marR="0" marT="1225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algn="ctr">
                        <a:lnSpc>
                          <a:spcPct val="100000"/>
                        </a:lnSpc>
                        <a:spcBef>
                          <a:spcPts val="965"/>
                        </a:spcBef>
                      </a:pPr>
                      <a:r>
                        <a:rPr sz="1100" spc="-30" dirty="0">
                          <a:latin typeface="宋体"/>
                          <a:cs typeface="宋体"/>
                        </a:rPr>
                        <a:t>描述</a:t>
                      </a:r>
                      <a:endParaRPr sz="1100">
                        <a:latin typeface="宋体"/>
                        <a:cs typeface="宋体"/>
                      </a:endParaRPr>
                    </a:p>
                  </a:txBody>
                  <a:tcPr marL="0" marR="0" marT="1225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35" algn="ctr">
                        <a:lnSpc>
                          <a:spcPct val="100000"/>
                        </a:lnSpc>
                        <a:spcBef>
                          <a:spcPts val="965"/>
                        </a:spcBef>
                      </a:pPr>
                      <a:r>
                        <a:rPr sz="1100" spc="-30" dirty="0">
                          <a:latin typeface="宋体"/>
                          <a:cs typeface="宋体"/>
                        </a:rPr>
                        <a:t>示例</a:t>
                      </a:r>
                      <a:endParaRPr sz="1100">
                        <a:latin typeface="宋体"/>
                        <a:cs typeface="宋体"/>
                      </a:endParaRPr>
                    </a:p>
                  </a:txBody>
                  <a:tcPr marL="0" marR="0" marT="1225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469265">
                <a:tc>
                  <a:txBody>
                    <a:bodyPr/>
                    <a:lstStyle/>
                    <a:p>
                      <a:pPr algn="ctr">
                        <a:lnSpc>
                          <a:spcPct val="100000"/>
                        </a:lnSpc>
                        <a:spcBef>
                          <a:spcPts val="1065"/>
                        </a:spcBef>
                      </a:pPr>
                      <a:r>
                        <a:rPr sz="1100" spc="-20" dirty="0">
                          <a:latin typeface="宋体"/>
                          <a:cs typeface="宋体"/>
                        </a:rPr>
                        <a:t>沟通桥梁</a:t>
                      </a:r>
                      <a:endParaRPr sz="1100">
                        <a:latin typeface="宋体"/>
                        <a:cs typeface="宋体"/>
                      </a:endParaRPr>
                    </a:p>
                  </a:txBody>
                  <a:tcPr marL="0" marR="0" marT="1352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1065"/>
                        </a:spcBef>
                      </a:pPr>
                      <a:r>
                        <a:rPr sz="1100" spc="-10" dirty="0">
                          <a:latin typeface="宋体"/>
                          <a:cs typeface="宋体"/>
                        </a:rPr>
                        <a:t>连接人类意图和</a:t>
                      </a:r>
                      <a:r>
                        <a:rPr sz="1100" spc="-10" dirty="0">
                          <a:latin typeface="Arial"/>
                          <a:cs typeface="Arial"/>
                        </a:rPr>
                        <a:t>AI</a:t>
                      </a:r>
                      <a:r>
                        <a:rPr sz="1100" spc="-30" dirty="0">
                          <a:latin typeface="宋体"/>
                          <a:cs typeface="宋体"/>
                        </a:rPr>
                        <a:t>理解</a:t>
                      </a:r>
                      <a:endParaRPr sz="1100">
                        <a:latin typeface="宋体"/>
                        <a:cs typeface="宋体"/>
                      </a:endParaRPr>
                    </a:p>
                  </a:txBody>
                  <a:tcPr marL="0" marR="0" marT="1352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1065"/>
                        </a:spcBef>
                      </a:pPr>
                      <a:r>
                        <a:rPr sz="1100" spc="-10" dirty="0">
                          <a:latin typeface="Arial"/>
                          <a:cs typeface="Arial"/>
                        </a:rPr>
                        <a:t>“</a:t>
                      </a:r>
                      <a:r>
                        <a:rPr sz="1100" spc="-10" dirty="0">
                          <a:latin typeface="宋体"/>
                          <a:cs typeface="宋体"/>
                        </a:rPr>
                        <a:t>将以下内容翻译为法语：</a:t>
                      </a:r>
                      <a:r>
                        <a:rPr sz="1100" dirty="0">
                          <a:latin typeface="Arial"/>
                          <a:cs typeface="Arial"/>
                        </a:rPr>
                        <a:t>Hello</a:t>
                      </a:r>
                      <a:r>
                        <a:rPr sz="1100" spc="10" dirty="0">
                          <a:latin typeface="Arial"/>
                          <a:cs typeface="Arial"/>
                        </a:rPr>
                        <a:t>, </a:t>
                      </a:r>
                      <a:r>
                        <a:rPr sz="1100" spc="-10" dirty="0">
                          <a:latin typeface="Arial"/>
                          <a:cs typeface="Arial"/>
                        </a:rPr>
                        <a:t>world”</a:t>
                      </a:r>
                      <a:endParaRPr sz="1100">
                        <a:latin typeface="Arial"/>
                        <a:cs typeface="Arial"/>
                      </a:endParaRPr>
                    </a:p>
                  </a:txBody>
                  <a:tcPr marL="0" marR="0" marT="1352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688975">
                <a:tc>
                  <a:txBody>
                    <a:bodyPr/>
                    <a:lstStyle/>
                    <a:p>
                      <a:pPr>
                        <a:lnSpc>
                          <a:spcPct val="100000"/>
                        </a:lnSpc>
                        <a:spcBef>
                          <a:spcPts val="5"/>
                        </a:spcBef>
                      </a:pPr>
                      <a:endParaRPr sz="1100">
                        <a:latin typeface="Times New Roman"/>
                        <a:cs typeface="Times New Roman"/>
                      </a:endParaRPr>
                    </a:p>
                    <a:p>
                      <a:pPr marL="408305" marR="122555" indent="-279400">
                        <a:lnSpc>
                          <a:spcPct val="100000"/>
                        </a:lnSpc>
                      </a:pPr>
                      <a:r>
                        <a:rPr sz="1100" spc="-20" dirty="0">
                          <a:latin typeface="宋体"/>
                          <a:cs typeface="宋体"/>
                        </a:rPr>
                        <a:t>上下文提供</a:t>
                      </a:r>
                      <a:r>
                        <a:rPr sz="1100" spc="-50" dirty="0">
                          <a:latin typeface="宋体"/>
                          <a:cs typeface="宋体"/>
                        </a:rPr>
                        <a:t>者</a:t>
                      </a:r>
                      <a:endParaRPr sz="1100">
                        <a:latin typeface="宋体"/>
                        <a:cs typeface="宋体"/>
                      </a:endParaRPr>
                    </a:p>
                  </a:txBody>
                  <a:tcPr marL="0" marR="0" marT="6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1650">
                        <a:latin typeface="Times New Roman"/>
                        <a:cs typeface="Times New Roman"/>
                      </a:endParaRPr>
                    </a:p>
                    <a:p>
                      <a:pPr algn="ctr">
                        <a:lnSpc>
                          <a:spcPct val="100000"/>
                        </a:lnSpc>
                      </a:pPr>
                      <a:r>
                        <a:rPr sz="1100" spc="-10" dirty="0">
                          <a:latin typeface="宋体"/>
                          <a:cs typeface="宋体"/>
                        </a:rPr>
                        <a:t>为</a:t>
                      </a:r>
                      <a:r>
                        <a:rPr sz="1100" spc="-10" dirty="0">
                          <a:latin typeface="Arial"/>
                          <a:cs typeface="Arial"/>
                        </a:rPr>
                        <a:t>AI</a:t>
                      </a:r>
                      <a:r>
                        <a:rPr sz="1100" spc="-15" dirty="0">
                          <a:latin typeface="宋体"/>
                          <a:cs typeface="宋体"/>
                        </a:rPr>
                        <a:t>提供必要的背景信息</a:t>
                      </a:r>
                      <a:endParaRPr sz="11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5"/>
                        </a:spcBef>
                      </a:pPr>
                      <a:endParaRPr sz="1100">
                        <a:latin typeface="Times New Roman"/>
                        <a:cs typeface="Times New Roman"/>
                      </a:endParaRPr>
                    </a:p>
                    <a:p>
                      <a:pPr marL="975360" marR="103505" indent="-864869">
                        <a:lnSpc>
                          <a:spcPct val="100000"/>
                        </a:lnSpc>
                      </a:pPr>
                      <a:r>
                        <a:rPr sz="1100" spc="-10" dirty="0">
                          <a:latin typeface="Arial"/>
                          <a:cs typeface="Arial"/>
                        </a:rPr>
                        <a:t>“</a:t>
                      </a:r>
                      <a:r>
                        <a:rPr sz="1100" spc="-10" dirty="0">
                          <a:latin typeface="宋体"/>
                          <a:cs typeface="宋体"/>
                        </a:rPr>
                        <a:t>假设你是一位</a:t>
                      </a:r>
                      <a:r>
                        <a:rPr sz="1100" spc="-10" dirty="0">
                          <a:latin typeface="Arial"/>
                          <a:cs typeface="Arial"/>
                        </a:rPr>
                        <a:t>19</a:t>
                      </a:r>
                      <a:r>
                        <a:rPr sz="1100" spc="-10" dirty="0">
                          <a:latin typeface="宋体"/>
                          <a:cs typeface="宋体"/>
                        </a:rPr>
                        <a:t>世纪的历史学家</a:t>
                      </a:r>
                      <a:r>
                        <a:rPr sz="1100" spc="-10" dirty="0">
                          <a:latin typeface="Arial"/>
                          <a:cs typeface="Arial"/>
                        </a:rPr>
                        <a:t>,</a:t>
                      </a:r>
                      <a:r>
                        <a:rPr sz="1100" spc="-25" dirty="0">
                          <a:latin typeface="宋体"/>
                          <a:cs typeface="宋体"/>
                        </a:rPr>
                        <a:t>评论拿</a:t>
                      </a:r>
                      <a:r>
                        <a:rPr sz="1100" spc="-10" dirty="0">
                          <a:latin typeface="宋体"/>
                          <a:cs typeface="宋体"/>
                        </a:rPr>
                        <a:t>破仑的崛起</a:t>
                      </a:r>
                      <a:r>
                        <a:rPr sz="1100" spc="-50" dirty="0">
                          <a:latin typeface="Arial"/>
                          <a:cs typeface="Arial"/>
                        </a:rPr>
                        <a:t>”</a:t>
                      </a:r>
                      <a:endParaRPr sz="1100">
                        <a:latin typeface="Arial"/>
                        <a:cs typeface="Arial"/>
                      </a:endParaRPr>
                    </a:p>
                  </a:txBody>
                  <a:tcPr marL="0" marR="0" marT="6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687070">
                <a:tc>
                  <a:txBody>
                    <a:bodyPr/>
                    <a:lstStyle/>
                    <a:p>
                      <a:pPr>
                        <a:lnSpc>
                          <a:spcPct val="100000"/>
                        </a:lnSpc>
                        <a:spcBef>
                          <a:spcPts val="25"/>
                        </a:spcBef>
                      </a:pPr>
                      <a:endParaRPr sz="1650">
                        <a:latin typeface="Times New Roman"/>
                        <a:cs typeface="Times New Roman"/>
                      </a:endParaRPr>
                    </a:p>
                    <a:p>
                      <a:pPr algn="ctr">
                        <a:lnSpc>
                          <a:spcPct val="100000"/>
                        </a:lnSpc>
                      </a:pPr>
                      <a:r>
                        <a:rPr sz="1100" spc="-20" dirty="0">
                          <a:latin typeface="宋体"/>
                          <a:cs typeface="宋体"/>
                        </a:rPr>
                        <a:t>任务定义器</a:t>
                      </a:r>
                      <a:endParaRPr sz="11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5"/>
                        </a:spcBef>
                      </a:pPr>
                      <a:endParaRPr sz="1650">
                        <a:latin typeface="Times New Roman"/>
                        <a:cs typeface="Times New Roman"/>
                      </a:endParaRPr>
                    </a:p>
                    <a:p>
                      <a:pPr algn="ctr">
                        <a:lnSpc>
                          <a:spcPct val="100000"/>
                        </a:lnSpc>
                      </a:pPr>
                      <a:r>
                        <a:rPr sz="1100" spc="-10" dirty="0">
                          <a:latin typeface="宋体"/>
                          <a:cs typeface="宋体"/>
                        </a:rPr>
                        <a:t>明确指定</a:t>
                      </a:r>
                      <a:r>
                        <a:rPr sz="1100" spc="-10" dirty="0">
                          <a:latin typeface="Arial"/>
                          <a:cs typeface="Arial"/>
                        </a:rPr>
                        <a:t>AI</a:t>
                      </a:r>
                      <a:r>
                        <a:rPr sz="1100" spc="-20" dirty="0">
                          <a:latin typeface="宋体"/>
                          <a:cs typeface="宋体"/>
                        </a:rPr>
                        <a:t>需要完成的任务</a:t>
                      </a:r>
                      <a:endParaRPr sz="11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pPr>
                      <a:endParaRPr sz="1100">
                        <a:latin typeface="Times New Roman"/>
                        <a:cs typeface="Times New Roman"/>
                      </a:endParaRPr>
                    </a:p>
                    <a:p>
                      <a:pPr algn="ctr">
                        <a:lnSpc>
                          <a:spcPct val="100000"/>
                        </a:lnSpc>
                      </a:pPr>
                      <a:r>
                        <a:rPr sz="1100" spc="-10" dirty="0">
                          <a:latin typeface="Arial"/>
                          <a:cs typeface="Arial"/>
                        </a:rPr>
                        <a:t>“</a:t>
                      </a:r>
                      <a:r>
                        <a:rPr sz="1100" spc="-10" dirty="0">
                          <a:latin typeface="宋体"/>
                          <a:cs typeface="宋体"/>
                        </a:rPr>
                        <a:t>为一篇关于气候变化的文章写一个引言</a:t>
                      </a:r>
                      <a:r>
                        <a:rPr sz="1100" spc="-50" dirty="0">
                          <a:latin typeface="Arial"/>
                          <a:cs typeface="Arial"/>
                        </a:rPr>
                        <a:t>,</a:t>
                      </a:r>
                      <a:endParaRPr sz="1100">
                        <a:latin typeface="Arial"/>
                        <a:cs typeface="Arial"/>
                      </a:endParaRPr>
                    </a:p>
                    <a:p>
                      <a:pPr algn="ctr">
                        <a:lnSpc>
                          <a:spcPct val="100000"/>
                        </a:lnSpc>
                      </a:pPr>
                      <a:r>
                        <a:rPr sz="1100" spc="-10" dirty="0">
                          <a:latin typeface="宋体"/>
                          <a:cs typeface="宋体"/>
                        </a:rPr>
                        <a:t>长度</a:t>
                      </a:r>
                      <a:r>
                        <a:rPr sz="1100" spc="-10" dirty="0">
                          <a:latin typeface="Arial"/>
                          <a:cs typeface="Arial"/>
                        </a:rPr>
                        <a:t>200</a:t>
                      </a:r>
                      <a:r>
                        <a:rPr sz="1100" spc="-10" dirty="0">
                          <a:latin typeface="宋体"/>
                          <a:cs typeface="宋体"/>
                        </a:rPr>
                        <a:t>字</a:t>
                      </a:r>
                      <a:r>
                        <a:rPr sz="1100" spc="-50" dirty="0">
                          <a:latin typeface="Arial"/>
                          <a:cs typeface="Arial"/>
                        </a:rPr>
                        <a:t>”</a:t>
                      </a:r>
                      <a:endParaRPr sz="1100">
                        <a:latin typeface="Arial"/>
                        <a:cs typeface="Arial"/>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688975">
                <a:tc>
                  <a:txBody>
                    <a:bodyPr/>
                    <a:lstStyle/>
                    <a:p>
                      <a:pPr>
                        <a:lnSpc>
                          <a:spcPct val="100000"/>
                        </a:lnSpc>
                        <a:spcBef>
                          <a:spcPts val="30"/>
                        </a:spcBef>
                      </a:pPr>
                      <a:endParaRPr sz="1650">
                        <a:latin typeface="Times New Roman"/>
                        <a:cs typeface="Times New Roman"/>
                      </a:endParaRPr>
                    </a:p>
                    <a:p>
                      <a:pPr algn="ctr">
                        <a:lnSpc>
                          <a:spcPct val="100000"/>
                        </a:lnSpc>
                      </a:pPr>
                      <a:r>
                        <a:rPr sz="1100" spc="-20" dirty="0">
                          <a:latin typeface="宋体"/>
                          <a:cs typeface="宋体"/>
                        </a:rPr>
                        <a:t>输出塑造器</a:t>
                      </a:r>
                      <a:endParaRPr sz="11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1650">
                        <a:latin typeface="Times New Roman"/>
                        <a:cs typeface="Times New Roman"/>
                      </a:endParaRPr>
                    </a:p>
                    <a:p>
                      <a:pPr algn="ctr">
                        <a:lnSpc>
                          <a:spcPct val="100000"/>
                        </a:lnSpc>
                      </a:pPr>
                      <a:r>
                        <a:rPr sz="1100" spc="-10" dirty="0">
                          <a:latin typeface="宋体"/>
                          <a:cs typeface="宋体"/>
                        </a:rPr>
                        <a:t>影响</a:t>
                      </a:r>
                      <a:r>
                        <a:rPr sz="1100" spc="-10" dirty="0">
                          <a:latin typeface="Arial"/>
                          <a:cs typeface="Arial"/>
                        </a:rPr>
                        <a:t>AI</a:t>
                      </a:r>
                      <a:r>
                        <a:rPr sz="1100" spc="-20" dirty="0">
                          <a:latin typeface="宋体"/>
                          <a:cs typeface="宋体"/>
                        </a:rPr>
                        <a:t>输出的形式和内容</a:t>
                      </a:r>
                      <a:endParaRPr sz="11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5"/>
                        </a:spcBef>
                      </a:pPr>
                      <a:endParaRPr sz="1100">
                        <a:latin typeface="Times New Roman"/>
                        <a:cs typeface="Times New Roman"/>
                      </a:endParaRPr>
                    </a:p>
                    <a:p>
                      <a:pPr marL="688975" marR="111125" indent="-570230">
                        <a:lnSpc>
                          <a:spcPct val="100000"/>
                        </a:lnSpc>
                      </a:pPr>
                      <a:r>
                        <a:rPr sz="1100" spc="-10" dirty="0">
                          <a:latin typeface="Arial"/>
                          <a:cs typeface="Arial"/>
                        </a:rPr>
                        <a:t>“</a:t>
                      </a:r>
                      <a:r>
                        <a:rPr sz="1100" spc="-10" dirty="0">
                          <a:latin typeface="宋体"/>
                          <a:cs typeface="宋体"/>
                        </a:rPr>
                        <a:t>用简单的语言解释量子力学</a:t>
                      </a:r>
                      <a:r>
                        <a:rPr sz="1100" spc="-10" dirty="0">
                          <a:latin typeface="Arial"/>
                          <a:cs typeface="Arial"/>
                        </a:rPr>
                        <a:t>,</a:t>
                      </a:r>
                      <a:r>
                        <a:rPr sz="1100" spc="-20" dirty="0">
                          <a:latin typeface="宋体"/>
                          <a:cs typeface="宋体"/>
                        </a:rPr>
                        <a:t>假设你在跟</a:t>
                      </a:r>
                      <a:r>
                        <a:rPr sz="1100" spc="-10" dirty="0">
                          <a:latin typeface="宋体"/>
                          <a:cs typeface="宋体"/>
                        </a:rPr>
                        <a:t>一个</a:t>
                      </a:r>
                      <a:r>
                        <a:rPr sz="1100" spc="-10" dirty="0">
                          <a:latin typeface="Arial"/>
                          <a:cs typeface="Arial"/>
                        </a:rPr>
                        <a:t>10</a:t>
                      </a:r>
                      <a:r>
                        <a:rPr sz="1100" spc="-10" dirty="0">
                          <a:latin typeface="宋体"/>
                          <a:cs typeface="宋体"/>
                        </a:rPr>
                        <a:t>岁的孩子说话</a:t>
                      </a:r>
                      <a:r>
                        <a:rPr sz="1100" spc="-50" dirty="0">
                          <a:latin typeface="Arial"/>
                          <a:cs typeface="Arial"/>
                        </a:rPr>
                        <a:t>”</a:t>
                      </a:r>
                      <a:endParaRPr sz="1100">
                        <a:latin typeface="Arial"/>
                        <a:cs typeface="Arial"/>
                      </a:endParaRPr>
                    </a:p>
                  </a:txBody>
                  <a:tcPr marL="0" marR="0" marT="6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687705">
                <a:tc>
                  <a:txBody>
                    <a:bodyPr/>
                    <a:lstStyle/>
                    <a:p>
                      <a:pPr>
                        <a:lnSpc>
                          <a:spcPct val="100000"/>
                        </a:lnSpc>
                        <a:spcBef>
                          <a:spcPts val="5"/>
                        </a:spcBef>
                      </a:pPr>
                      <a:endParaRPr sz="1100">
                        <a:latin typeface="Times New Roman"/>
                        <a:cs typeface="Times New Roman"/>
                      </a:endParaRPr>
                    </a:p>
                    <a:p>
                      <a:pPr marL="408305" marR="126364" indent="-275590">
                        <a:lnSpc>
                          <a:spcPct val="100000"/>
                        </a:lnSpc>
                      </a:pPr>
                      <a:r>
                        <a:rPr sz="1100" spc="-10" dirty="0">
                          <a:latin typeface="Arial"/>
                          <a:cs typeface="Arial"/>
                        </a:rPr>
                        <a:t>AI</a:t>
                      </a:r>
                      <a:r>
                        <a:rPr sz="1100" spc="-20" dirty="0">
                          <a:latin typeface="宋体"/>
                          <a:cs typeface="宋体"/>
                        </a:rPr>
                        <a:t>能力引导</a:t>
                      </a:r>
                      <a:r>
                        <a:rPr sz="1100" spc="-50" dirty="0">
                          <a:latin typeface="宋体"/>
                          <a:cs typeface="宋体"/>
                        </a:rPr>
                        <a:t>器</a:t>
                      </a:r>
                      <a:endParaRPr sz="1100">
                        <a:latin typeface="宋体"/>
                        <a:cs typeface="宋体"/>
                      </a:endParaRPr>
                    </a:p>
                  </a:txBody>
                  <a:tcPr marL="0" marR="0" marT="6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5"/>
                        </a:spcBef>
                      </a:pPr>
                      <a:endParaRPr sz="1100">
                        <a:latin typeface="Times New Roman"/>
                        <a:cs typeface="Times New Roman"/>
                      </a:endParaRPr>
                    </a:p>
                    <a:p>
                      <a:pPr marL="876300" marR="104775" indent="-764540">
                        <a:lnSpc>
                          <a:spcPct val="100000"/>
                        </a:lnSpc>
                      </a:pPr>
                      <a:r>
                        <a:rPr sz="1100" spc="-10" dirty="0">
                          <a:latin typeface="宋体"/>
                          <a:cs typeface="宋体"/>
                        </a:rPr>
                        <a:t>引导</a:t>
                      </a:r>
                      <a:r>
                        <a:rPr sz="1100" spc="-10" dirty="0">
                          <a:latin typeface="Arial"/>
                          <a:cs typeface="Arial"/>
                        </a:rPr>
                        <a:t>AI</a:t>
                      </a:r>
                      <a:r>
                        <a:rPr sz="1100" spc="-15" dirty="0">
                          <a:latin typeface="宋体"/>
                          <a:cs typeface="宋体"/>
                        </a:rPr>
                        <a:t>使用特定的能力或技</a:t>
                      </a:r>
                      <a:r>
                        <a:rPr sz="1100" spc="-50" dirty="0">
                          <a:latin typeface="宋体"/>
                          <a:cs typeface="宋体"/>
                        </a:rPr>
                        <a:t>能</a:t>
                      </a:r>
                      <a:endParaRPr sz="1100">
                        <a:latin typeface="宋体"/>
                        <a:cs typeface="宋体"/>
                      </a:endParaRPr>
                    </a:p>
                  </a:txBody>
                  <a:tcPr marL="0" marR="0" marT="6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5"/>
                        </a:spcBef>
                      </a:pPr>
                      <a:endParaRPr sz="1100">
                        <a:latin typeface="Times New Roman"/>
                        <a:cs typeface="Times New Roman"/>
                      </a:endParaRPr>
                    </a:p>
                    <a:p>
                      <a:pPr marL="765810" marR="111125" indent="-647700">
                        <a:lnSpc>
                          <a:spcPct val="100000"/>
                        </a:lnSpc>
                      </a:pPr>
                      <a:r>
                        <a:rPr sz="1100" spc="-10" dirty="0">
                          <a:latin typeface="Arial"/>
                          <a:cs typeface="Arial"/>
                        </a:rPr>
                        <a:t>“</a:t>
                      </a:r>
                      <a:r>
                        <a:rPr sz="1100" spc="-10" dirty="0">
                          <a:latin typeface="宋体"/>
                          <a:cs typeface="宋体"/>
                        </a:rPr>
                        <a:t>使用你的创意写作能力</a:t>
                      </a:r>
                      <a:r>
                        <a:rPr sz="1100" spc="-10" dirty="0">
                          <a:latin typeface="Arial"/>
                          <a:cs typeface="Arial"/>
                        </a:rPr>
                        <a:t>,</a:t>
                      </a:r>
                      <a:r>
                        <a:rPr sz="1100" spc="-20" dirty="0">
                          <a:latin typeface="宋体"/>
                          <a:cs typeface="宋体"/>
                        </a:rPr>
                        <a:t>创作一个关于时</a:t>
                      </a:r>
                      <a:r>
                        <a:rPr sz="1100" spc="-10" dirty="0">
                          <a:latin typeface="宋体"/>
                          <a:cs typeface="宋体"/>
                        </a:rPr>
                        <a:t>间旅行的短篇故事</a:t>
                      </a:r>
                      <a:r>
                        <a:rPr sz="1100" spc="-50" dirty="0">
                          <a:latin typeface="Arial"/>
                          <a:cs typeface="Arial"/>
                        </a:rPr>
                        <a:t>”</a:t>
                      </a:r>
                      <a:endParaRPr sz="1100">
                        <a:latin typeface="Arial"/>
                        <a:cs typeface="Arial"/>
                      </a:endParaRPr>
                    </a:p>
                  </a:txBody>
                  <a:tcPr marL="0" marR="0" marT="6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6679565" y="1372235"/>
            <a:ext cx="1553210"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提示语的类型</a:t>
            </a:r>
            <a:endParaRPr sz="2000">
              <a:latin typeface="Microsoft JhengHei"/>
              <a:cs typeface="Microsoft JhengHe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609455" cy="634365"/>
          </a:xfrm>
          <a:prstGeom prst="rect">
            <a:avLst/>
          </a:prstGeom>
        </p:spPr>
        <p:txBody>
          <a:bodyPr vert="horz" wrap="square" lIns="0" tIns="12065" rIns="0" bIns="0" rtlCol="0">
            <a:spAutoFit/>
          </a:bodyPr>
          <a:lstStyle/>
          <a:p>
            <a:pPr marL="12700">
              <a:lnSpc>
                <a:spcPct val="100000"/>
              </a:lnSpc>
              <a:spcBef>
                <a:spcPts val="95"/>
              </a:spcBef>
            </a:pPr>
            <a:r>
              <a:rPr sz="4000" spc="270" dirty="0"/>
              <a:t>掌握提示语设计：</a:t>
            </a:r>
            <a:r>
              <a:rPr sz="4000" spc="270" dirty="0">
                <a:latin typeface="Arial"/>
                <a:cs typeface="Arial"/>
              </a:rPr>
              <a:t>AIGC</a:t>
            </a:r>
            <a:r>
              <a:rPr sz="4000" spc="270" dirty="0"/>
              <a:t>时代的必备技</a:t>
            </a:r>
            <a:r>
              <a:rPr sz="4000" spc="-50" dirty="0"/>
              <a:t>能</a:t>
            </a:r>
            <a:endParaRPr sz="4000">
              <a:latin typeface="Arial"/>
              <a:cs typeface="Arial"/>
            </a:endParaRPr>
          </a:p>
        </p:txBody>
      </p:sp>
      <p:sp>
        <p:nvSpPr>
          <p:cNvPr id="3" name="object 3"/>
          <p:cNvSpPr txBox="1"/>
          <p:nvPr/>
        </p:nvSpPr>
        <p:spPr>
          <a:xfrm>
            <a:off x="626109" y="1218372"/>
            <a:ext cx="4154170" cy="859155"/>
          </a:xfrm>
          <a:prstGeom prst="rect">
            <a:avLst/>
          </a:prstGeom>
        </p:spPr>
        <p:txBody>
          <a:bodyPr vert="horz" wrap="square" lIns="0" tIns="146685" rIns="0" bIns="0" rtlCol="0">
            <a:spAutoFit/>
          </a:bodyPr>
          <a:lstStyle/>
          <a:p>
            <a:pPr marL="12700">
              <a:lnSpc>
                <a:spcPct val="100000"/>
              </a:lnSpc>
              <a:spcBef>
                <a:spcPts val="1155"/>
              </a:spcBef>
            </a:pPr>
            <a:r>
              <a:rPr sz="2000" b="1" spc="-5" dirty="0">
                <a:latin typeface="Microsoft JhengHei"/>
                <a:cs typeface="Microsoft JhengHei"/>
              </a:rPr>
              <a:t>提示语设计的核心技能体系</a:t>
            </a:r>
            <a:endParaRPr sz="2000">
              <a:latin typeface="Microsoft JhengHei"/>
              <a:cs typeface="Microsoft JhengHei"/>
            </a:endParaRPr>
          </a:p>
          <a:p>
            <a:pPr marL="902969">
              <a:lnSpc>
                <a:spcPct val="100000"/>
              </a:lnSpc>
              <a:spcBef>
                <a:spcPts val="944"/>
              </a:spcBef>
            </a:pPr>
            <a:r>
              <a:rPr sz="1800" dirty="0">
                <a:latin typeface="宋体"/>
                <a:cs typeface="宋体"/>
              </a:rPr>
              <a:t>表</a:t>
            </a:r>
            <a:r>
              <a:rPr sz="1800" spc="-160" dirty="0">
                <a:latin typeface="宋体"/>
                <a:cs typeface="宋体"/>
              </a:rPr>
              <a:t>1-3-</a:t>
            </a:r>
            <a:r>
              <a:rPr sz="1800" dirty="0">
                <a:latin typeface="宋体"/>
                <a:cs typeface="宋体"/>
              </a:rPr>
              <a:t>1</a:t>
            </a:r>
            <a:r>
              <a:rPr sz="1800" spc="-5" dirty="0">
                <a:latin typeface="宋体"/>
                <a:cs typeface="宋体"/>
              </a:rPr>
              <a:t>提示语设计核心技能子项</a:t>
            </a:r>
            <a:endParaRPr sz="1800">
              <a:latin typeface="宋体"/>
              <a:cs typeface="宋体"/>
            </a:endParaRPr>
          </a:p>
        </p:txBody>
      </p:sp>
      <p:graphicFrame>
        <p:nvGraphicFramePr>
          <p:cNvPr id="4" name="object 4"/>
          <p:cNvGraphicFramePr>
            <a:graphicFrameLocks noGrp="1"/>
          </p:cNvGraphicFramePr>
          <p:nvPr/>
        </p:nvGraphicFramePr>
        <p:xfrm>
          <a:off x="541019" y="2164714"/>
          <a:ext cx="5419090" cy="4229098"/>
        </p:xfrm>
        <a:graphic>
          <a:graphicData uri="http://schemas.openxmlformats.org/drawingml/2006/table">
            <a:tbl>
              <a:tblPr firstRow="1" bandRow="1">
                <a:tableStyleId>{2D5ABB26-0587-4C30-8999-92F81FD0307C}</a:tableStyleId>
              </a:tblPr>
              <a:tblGrid>
                <a:gridCol w="1821180">
                  <a:extLst>
                    <a:ext uri="{9D8B030D-6E8A-4147-A177-3AD203B41FA5}">
                      <a16:colId xmlns:a16="http://schemas.microsoft.com/office/drawing/2014/main" val="20000"/>
                    </a:ext>
                  </a:extLst>
                </a:gridCol>
                <a:gridCol w="3597910">
                  <a:extLst>
                    <a:ext uri="{9D8B030D-6E8A-4147-A177-3AD203B41FA5}">
                      <a16:colId xmlns:a16="http://schemas.microsoft.com/office/drawing/2014/main" val="20001"/>
                    </a:ext>
                  </a:extLst>
                </a:gridCol>
              </a:tblGrid>
              <a:tr h="229235">
                <a:tc>
                  <a:txBody>
                    <a:bodyPr/>
                    <a:lstStyle/>
                    <a:p>
                      <a:pPr marL="635" algn="ctr">
                        <a:lnSpc>
                          <a:spcPct val="100000"/>
                        </a:lnSpc>
                        <a:spcBef>
                          <a:spcPts val="120"/>
                        </a:spcBef>
                      </a:pPr>
                      <a:r>
                        <a:rPr sz="1100" spc="-20" dirty="0">
                          <a:latin typeface="宋体"/>
                          <a:cs typeface="宋体"/>
                        </a:rPr>
                        <a:t>核心技能</a:t>
                      </a:r>
                      <a:endParaRPr sz="1100">
                        <a:latin typeface="宋体"/>
                        <a:cs typeface="宋体"/>
                      </a:endParaRPr>
                    </a:p>
                  </a:txBody>
                  <a:tcPr marL="0" marR="0" marT="152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35" algn="ctr">
                        <a:lnSpc>
                          <a:spcPct val="100000"/>
                        </a:lnSpc>
                        <a:spcBef>
                          <a:spcPts val="120"/>
                        </a:spcBef>
                      </a:pPr>
                      <a:r>
                        <a:rPr sz="1100" spc="-30" dirty="0">
                          <a:latin typeface="宋体"/>
                          <a:cs typeface="宋体"/>
                        </a:rPr>
                        <a:t>子项</a:t>
                      </a:r>
                      <a:endParaRPr sz="1100">
                        <a:latin typeface="宋体"/>
                        <a:cs typeface="宋体"/>
                      </a:endParaRPr>
                    </a:p>
                  </a:txBody>
                  <a:tcPr marL="0" marR="0" marT="152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243204">
                <a:tc rowSpan="3">
                  <a:txBody>
                    <a:bodyPr/>
                    <a:lstStyle/>
                    <a:p>
                      <a:pPr>
                        <a:lnSpc>
                          <a:spcPct val="100000"/>
                        </a:lnSpc>
                      </a:pPr>
                      <a:endParaRPr sz="1300">
                        <a:latin typeface="Times New Roman"/>
                        <a:cs typeface="Times New Roman"/>
                      </a:endParaRPr>
                    </a:p>
                    <a:p>
                      <a:pPr marL="490855">
                        <a:lnSpc>
                          <a:spcPct val="100000"/>
                        </a:lnSpc>
                        <a:spcBef>
                          <a:spcPts val="760"/>
                        </a:spcBef>
                      </a:pPr>
                      <a:r>
                        <a:rPr sz="1100" spc="-20" dirty="0">
                          <a:latin typeface="宋体"/>
                          <a:cs typeface="宋体"/>
                        </a:rPr>
                        <a:t>问题重构能力</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80"/>
                        </a:spcBef>
                      </a:pPr>
                      <a:r>
                        <a:rPr sz="1100" spc="-10" dirty="0">
                          <a:latin typeface="宋体"/>
                          <a:cs typeface="宋体"/>
                        </a:rPr>
                        <a:t>将复杂、模糊的人类需求转化为结构化的</a:t>
                      </a:r>
                      <a:r>
                        <a:rPr sz="1100" spc="-10" dirty="0">
                          <a:latin typeface="Arial"/>
                          <a:cs typeface="Arial"/>
                        </a:rPr>
                        <a:t>AI</a:t>
                      </a:r>
                      <a:r>
                        <a:rPr sz="1100" spc="-30" dirty="0">
                          <a:latin typeface="宋体"/>
                          <a:cs typeface="宋体"/>
                        </a:rPr>
                        <a:t>任务</a:t>
                      </a:r>
                      <a:endParaRPr sz="1100">
                        <a:latin typeface="宋体"/>
                        <a:cs typeface="宋体"/>
                      </a:endParaRPr>
                    </a:p>
                  </a:txBody>
                  <a:tcPr marL="0" marR="0" marT="228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25717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29"/>
                        </a:spcBef>
                      </a:pPr>
                      <a:r>
                        <a:rPr sz="1100" spc="-15" dirty="0">
                          <a:latin typeface="宋体"/>
                          <a:cs typeface="宋体"/>
                        </a:rPr>
                        <a:t>识别问题的核心要素和约束条件</a:t>
                      </a:r>
                      <a:endParaRPr sz="1100">
                        <a:latin typeface="宋体"/>
                        <a:cs typeface="宋体"/>
                      </a:endParaRPr>
                    </a:p>
                  </a:txBody>
                  <a:tcPr marL="0" marR="0" marT="2920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27051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4"/>
                        </a:spcBef>
                      </a:pPr>
                      <a:r>
                        <a:rPr sz="1100" spc="-15" dirty="0">
                          <a:latin typeface="宋体"/>
                          <a:cs typeface="宋体"/>
                        </a:rPr>
                        <a:t>设计清晰、精确的提示语结构</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255904">
                <a:tc rowSpan="3">
                  <a:txBody>
                    <a:bodyPr/>
                    <a:lstStyle/>
                    <a:p>
                      <a:pPr>
                        <a:lnSpc>
                          <a:spcPct val="100000"/>
                        </a:lnSpc>
                      </a:pPr>
                      <a:endParaRPr sz="1300">
                        <a:latin typeface="Times New Roman"/>
                        <a:cs typeface="Times New Roman"/>
                      </a:endParaRPr>
                    </a:p>
                    <a:p>
                      <a:pPr marL="490855">
                        <a:lnSpc>
                          <a:spcPct val="100000"/>
                        </a:lnSpc>
                        <a:spcBef>
                          <a:spcPts val="860"/>
                        </a:spcBef>
                      </a:pPr>
                      <a:r>
                        <a:rPr sz="1100" spc="-20" dirty="0">
                          <a:latin typeface="宋体"/>
                          <a:cs typeface="宋体"/>
                        </a:rPr>
                        <a:t>创意引导能力</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29"/>
                        </a:spcBef>
                      </a:pPr>
                      <a:r>
                        <a:rPr sz="1100" spc="-10" dirty="0">
                          <a:latin typeface="宋体"/>
                          <a:cs typeface="宋体"/>
                        </a:rPr>
                        <a:t>设计能激发</a:t>
                      </a:r>
                      <a:r>
                        <a:rPr sz="1100" spc="-10" dirty="0">
                          <a:latin typeface="Arial"/>
                          <a:cs typeface="Arial"/>
                        </a:rPr>
                        <a:t>AI</a:t>
                      </a:r>
                      <a:r>
                        <a:rPr sz="1100" spc="-20" dirty="0">
                          <a:latin typeface="宋体"/>
                          <a:cs typeface="宋体"/>
                        </a:rPr>
                        <a:t>创新思维的提示语</a:t>
                      </a:r>
                      <a:endParaRPr sz="1100">
                        <a:latin typeface="宋体"/>
                        <a:cs typeface="宋体"/>
                      </a:endParaRPr>
                    </a:p>
                  </a:txBody>
                  <a:tcPr marL="0" marR="0" marT="2920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27051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4"/>
                        </a:spcBef>
                      </a:pPr>
                      <a:r>
                        <a:rPr sz="1100" spc="-10" dirty="0">
                          <a:latin typeface="宋体"/>
                          <a:cs typeface="宋体"/>
                        </a:rPr>
                        <a:t>利用类比、反向思考等技巧拓展</a:t>
                      </a:r>
                      <a:r>
                        <a:rPr sz="1100" spc="-10" dirty="0">
                          <a:latin typeface="Arial"/>
                          <a:cs typeface="Arial"/>
                        </a:rPr>
                        <a:t>AI</a:t>
                      </a:r>
                      <a:r>
                        <a:rPr sz="1100" spc="-20" dirty="0">
                          <a:latin typeface="宋体"/>
                          <a:cs typeface="宋体"/>
                        </a:rPr>
                        <a:t>输出的可能性</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r h="26987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0"/>
                        </a:spcBef>
                      </a:pPr>
                      <a:r>
                        <a:rPr sz="1100" spc="-15" dirty="0">
                          <a:latin typeface="宋体"/>
                          <a:cs typeface="宋体"/>
                        </a:rPr>
                        <a:t>巧妙结合不同领域概念，产生跨界创新</a:t>
                      </a:r>
                      <a:endParaRPr sz="1100">
                        <a:latin typeface="宋体"/>
                        <a:cs typeface="宋体"/>
                      </a:endParaRPr>
                    </a:p>
                  </a:txBody>
                  <a:tcPr marL="0" marR="0" marT="355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6"/>
                  </a:ext>
                </a:extLst>
              </a:tr>
              <a:tr h="270510">
                <a:tc rowSpan="3">
                  <a:txBody>
                    <a:bodyPr/>
                    <a:lstStyle/>
                    <a:p>
                      <a:pPr>
                        <a:lnSpc>
                          <a:spcPct val="100000"/>
                        </a:lnSpc>
                      </a:pPr>
                      <a:endParaRPr sz="1300">
                        <a:latin typeface="Times New Roman"/>
                        <a:cs typeface="Times New Roman"/>
                      </a:endParaRPr>
                    </a:p>
                    <a:p>
                      <a:pPr marL="490855">
                        <a:lnSpc>
                          <a:spcPct val="100000"/>
                        </a:lnSpc>
                        <a:spcBef>
                          <a:spcPts val="919"/>
                        </a:spcBef>
                      </a:pPr>
                      <a:r>
                        <a:rPr sz="1100" spc="-20" dirty="0">
                          <a:latin typeface="宋体"/>
                          <a:cs typeface="宋体"/>
                        </a:rPr>
                        <a:t>结果优化能力</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5"/>
                        </a:spcBef>
                      </a:pPr>
                      <a:r>
                        <a:rPr sz="1100" spc="-10" dirty="0">
                          <a:latin typeface="宋体"/>
                          <a:cs typeface="宋体"/>
                        </a:rPr>
                        <a:t>分析</a:t>
                      </a:r>
                      <a:r>
                        <a:rPr sz="1100" spc="-10" dirty="0">
                          <a:latin typeface="Arial"/>
                          <a:cs typeface="Arial"/>
                        </a:rPr>
                        <a:t>AI</a:t>
                      </a:r>
                      <a:r>
                        <a:rPr sz="1100" spc="-15" dirty="0">
                          <a:latin typeface="宋体"/>
                          <a:cs typeface="宋体"/>
                        </a:rPr>
                        <a:t>输出，识别改进空间</a:t>
                      </a:r>
                      <a:endParaRPr sz="1100">
                        <a:latin typeface="宋体"/>
                        <a:cs typeface="宋体"/>
                      </a:endParaRPr>
                    </a:p>
                  </a:txBody>
                  <a:tcPr marL="0" marR="0" marT="361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7"/>
                  </a:ext>
                </a:extLst>
              </a:tr>
              <a:tr h="27051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4"/>
                        </a:spcBef>
                      </a:pPr>
                      <a:r>
                        <a:rPr sz="1100" spc="-15" dirty="0">
                          <a:latin typeface="宋体"/>
                          <a:cs typeface="宋体"/>
                        </a:rPr>
                        <a:t>通过迭代调整提示语，优化输出质量</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8"/>
                  </a:ext>
                </a:extLst>
              </a:tr>
              <a:tr h="26987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4"/>
                        </a:spcBef>
                      </a:pPr>
                      <a:r>
                        <a:rPr sz="1100" spc="-15" dirty="0">
                          <a:latin typeface="宋体"/>
                          <a:cs typeface="宋体"/>
                        </a:rPr>
                        <a:t>设计评估标准，量化提示语效果</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9"/>
                  </a:ext>
                </a:extLst>
              </a:tr>
              <a:tr h="269875">
                <a:tc rowSpan="3">
                  <a:txBody>
                    <a:bodyPr/>
                    <a:lstStyle/>
                    <a:p>
                      <a:pPr>
                        <a:lnSpc>
                          <a:spcPct val="100000"/>
                        </a:lnSpc>
                      </a:pPr>
                      <a:endParaRPr sz="1300">
                        <a:latin typeface="Times New Roman"/>
                        <a:cs typeface="Times New Roman"/>
                      </a:endParaRPr>
                    </a:p>
                    <a:p>
                      <a:pPr marL="490855">
                        <a:lnSpc>
                          <a:spcPct val="100000"/>
                        </a:lnSpc>
                        <a:spcBef>
                          <a:spcPts val="915"/>
                        </a:spcBef>
                      </a:pPr>
                      <a:r>
                        <a:rPr sz="1100" spc="-20" dirty="0">
                          <a:latin typeface="宋体"/>
                          <a:cs typeface="宋体"/>
                        </a:rPr>
                        <a:t>跨域整合能力</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0"/>
                        </a:spcBef>
                      </a:pPr>
                      <a:r>
                        <a:rPr sz="1100" spc="-15" dirty="0">
                          <a:latin typeface="宋体"/>
                          <a:cs typeface="宋体"/>
                        </a:rPr>
                        <a:t>将专业领域知识转化为有效的提示语</a:t>
                      </a:r>
                      <a:endParaRPr sz="1100">
                        <a:latin typeface="宋体"/>
                        <a:cs typeface="宋体"/>
                      </a:endParaRPr>
                    </a:p>
                  </a:txBody>
                  <a:tcPr marL="0" marR="0" marT="355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0"/>
                  </a:ext>
                </a:extLst>
              </a:tr>
              <a:tr h="27051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5"/>
                        </a:spcBef>
                      </a:pPr>
                      <a:r>
                        <a:rPr sz="1100" spc="-10" dirty="0">
                          <a:latin typeface="宋体"/>
                          <a:cs typeface="宋体"/>
                        </a:rPr>
                        <a:t>利用提示语桥接不同学科和</a:t>
                      </a:r>
                      <a:r>
                        <a:rPr sz="1100" spc="-10" dirty="0">
                          <a:latin typeface="Arial"/>
                          <a:cs typeface="Arial"/>
                        </a:rPr>
                        <a:t>AI</a:t>
                      </a:r>
                      <a:r>
                        <a:rPr sz="1100" spc="-30" dirty="0">
                          <a:latin typeface="宋体"/>
                          <a:cs typeface="宋体"/>
                        </a:rPr>
                        <a:t>能力</a:t>
                      </a:r>
                      <a:endParaRPr sz="1100">
                        <a:latin typeface="宋体"/>
                        <a:cs typeface="宋体"/>
                      </a:endParaRPr>
                    </a:p>
                  </a:txBody>
                  <a:tcPr marL="0" marR="0" marT="361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1"/>
                  </a:ext>
                </a:extLst>
              </a:tr>
              <a:tr h="26987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0"/>
                        </a:spcBef>
                      </a:pPr>
                      <a:r>
                        <a:rPr sz="1100" spc="-15" dirty="0">
                          <a:latin typeface="宋体"/>
                          <a:cs typeface="宋体"/>
                        </a:rPr>
                        <a:t>创造跨领域的创新解决方案</a:t>
                      </a:r>
                      <a:endParaRPr sz="1100">
                        <a:latin typeface="宋体"/>
                        <a:cs typeface="宋体"/>
                      </a:endParaRPr>
                    </a:p>
                  </a:txBody>
                  <a:tcPr marL="0" marR="0" marT="355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2"/>
                  </a:ext>
                </a:extLst>
              </a:tr>
              <a:tr h="270510">
                <a:tc rowSpan="3">
                  <a:txBody>
                    <a:bodyPr/>
                    <a:lstStyle/>
                    <a:p>
                      <a:pPr>
                        <a:lnSpc>
                          <a:spcPct val="100000"/>
                        </a:lnSpc>
                      </a:pPr>
                      <a:endParaRPr sz="1300">
                        <a:latin typeface="Times New Roman"/>
                        <a:cs typeface="Times New Roman"/>
                      </a:endParaRPr>
                    </a:p>
                    <a:p>
                      <a:pPr marL="635" algn="ctr">
                        <a:lnSpc>
                          <a:spcPct val="100000"/>
                        </a:lnSpc>
                        <a:spcBef>
                          <a:spcPts val="919"/>
                        </a:spcBef>
                      </a:pPr>
                      <a:r>
                        <a:rPr sz="1100" spc="-20" dirty="0">
                          <a:latin typeface="宋体"/>
                          <a:cs typeface="宋体"/>
                        </a:rPr>
                        <a:t>系统思维</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5"/>
                        </a:spcBef>
                      </a:pPr>
                      <a:r>
                        <a:rPr sz="1100" spc="-15" dirty="0">
                          <a:latin typeface="宋体"/>
                          <a:cs typeface="宋体"/>
                        </a:rPr>
                        <a:t>设计多步骤、多维度的提示语体系</a:t>
                      </a:r>
                      <a:endParaRPr sz="1100">
                        <a:latin typeface="宋体"/>
                        <a:cs typeface="宋体"/>
                      </a:endParaRPr>
                    </a:p>
                  </a:txBody>
                  <a:tcPr marL="0" marR="0" marT="361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3"/>
                  </a:ext>
                </a:extLst>
              </a:tr>
              <a:tr h="27051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4"/>
                        </a:spcBef>
                      </a:pPr>
                      <a:r>
                        <a:rPr sz="1100" spc="-15" dirty="0">
                          <a:latin typeface="宋体"/>
                          <a:cs typeface="宋体"/>
                        </a:rPr>
                        <a:t>构建提示语模板库，提高效率和一致性</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4"/>
                  </a:ext>
                </a:extLst>
              </a:tr>
              <a:tr h="27051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85"/>
                        </a:spcBef>
                      </a:pPr>
                      <a:r>
                        <a:rPr sz="1100" spc="-15" dirty="0">
                          <a:latin typeface="宋体"/>
                          <a:cs typeface="宋体"/>
                        </a:rPr>
                        <a:t>开发提示语策略，应对复杂场景</a:t>
                      </a:r>
                      <a:endParaRPr sz="1100">
                        <a:latin typeface="宋体"/>
                        <a:cs typeface="宋体"/>
                      </a:endParaRPr>
                    </a:p>
                  </a:txBody>
                  <a:tcPr marL="0" marR="0" marT="3619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5"/>
                  </a:ext>
                </a:extLst>
              </a:tr>
            </a:tbl>
          </a:graphicData>
        </a:graphic>
      </p:graphicFrame>
      <p:sp>
        <p:nvSpPr>
          <p:cNvPr id="5" name="object 5"/>
          <p:cNvSpPr txBox="1"/>
          <p:nvPr/>
        </p:nvSpPr>
        <p:spPr>
          <a:xfrm>
            <a:off x="7315834" y="1207770"/>
            <a:ext cx="32639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宋体"/>
                <a:cs typeface="宋体"/>
              </a:rPr>
              <a:t>表</a:t>
            </a:r>
            <a:r>
              <a:rPr sz="1800" spc="-160" dirty="0">
                <a:latin typeface="宋体"/>
                <a:cs typeface="宋体"/>
              </a:rPr>
              <a:t>1-3-</a:t>
            </a:r>
            <a:r>
              <a:rPr sz="1800" dirty="0">
                <a:latin typeface="宋体"/>
                <a:cs typeface="宋体"/>
              </a:rPr>
              <a:t>2</a:t>
            </a:r>
            <a:r>
              <a:rPr sz="1800" spc="-5" dirty="0">
                <a:latin typeface="宋体"/>
                <a:cs typeface="宋体"/>
              </a:rPr>
              <a:t>提示语设计进阶技能子项</a:t>
            </a:r>
            <a:endParaRPr sz="1800">
              <a:latin typeface="宋体"/>
              <a:cs typeface="宋体"/>
            </a:endParaRPr>
          </a:p>
        </p:txBody>
      </p:sp>
      <p:graphicFrame>
        <p:nvGraphicFramePr>
          <p:cNvPr id="6" name="object 6"/>
          <p:cNvGraphicFramePr>
            <a:graphicFrameLocks noGrp="1"/>
          </p:cNvGraphicFramePr>
          <p:nvPr/>
        </p:nvGraphicFramePr>
        <p:xfrm>
          <a:off x="6231890" y="1650364"/>
          <a:ext cx="5419090" cy="4740910"/>
        </p:xfrm>
        <a:graphic>
          <a:graphicData uri="http://schemas.openxmlformats.org/drawingml/2006/table">
            <a:tbl>
              <a:tblPr firstRow="1" bandRow="1">
                <a:tableStyleId>{2D5ABB26-0587-4C30-8999-92F81FD0307C}</a:tableStyleId>
              </a:tblPr>
              <a:tblGrid>
                <a:gridCol w="1821180">
                  <a:extLst>
                    <a:ext uri="{9D8B030D-6E8A-4147-A177-3AD203B41FA5}">
                      <a16:colId xmlns:a16="http://schemas.microsoft.com/office/drawing/2014/main" val="20000"/>
                    </a:ext>
                  </a:extLst>
                </a:gridCol>
                <a:gridCol w="3597910">
                  <a:extLst>
                    <a:ext uri="{9D8B030D-6E8A-4147-A177-3AD203B41FA5}">
                      <a16:colId xmlns:a16="http://schemas.microsoft.com/office/drawing/2014/main" val="20001"/>
                    </a:ext>
                  </a:extLst>
                </a:gridCol>
              </a:tblGrid>
              <a:tr h="257810">
                <a:tc>
                  <a:txBody>
                    <a:bodyPr/>
                    <a:lstStyle/>
                    <a:p>
                      <a:pPr marL="635" algn="ctr">
                        <a:lnSpc>
                          <a:spcPct val="100000"/>
                        </a:lnSpc>
                        <a:spcBef>
                          <a:spcPts val="234"/>
                        </a:spcBef>
                      </a:pPr>
                      <a:r>
                        <a:rPr sz="1100" spc="-20" dirty="0">
                          <a:latin typeface="宋体"/>
                          <a:cs typeface="宋体"/>
                        </a:rPr>
                        <a:t>核心技能</a:t>
                      </a:r>
                      <a:endParaRPr sz="1100">
                        <a:latin typeface="宋体"/>
                        <a:cs typeface="宋体"/>
                      </a:endParaRPr>
                    </a:p>
                  </a:txBody>
                  <a:tcPr marL="0" marR="0" marT="2984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9700"/>
                    </a:solidFill>
                  </a:tcPr>
                </a:tc>
                <a:tc>
                  <a:txBody>
                    <a:bodyPr/>
                    <a:lstStyle/>
                    <a:p>
                      <a:pPr marL="635" algn="ctr">
                        <a:lnSpc>
                          <a:spcPct val="100000"/>
                        </a:lnSpc>
                        <a:spcBef>
                          <a:spcPts val="234"/>
                        </a:spcBef>
                      </a:pPr>
                      <a:r>
                        <a:rPr sz="1100" spc="-30" dirty="0">
                          <a:latin typeface="宋体"/>
                          <a:cs typeface="宋体"/>
                        </a:rPr>
                        <a:t>子项</a:t>
                      </a:r>
                      <a:endParaRPr sz="1100">
                        <a:latin typeface="宋体"/>
                        <a:cs typeface="宋体"/>
                      </a:endParaRPr>
                    </a:p>
                  </a:txBody>
                  <a:tcPr marL="0" marR="0" marT="2984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9700"/>
                    </a:solidFill>
                  </a:tcPr>
                </a:tc>
                <a:extLst>
                  <a:ext uri="{0D108BD9-81ED-4DB2-BD59-A6C34878D82A}">
                    <a16:rowId xmlns:a16="http://schemas.microsoft.com/office/drawing/2014/main" val="10000"/>
                  </a:ext>
                </a:extLst>
              </a:tr>
              <a:tr h="273050">
                <a:tc rowSpan="3">
                  <a:txBody>
                    <a:bodyPr/>
                    <a:lstStyle/>
                    <a:p>
                      <a:pPr>
                        <a:lnSpc>
                          <a:spcPct val="100000"/>
                        </a:lnSpc>
                      </a:pPr>
                      <a:endParaRPr sz="1300">
                        <a:latin typeface="Times New Roman"/>
                        <a:cs typeface="Times New Roman"/>
                      </a:endParaRPr>
                    </a:p>
                    <a:p>
                      <a:pPr marL="635" algn="ctr">
                        <a:lnSpc>
                          <a:spcPct val="100000"/>
                        </a:lnSpc>
                        <a:spcBef>
                          <a:spcPts val="1125"/>
                        </a:spcBef>
                      </a:pPr>
                      <a:r>
                        <a:rPr sz="1100" spc="-20" dirty="0">
                          <a:latin typeface="宋体"/>
                          <a:cs typeface="宋体"/>
                        </a:rPr>
                        <a:t>语境理解</a:t>
                      </a:r>
                      <a:endParaRPr sz="1100">
                        <a:latin typeface="宋体"/>
                        <a:cs typeface="宋体"/>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295"/>
                        </a:spcBef>
                      </a:pPr>
                      <a:r>
                        <a:rPr sz="1100" spc="-15" dirty="0">
                          <a:latin typeface="宋体"/>
                          <a:cs typeface="宋体"/>
                        </a:rPr>
                        <a:t>深入分析任务背景和隐含需求</a:t>
                      </a:r>
                      <a:endParaRPr sz="1100">
                        <a:latin typeface="宋体"/>
                        <a:cs typeface="宋体"/>
                      </a:endParaRPr>
                    </a:p>
                  </a:txBody>
                  <a:tcPr marL="0" marR="0" marT="37465"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1"/>
                  </a:ext>
                </a:extLst>
              </a:tr>
              <a:tr h="287655">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355"/>
                        </a:spcBef>
                      </a:pPr>
                      <a:r>
                        <a:rPr sz="1100" spc="-15" dirty="0">
                          <a:latin typeface="宋体"/>
                          <a:cs typeface="宋体"/>
                        </a:rPr>
                        <a:t>考虑文化、伦理和法律因素</a:t>
                      </a:r>
                      <a:endParaRPr sz="1100">
                        <a:latin typeface="宋体"/>
                        <a:cs typeface="宋体"/>
                      </a:endParaRPr>
                    </a:p>
                  </a:txBody>
                  <a:tcPr marL="0" marR="0" marT="45085"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2"/>
                  </a:ext>
                </a:extLst>
              </a:tr>
              <a:tr h="302260">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09"/>
                        </a:spcBef>
                      </a:pPr>
                      <a:r>
                        <a:rPr sz="1100" spc="-15" dirty="0">
                          <a:latin typeface="宋体"/>
                          <a:cs typeface="宋体"/>
                        </a:rPr>
                        <a:t>预测可能的误解和边界情况</a:t>
                      </a:r>
                      <a:endParaRPr sz="1100">
                        <a:latin typeface="宋体"/>
                        <a:cs typeface="宋体"/>
                      </a:endParaRPr>
                    </a:p>
                  </a:txBody>
                  <a:tcPr marL="0" marR="0" marT="52069"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3"/>
                  </a:ext>
                </a:extLst>
              </a:tr>
              <a:tr h="287655">
                <a:tc rowSpan="3">
                  <a:txBody>
                    <a:bodyPr/>
                    <a:lstStyle/>
                    <a:p>
                      <a:pPr>
                        <a:lnSpc>
                          <a:spcPct val="100000"/>
                        </a:lnSpc>
                      </a:pPr>
                      <a:endParaRPr sz="1300">
                        <a:latin typeface="Times New Roman"/>
                        <a:cs typeface="Times New Roman"/>
                      </a:endParaRPr>
                    </a:p>
                    <a:p>
                      <a:pPr>
                        <a:lnSpc>
                          <a:spcPct val="100000"/>
                        </a:lnSpc>
                        <a:spcBef>
                          <a:spcPts val="40"/>
                        </a:spcBef>
                      </a:pPr>
                      <a:endParaRPr sz="1050">
                        <a:latin typeface="Times New Roman"/>
                        <a:cs typeface="Times New Roman"/>
                      </a:endParaRPr>
                    </a:p>
                    <a:p>
                      <a:pPr marL="560705">
                        <a:lnSpc>
                          <a:spcPct val="100000"/>
                        </a:lnSpc>
                      </a:pPr>
                      <a:r>
                        <a:rPr sz="1100" spc="-20" dirty="0">
                          <a:latin typeface="宋体"/>
                          <a:cs typeface="宋体"/>
                        </a:rPr>
                        <a:t>抽象化能力</a:t>
                      </a:r>
                      <a:endParaRPr sz="1100">
                        <a:latin typeface="宋体"/>
                        <a:cs typeface="宋体"/>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355"/>
                        </a:spcBef>
                      </a:pPr>
                      <a:r>
                        <a:rPr sz="1100" spc="-15" dirty="0">
                          <a:latin typeface="宋体"/>
                          <a:cs typeface="宋体"/>
                        </a:rPr>
                        <a:t>识别通用模式，提高提示语可复用性</a:t>
                      </a:r>
                      <a:endParaRPr sz="1100">
                        <a:latin typeface="宋体"/>
                        <a:cs typeface="宋体"/>
                      </a:endParaRPr>
                    </a:p>
                  </a:txBody>
                  <a:tcPr marL="0" marR="0" marT="45085"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4"/>
                  </a:ext>
                </a:extLst>
              </a:tr>
              <a:tr h="303530">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15"/>
                        </a:spcBef>
                      </a:pPr>
                      <a:r>
                        <a:rPr sz="1100" spc="-15" dirty="0">
                          <a:latin typeface="宋体"/>
                          <a:cs typeface="宋体"/>
                        </a:rPr>
                        <a:t>设计灵活、可扩展的提示语模板</a:t>
                      </a:r>
                      <a:endParaRPr sz="1100">
                        <a:latin typeface="宋体"/>
                        <a:cs typeface="宋体"/>
                      </a:endParaRPr>
                    </a:p>
                  </a:txBody>
                  <a:tcPr marL="0" marR="0" marT="52705"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5"/>
                  </a:ext>
                </a:extLst>
              </a:tr>
              <a:tr h="302895">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14"/>
                        </a:spcBef>
                      </a:pPr>
                      <a:r>
                        <a:rPr sz="1100" spc="-15" dirty="0">
                          <a:latin typeface="宋体"/>
                          <a:cs typeface="宋体"/>
                        </a:rPr>
                        <a:t>创建适应不同场景的元提示语</a:t>
                      </a:r>
                      <a:endParaRPr sz="1100">
                        <a:latin typeface="宋体"/>
                        <a:cs typeface="宋体"/>
                      </a:endParaRPr>
                    </a:p>
                  </a:txBody>
                  <a:tcPr marL="0" marR="0" marT="5270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6"/>
                  </a:ext>
                </a:extLst>
              </a:tr>
              <a:tr h="302895">
                <a:tc rowSpan="3">
                  <a:txBody>
                    <a:bodyPr/>
                    <a:lstStyle/>
                    <a:p>
                      <a:pPr>
                        <a:lnSpc>
                          <a:spcPct val="100000"/>
                        </a:lnSpc>
                      </a:pPr>
                      <a:endParaRPr sz="1300">
                        <a:latin typeface="Times New Roman"/>
                        <a:cs typeface="Times New Roman"/>
                      </a:endParaRPr>
                    </a:p>
                    <a:p>
                      <a:pPr>
                        <a:lnSpc>
                          <a:spcPct val="100000"/>
                        </a:lnSpc>
                        <a:spcBef>
                          <a:spcPts val="40"/>
                        </a:spcBef>
                      </a:pPr>
                      <a:endParaRPr sz="1100">
                        <a:latin typeface="Times New Roman"/>
                        <a:cs typeface="Times New Roman"/>
                      </a:endParaRPr>
                    </a:p>
                    <a:p>
                      <a:pPr marL="560705">
                        <a:lnSpc>
                          <a:spcPct val="100000"/>
                        </a:lnSpc>
                      </a:pPr>
                      <a:r>
                        <a:rPr sz="1100" spc="-20" dirty="0">
                          <a:latin typeface="宋体"/>
                          <a:cs typeface="宋体"/>
                        </a:rPr>
                        <a:t>批判性思考</a:t>
                      </a:r>
                      <a:endParaRPr sz="1100">
                        <a:latin typeface="宋体"/>
                        <a:cs typeface="宋体"/>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09"/>
                        </a:spcBef>
                      </a:pPr>
                      <a:r>
                        <a:rPr sz="1100" spc="-10" dirty="0">
                          <a:latin typeface="宋体"/>
                          <a:cs typeface="宋体"/>
                        </a:rPr>
                        <a:t>客观评估</a:t>
                      </a:r>
                      <a:r>
                        <a:rPr sz="1100" spc="-10" dirty="0">
                          <a:latin typeface="Arial"/>
                          <a:cs typeface="Arial"/>
                        </a:rPr>
                        <a:t>AI</a:t>
                      </a:r>
                      <a:r>
                        <a:rPr sz="1100" spc="-15" dirty="0">
                          <a:latin typeface="宋体"/>
                          <a:cs typeface="宋体"/>
                        </a:rPr>
                        <a:t>输出，识别潜在偏见和错误</a:t>
                      </a:r>
                      <a:endParaRPr sz="1100">
                        <a:latin typeface="宋体"/>
                        <a:cs typeface="宋体"/>
                      </a:endParaRPr>
                    </a:p>
                  </a:txBody>
                  <a:tcPr marL="0" marR="0" marT="52069"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7"/>
                  </a:ext>
                </a:extLst>
              </a:tr>
              <a:tr h="302895">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14"/>
                        </a:spcBef>
                      </a:pPr>
                      <a:r>
                        <a:rPr sz="1100" spc="-10" dirty="0">
                          <a:latin typeface="宋体"/>
                          <a:cs typeface="宋体"/>
                        </a:rPr>
                        <a:t>设计反事实提示语，测试</a:t>
                      </a:r>
                      <a:r>
                        <a:rPr sz="1100" spc="-10" dirty="0">
                          <a:latin typeface="Arial"/>
                          <a:cs typeface="Arial"/>
                        </a:rPr>
                        <a:t>AI</a:t>
                      </a:r>
                      <a:r>
                        <a:rPr sz="1100" spc="-20" dirty="0">
                          <a:latin typeface="宋体"/>
                          <a:cs typeface="宋体"/>
                        </a:rPr>
                        <a:t>理解深度</a:t>
                      </a:r>
                      <a:endParaRPr sz="1100">
                        <a:latin typeface="宋体"/>
                        <a:cs typeface="宋体"/>
                      </a:endParaRPr>
                    </a:p>
                  </a:txBody>
                  <a:tcPr marL="0" marR="0" marT="5270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8"/>
                  </a:ext>
                </a:extLst>
              </a:tr>
              <a:tr h="302895">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09"/>
                        </a:spcBef>
                      </a:pPr>
                      <a:r>
                        <a:rPr sz="1100" spc="-10" dirty="0">
                          <a:latin typeface="宋体"/>
                          <a:cs typeface="宋体"/>
                        </a:rPr>
                        <a:t>构建验证机制，确保</a:t>
                      </a:r>
                      <a:r>
                        <a:rPr sz="1100" spc="-10" dirty="0">
                          <a:latin typeface="Arial"/>
                          <a:cs typeface="Arial"/>
                        </a:rPr>
                        <a:t>AI</a:t>
                      </a:r>
                      <a:r>
                        <a:rPr sz="1100" spc="-20" dirty="0">
                          <a:latin typeface="宋体"/>
                          <a:cs typeface="宋体"/>
                        </a:rPr>
                        <a:t>输出的可靠性</a:t>
                      </a:r>
                      <a:endParaRPr sz="1100">
                        <a:latin typeface="宋体"/>
                        <a:cs typeface="宋体"/>
                      </a:endParaRPr>
                    </a:p>
                  </a:txBody>
                  <a:tcPr marL="0" marR="0" marT="52069"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09"/>
                  </a:ext>
                </a:extLst>
              </a:tr>
              <a:tr h="302895">
                <a:tc rowSpan="3">
                  <a:txBody>
                    <a:bodyPr/>
                    <a:lstStyle/>
                    <a:p>
                      <a:pPr>
                        <a:lnSpc>
                          <a:spcPct val="100000"/>
                        </a:lnSpc>
                      </a:pPr>
                      <a:endParaRPr sz="1300">
                        <a:latin typeface="Times New Roman"/>
                        <a:cs typeface="Times New Roman"/>
                      </a:endParaRPr>
                    </a:p>
                    <a:p>
                      <a:pPr>
                        <a:lnSpc>
                          <a:spcPct val="100000"/>
                        </a:lnSpc>
                        <a:spcBef>
                          <a:spcPts val="40"/>
                        </a:spcBef>
                      </a:pPr>
                      <a:endParaRPr sz="1100">
                        <a:latin typeface="Times New Roman"/>
                        <a:cs typeface="Times New Roman"/>
                      </a:endParaRPr>
                    </a:p>
                    <a:p>
                      <a:pPr marL="635" algn="ctr">
                        <a:lnSpc>
                          <a:spcPct val="100000"/>
                        </a:lnSpc>
                      </a:pPr>
                      <a:r>
                        <a:rPr sz="1100" spc="-20" dirty="0">
                          <a:latin typeface="宋体"/>
                          <a:cs typeface="宋体"/>
                        </a:rPr>
                        <a:t>创新思维</a:t>
                      </a:r>
                      <a:endParaRPr sz="1100">
                        <a:latin typeface="宋体"/>
                        <a:cs typeface="宋体"/>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14"/>
                        </a:spcBef>
                      </a:pPr>
                      <a:r>
                        <a:rPr sz="1100" spc="-15" dirty="0">
                          <a:latin typeface="宋体"/>
                          <a:cs typeface="宋体"/>
                        </a:rPr>
                        <a:t>探索非常规的提示语方法</a:t>
                      </a:r>
                      <a:endParaRPr sz="1100">
                        <a:latin typeface="宋体"/>
                        <a:cs typeface="宋体"/>
                      </a:endParaRPr>
                    </a:p>
                  </a:txBody>
                  <a:tcPr marL="0" marR="0" marT="5270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10"/>
                  </a:ext>
                </a:extLst>
              </a:tr>
              <a:tr h="302895">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09"/>
                        </a:spcBef>
                      </a:pPr>
                      <a:r>
                        <a:rPr sz="1100" spc="-10" dirty="0">
                          <a:latin typeface="宋体"/>
                          <a:cs typeface="宋体"/>
                        </a:rPr>
                        <a:t>结合最新</a:t>
                      </a:r>
                      <a:r>
                        <a:rPr sz="1100" spc="-10" dirty="0">
                          <a:latin typeface="Arial"/>
                          <a:cs typeface="Arial"/>
                        </a:rPr>
                        <a:t>AI</a:t>
                      </a:r>
                      <a:r>
                        <a:rPr sz="1100" spc="-15" dirty="0">
                          <a:latin typeface="宋体"/>
                          <a:cs typeface="宋体"/>
                        </a:rPr>
                        <a:t>研究成果，拓展应用边界</a:t>
                      </a:r>
                      <a:endParaRPr sz="1100">
                        <a:latin typeface="宋体"/>
                        <a:cs typeface="宋体"/>
                      </a:endParaRPr>
                    </a:p>
                  </a:txBody>
                  <a:tcPr marL="0" marR="0" marT="52069"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11"/>
                  </a:ext>
                </a:extLst>
              </a:tr>
              <a:tr h="302260">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09"/>
                        </a:spcBef>
                      </a:pPr>
                      <a:r>
                        <a:rPr sz="1100" spc="-10" dirty="0">
                          <a:latin typeface="宋体"/>
                          <a:cs typeface="宋体"/>
                        </a:rPr>
                        <a:t>设计实验性提示语，推动</a:t>
                      </a:r>
                      <a:r>
                        <a:rPr sz="1100" spc="-10" dirty="0">
                          <a:latin typeface="Arial"/>
                          <a:cs typeface="Arial"/>
                        </a:rPr>
                        <a:t>AI</a:t>
                      </a:r>
                      <a:r>
                        <a:rPr sz="1100" spc="-20" dirty="0">
                          <a:latin typeface="宋体"/>
                          <a:cs typeface="宋体"/>
                        </a:rPr>
                        <a:t>能力的进化</a:t>
                      </a:r>
                      <a:endParaRPr sz="1100">
                        <a:latin typeface="宋体"/>
                        <a:cs typeface="宋体"/>
                      </a:endParaRPr>
                    </a:p>
                  </a:txBody>
                  <a:tcPr marL="0" marR="0" marT="52069"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12"/>
                  </a:ext>
                </a:extLst>
              </a:tr>
              <a:tr h="303530">
                <a:tc rowSpan="3">
                  <a:txBody>
                    <a:bodyPr/>
                    <a:lstStyle/>
                    <a:p>
                      <a:pPr>
                        <a:lnSpc>
                          <a:spcPct val="100000"/>
                        </a:lnSpc>
                      </a:pPr>
                      <a:endParaRPr sz="1300">
                        <a:latin typeface="Times New Roman"/>
                        <a:cs typeface="Times New Roman"/>
                      </a:endParaRPr>
                    </a:p>
                    <a:p>
                      <a:pPr>
                        <a:lnSpc>
                          <a:spcPct val="100000"/>
                        </a:lnSpc>
                        <a:spcBef>
                          <a:spcPts val="40"/>
                        </a:spcBef>
                      </a:pPr>
                      <a:endParaRPr sz="1100">
                        <a:latin typeface="Times New Roman"/>
                        <a:cs typeface="Times New Roman"/>
                      </a:endParaRPr>
                    </a:p>
                    <a:p>
                      <a:pPr marL="635" algn="ctr">
                        <a:lnSpc>
                          <a:spcPct val="100000"/>
                        </a:lnSpc>
                      </a:pPr>
                      <a:r>
                        <a:rPr sz="1100" spc="-20" dirty="0">
                          <a:latin typeface="宋体"/>
                          <a:cs typeface="宋体"/>
                        </a:rPr>
                        <a:t>伦理意识</a:t>
                      </a:r>
                      <a:endParaRPr sz="1100">
                        <a:latin typeface="宋体"/>
                        <a:cs typeface="宋体"/>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14"/>
                        </a:spcBef>
                      </a:pPr>
                      <a:r>
                        <a:rPr sz="1100" spc="-15" dirty="0">
                          <a:latin typeface="宋体"/>
                          <a:cs typeface="宋体"/>
                        </a:rPr>
                        <a:t>在提示语中嵌入伦理考量</a:t>
                      </a:r>
                      <a:endParaRPr sz="1100">
                        <a:latin typeface="宋体"/>
                        <a:cs typeface="宋体"/>
                      </a:endParaRPr>
                    </a:p>
                  </a:txBody>
                  <a:tcPr marL="0" marR="0" marT="5270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13"/>
                  </a:ext>
                </a:extLst>
              </a:tr>
              <a:tr h="302260">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09"/>
                        </a:spcBef>
                      </a:pPr>
                      <a:r>
                        <a:rPr sz="1100" spc="-10" dirty="0">
                          <a:latin typeface="宋体"/>
                          <a:cs typeface="宋体"/>
                        </a:rPr>
                        <a:t>设计公平、包容的</a:t>
                      </a:r>
                      <a:r>
                        <a:rPr sz="1100" spc="-10" dirty="0">
                          <a:latin typeface="Arial"/>
                          <a:cs typeface="Arial"/>
                        </a:rPr>
                        <a:t>AI</a:t>
                      </a:r>
                      <a:r>
                        <a:rPr sz="1100" spc="-20" dirty="0">
                          <a:latin typeface="宋体"/>
                          <a:cs typeface="宋体"/>
                        </a:rPr>
                        <a:t>交互模式</a:t>
                      </a:r>
                      <a:endParaRPr sz="1100">
                        <a:latin typeface="宋体"/>
                        <a:cs typeface="宋体"/>
                      </a:endParaRPr>
                    </a:p>
                  </a:txBody>
                  <a:tcPr marL="0" marR="0" marT="52069"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14"/>
                  </a:ext>
                </a:extLst>
              </a:tr>
              <a:tr h="303530">
                <a:tc vMerge="1">
                  <a:txBody>
                    <a:bodyPr/>
                    <a:lstStyle/>
                    <a:p>
                      <a:endParaRPr/>
                    </a:p>
                  </a:txBody>
                  <a:tcPr marL="0" marR="0" marT="0"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tc>
                  <a:txBody>
                    <a:bodyPr/>
                    <a:lstStyle/>
                    <a:p>
                      <a:pPr marL="635" algn="ctr">
                        <a:lnSpc>
                          <a:spcPct val="100000"/>
                        </a:lnSpc>
                        <a:spcBef>
                          <a:spcPts val="414"/>
                        </a:spcBef>
                      </a:pPr>
                      <a:r>
                        <a:rPr sz="1100" spc="-10" dirty="0">
                          <a:latin typeface="宋体"/>
                          <a:cs typeface="宋体"/>
                        </a:rPr>
                        <a:t>预防和缓解</a:t>
                      </a:r>
                      <a:r>
                        <a:rPr sz="1100" spc="-10" dirty="0">
                          <a:latin typeface="Arial"/>
                          <a:cs typeface="Arial"/>
                        </a:rPr>
                        <a:t>AI</a:t>
                      </a:r>
                      <a:r>
                        <a:rPr sz="1100" spc="-15" dirty="0">
                          <a:latin typeface="宋体"/>
                          <a:cs typeface="宋体"/>
                        </a:rPr>
                        <a:t>可能带来的负面影响</a:t>
                      </a:r>
                      <a:endParaRPr sz="1100">
                        <a:latin typeface="宋体"/>
                        <a:cs typeface="宋体"/>
                      </a:endParaRPr>
                    </a:p>
                  </a:txBody>
                  <a:tcPr marL="0" marR="0" marT="52704" marB="0">
                    <a:lnL w="12700">
                      <a:solidFill>
                        <a:srgbClr val="FFB954"/>
                      </a:solidFill>
                      <a:prstDash val="solid"/>
                    </a:lnL>
                    <a:lnR w="12700">
                      <a:solidFill>
                        <a:srgbClr val="FFB954"/>
                      </a:solidFill>
                      <a:prstDash val="solid"/>
                    </a:lnR>
                    <a:lnT w="12700">
                      <a:solidFill>
                        <a:srgbClr val="FFB954"/>
                      </a:solidFill>
                      <a:prstDash val="solid"/>
                    </a:lnT>
                    <a:lnB w="12700">
                      <a:solidFill>
                        <a:srgbClr val="FFB954"/>
                      </a:solidFill>
                      <a:prstDash val="solid"/>
                    </a:lnB>
                    <a:solidFill>
                      <a:srgbClr val="FFF3E9"/>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609455" cy="634365"/>
          </a:xfrm>
          <a:prstGeom prst="rect">
            <a:avLst/>
          </a:prstGeom>
        </p:spPr>
        <p:txBody>
          <a:bodyPr vert="horz" wrap="square" lIns="0" tIns="12065" rIns="0" bIns="0" rtlCol="0">
            <a:spAutoFit/>
          </a:bodyPr>
          <a:lstStyle/>
          <a:p>
            <a:pPr marL="12700">
              <a:lnSpc>
                <a:spcPct val="100000"/>
              </a:lnSpc>
              <a:spcBef>
                <a:spcPts val="95"/>
              </a:spcBef>
            </a:pPr>
            <a:r>
              <a:rPr sz="4000" spc="270" dirty="0"/>
              <a:t>掌握提示语设计：</a:t>
            </a:r>
            <a:r>
              <a:rPr sz="4000" spc="270" dirty="0">
                <a:latin typeface="Arial"/>
                <a:cs typeface="Arial"/>
              </a:rPr>
              <a:t>AIGC</a:t>
            </a:r>
            <a:r>
              <a:rPr sz="4000" spc="270" dirty="0"/>
              <a:t>时代的必备技</a:t>
            </a:r>
            <a:r>
              <a:rPr sz="4000" spc="-50" dirty="0"/>
              <a:t>能</a:t>
            </a:r>
            <a:endParaRPr sz="4000">
              <a:latin typeface="Arial"/>
              <a:cs typeface="Arial"/>
            </a:endParaRPr>
          </a:p>
        </p:txBody>
      </p:sp>
      <p:sp>
        <p:nvSpPr>
          <p:cNvPr id="3" name="object 3"/>
          <p:cNvSpPr txBox="1"/>
          <p:nvPr/>
        </p:nvSpPr>
        <p:spPr>
          <a:xfrm>
            <a:off x="626109" y="1351914"/>
            <a:ext cx="2571750"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提示语设计的进阶技能</a:t>
            </a:r>
            <a:endParaRPr sz="2000">
              <a:latin typeface="Microsoft JhengHei"/>
              <a:cs typeface="Microsoft JhengHei"/>
            </a:endParaRPr>
          </a:p>
        </p:txBody>
      </p:sp>
      <p:sp>
        <p:nvSpPr>
          <p:cNvPr id="4" name="object 4"/>
          <p:cNvSpPr txBox="1"/>
          <p:nvPr/>
        </p:nvSpPr>
        <p:spPr>
          <a:xfrm>
            <a:off x="1689100" y="1854200"/>
            <a:ext cx="32639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宋体"/>
                <a:cs typeface="宋体"/>
              </a:rPr>
              <a:t>表</a:t>
            </a:r>
            <a:r>
              <a:rPr sz="1800" spc="-160" dirty="0">
                <a:latin typeface="宋体"/>
                <a:cs typeface="宋体"/>
              </a:rPr>
              <a:t>1-3-</a:t>
            </a:r>
            <a:r>
              <a:rPr sz="1800" dirty="0">
                <a:latin typeface="宋体"/>
                <a:cs typeface="宋体"/>
              </a:rPr>
              <a:t>3</a:t>
            </a:r>
            <a:r>
              <a:rPr sz="1800" spc="-5" dirty="0">
                <a:latin typeface="宋体"/>
                <a:cs typeface="宋体"/>
              </a:rPr>
              <a:t>提示语设计进阶技能子项</a:t>
            </a:r>
            <a:endParaRPr sz="1800">
              <a:latin typeface="宋体"/>
              <a:cs typeface="宋体"/>
            </a:endParaRPr>
          </a:p>
        </p:txBody>
      </p:sp>
      <p:graphicFrame>
        <p:nvGraphicFramePr>
          <p:cNvPr id="5" name="object 5"/>
          <p:cNvGraphicFramePr>
            <a:graphicFrameLocks noGrp="1"/>
          </p:cNvGraphicFramePr>
          <p:nvPr/>
        </p:nvGraphicFramePr>
        <p:xfrm>
          <a:off x="541019" y="2268854"/>
          <a:ext cx="5548630" cy="4105908"/>
        </p:xfrm>
        <a:graphic>
          <a:graphicData uri="http://schemas.openxmlformats.org/drawingml/2006/table">
            <a:tbl>
              <a:tblPr firstRow="1" bandRow="1">
                <a:tableStyleId>{2D5ABB26-0587-4C30-8999-92F81FD0307C}</a:tableStyleId>
              </a:tblPr>
              <a:tblGrid>
                <a:gridCol w="1864360">
                  <a:extLst>
                    <a:ext uri="{9D8B030D-6E8A-4147-A177-3AD203B41FA5}">
                      <a16:colId xmlns:a16="http://schemas.microsoft.com/office/drawing/2014/main" val="20000"/>
                    </a:ext>
                  </a:extLst>
                </a:gridCol>
                <a:gridCol w="3684270">
                  <a:extLst>
                    <a:ext uri="{9D8B030D-6E8A-4147-A177-3AD203B41FA5}">
                      <a16:colId xmlns:a16="http://schemas.microsoft.com/office/drawing/2014/main" val="20001"/>
                    </a:ext>
                  </a:extLst>
                </a:gridCol>
              </a:tblGrid>
              <a:tr h="222885">
                <a:tc>
                  <a:txBody>
                    <a:bodyPr/>
                    <a:lstStyle/>
                    <a:p>
                      <a:pPr marL="635" algn="ctr">
                        <a:lnSpc>
                          <a:spcPct val="100000"/>
                        </a:lnSpc>
                        <a:spcBef>
                          <a:spcPts val="95"/>
                        </a:spcBef>
                      </a:pPr>
                      <a:r>
                        <a:rPr sz="1100" spc="-20" dirty="0">
                          <a:latin typeface="宋体"/>
                          <a:cs typeface="宋体"/>
                        </a:rPr>
                        <a:t>核心技能</a:t>
                      </a:r>
                      <a:endParaRPr sz="1100">
                        <a:latin typeface="宋体"/>
                        <a:cs typeface="宋体"/>
                      </a:endParaRPr>
                    </a:p>
                  </a:txBody>
                  <a:tcPr marL="0" marR="0" marT="12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35" algn="ctr">
                        <a:lnSpc>
                          <a:spcPct val="100000"/>
                        </a:lnSpc>
                        <a:spcBef>
                          <a:spcPts val="95"/>
                        </a:spcBef>
                      </a:pPr>
                      <a:r>
                        <a:rPr sz="1100" spc="-30" dirty="0">
                          <a:latin typeface="宋体"/>
                          <a:cs typeface="宋体"/>
                        </a:rPr>
                        <a:t>子项</a:t>
                      </a:r>
                      <a:endParaRPr sz="1100">
                        <a:latin typeface="宋体"/>
                        <a:cs typeface="宋体"/>
                      </a:endParaRPr>
                    </a:p>
                  </a:txBody>
                  <a:tcPr marL="0" marR="0" marT="12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236854">
                <a:tc rowSpan="3">
                  <a:txBody>
                    <a:bodyPr/>
                    <a:lstStyle/>
                    <a:p>
                      <a:pPr>
                        <a:lnSpc>
                          <a:spcPct val="100000"/>
                        </a:lnSpc>
                        <a:spcBef>
                          <a:spcPts val="40"/>
                        </a:spcBef>
                      </a:pPr>
                      <a:endParaRPr sz="1850">
                        <a:latin typeface="Times New Roman"/>
                        <a:cs typeface="Times New Roman"/>
                      </a:endParaRPr>
                    </a:p>
                    <a:p>
                      <a:pPr marL="635" algn="ctr">
                        <a:lnSpc>
                          <a:spcPct val="100000"/>
                        </a:lnSpc>
                      </a:pPr>
                      <a:r>
                        <a:rPr sz="1100" spc="-20" dirty="0">
                          <a:latin typeface="宋体"/>
                          <a:cs typeface="宋体"/>
                        </a:rPr>
                        <a:t>语境理解</a:t>
                      </a:r>
                      <a:endParaRPr sz="1100">
                        <a:latin typeface="宋体"/>
                        <a:cs typeface="宋体"/>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55"/>
                        </a:spcBef>
                      </a:pPr>
                      <a:r>
                        <a:rPr sz="1100" spc="-15" dirty="0">
                          <a:latin typeface="宋体"/>
                          <a:cs typeface="宋体"/>
                        </a:rPr>
                        <a:t>深入分析任务背景和隐含需求</a:t>
                      </a:r>
                      <a:endParaRPr sz="1100">
                        <a:latin typeface="宋体"/>
                        <a:cs typeface="宋体"/>
                      </a:endParaRPr>
                    </a:p>
                  </a:txBody>
                  <a:tcPr marL="0" marR="0" marT="196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249554">
                <a:tc vMerge="1">
                  <a:txBody>
                    <a:bodyPr/>
                    <a:lstStyle/>
                    <a:p>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00"/>
                        </a:spcBef>
                      </a:pPr>
                      <a:r>
                        <a:rPr sz="1100" spc="-15" dirty="0">
                          <a:latin typeface="宋体"/>
                          <a:cs typeface="宋体"/>
                        </a:rPr>
                        <a:t>考虑文化、伦理和法律因素</a:t>
                      </a:r>
                      <a:endParaRPr sz="1100">
                        <a:latin typeface="宋体"/>
                        <a:cs typeface="宋体"/>
                      </a:endParaRPr>
                    </a:p>
                  </a:txBody>
                  <a:tcPr marL="0" marR="0" marT="254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262255">
                <a:tc vMerge="1">
                  <a:txBody>
                    <a:bodyPr/>
                    <a:lstStyle/>
                    <a:p>
                      <a:endParaRPr/>
                    </a:p>
                  </a:txBody>
                  <a:tcPr marL="0" marR="0" marT="50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5" dirty="0">
                          <a:latin typeface="宋体"/>
                          <a:cs typeface="宋体"/>
                        </a:rPr>
                        <a:t>预测可能的误解和边界情况</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248920">
                <a:tc rowSpan="3">
                  <a:txBody>
                    <a:bodyPr/>
                    <a:lstStyle/>
                    <a:p>
                      <a:pPr>
                        <a:lnSpc>
                          <a:spcPct val="100000"/>
                        </a:lnSpc>
                      </a:pPr>
                      <a:endParaRPr sz="1300">
                        <a:latin typeface="Times New Roman"/>
                        <a:cs typeface="Times New Roman"/>
                      </a:endParaRPr>
                    </a:p>
                    <a:p>
                      <a:pPr marL="582930">
                        <a:lnSpc>
                          <a:spcPct val="100000"/>
                        </a:lnSpc>
                        <a:spcBef>
                          <a:spcPts val="775"/>
                        </a:spcBef>
                      </a:pPr>
                      <a:r>
                        <a:rPr sz="1100" spc="-20" dirty="0">
                          <a:latin typeface="宋体"/>
                          <a:cs typeface="宋体"/>
                        </a:rPr>
                        <a:t>抽象化能力</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00"/>
                        </a:spcBef>
                      </a:pPr>
                      <a:r>
                        <a:rPr sz="1100" spc="-15" dirty="0">
                          <a:latin typeface="宋体"/>
                          <a:cs typeface="宋体"/>
                        </a:rPr>
                        <a:t>识别通用模式，提高提示语可复用性</a:t>
                      </a:r>
                      <a:endParaRPr sz="1100">
                        <a:latin typeface="宋体"/>
                        <a:cs typeface="宋体"/>
                      </a:endParaRPr>
                    </a:p>
                  </a:txBody>
                  <a:tcPr marL="0" marR="0" marT="254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26289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5" dirty="0">
                          <a:latin typeface="宋体"/>
                          <a:cs typeface="宋体"/>
                        </a:rPr>
                        <a:t>设计灵活、可扩展的提示语模板</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r h="26162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0"/>
                        </a:spcBef>
                      </a:pPr>
                      <a:r>
                        <a:rPr sz="1100" spc="-15" dirty="0">
                          <a:latin typeface="宋体"/>
                          <a:cs typeface="宋体"/>
                        </a:rPr>
                        <a:t>创建适应不同场景的元提示语</a:t>
                      </a:r>
                      <a:endParaRPr sz="1100">
                        <a:latin typeface="宋体"/>
                        <a:cs typeface="宋体"/>
                      </a:endParaRPr>
                    </a:p>
                  </a:txBody>
                  <a:tcPr marL="0" marR="0" marT="317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6"/>
                  </a:ext>
                </a:extLst>
              </a:tr>
              <a:tr h="262255">
                <a:tc rowSpan="3">
                  <a:txBody>
                    <a:bodyPr/>
                    <a:lstStyle/>
                    <a:p>
                      <a:pPr>
                        <a:lnSpc>
                          <a:spcPct val="100000"/>
                        </a:lnSpc>
                      </a:pPr>
                      <a:endParaRPr sz="1300">
                        <a:latin typeface="Times New Roman"/>
                        <a:cs typeface="Times New Roman"/>
                      </a:endParaRPr>
                    </a:p>
                    <a:p>
                      <a:pPr marL="582930">
                        <a:lnSpc>
                          <a:spcPct val="100000"/>
                        </a:lnSpc>
                        <a:spcBef>
                          <a:spcPts val="830"/>
                        </a:spcBef>
                      </a:pPr>
                      <a:r>
                        <a:rPr sz="1100" spc="-20" dirty="0">
                          <a:latin typeface="宋体"/>
                          <a:cs typeface="宋体"/>
                        </a:rPr>
                        <a:t>批判性思考</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0" dirty="0">
                          <a:latin typeface="宋体"/>
                          <a:cs typeface="宋体"/>
                        </a:rPr>
                        <a:t>客观评估</a:t>
                      </a:r>
                      <a:r>
                        <a:rPr sz="1100" spc="-10" dirty="0">
                          <a:latin typeface="Arial"/>
                          <a:cs typeface="Arial"/>
                        </a:rPr>
                        <a:t>AI</a:t>
                      </a:r>
                      <a:r>
                        <a:rPr sz="1100" spc="-15" dirty="0">
                          <a:latin typeface="宋体"/>
                          <a:cs typeface="宋体"/>
                        </a:rPr>
                        <a:t>输出，识别潜在偏见和错误</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7"/>
                  </a:ext>
                </a:extLst>
              </a:tr>
              <a:tr h="26225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0" dirty="0">
                          <a:latin typeface="宋体"/>
                          <a:cs typeface="宋体"/>
                        </a:rPr>
                        <a:t>设计反事实提示语，测试</a:t>
                      </a:r>
                      <a:r>
                        <a:rPr sz="1100" spc="-10" dirty="0">
                          <a:latin typeface="Arial"/>
                          <a:cs typeface="Arial"/>
                        </a:rPr>
                        <a:t>AI</a:t>
                      </a:r>
                      <a:r>
                        <a:rPr sz="1100" spc="-20" dirty="0">
                          <a:latin typeface="宋体"/>
                          <a:cs typeface="宋体"/>
                        </a:rPr>
                        <a:t>理解深度</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8"/>
                  </a:ext>
                </a:extLst>
              </a:tr>
              <a:tr h="26289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0" dirty="0">
                          <a:latin typeface="宋体"/>
                          <a:cs typeface="宋体"/>
                        </a:rPr>
                        <a:t>构建验证机制，确保</a:t>
                      </a:r>
                      <a:r>
                        <a:rPr sz="1100" spc="-10" dirty="0">
                          <a:latin typeface="Arial"/>
                          <a:cs typeface="Arial"/>
                        </a:rPr>
                        <a:t>AI</a:t>
                      </a:r>
                      <a:r>
                        <a:rPr sz="1100" spc="-20" dirty="0">
                          <a:latin typeface="宋体"/>
                          <a:cs typeface="宋体"/>
                        </a:rPr>
                        <a:t>输出的可靠性</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9"/>
                  </a:ext>
                </a:extLst>
              </a:tr>
              <a:tr h="262255">
                <a:tc rowSpan="3">
                  <a:txBody>
                    <a:bodyPr/>
                    <a:lstStyle/>
                    <a:p>
                      <a:pPr>
                        <a:lnSpc>
                          <a:spcPct val="100000"/>
                        </a:lnSpc>
                      </a:pPr>
                      <a:endParaRPr sz="1300">
                        <a:latin typeface="Times New Roman"/>
                        <a:cs typeface="Times New Roman"/>
                      </a:endParaRPr>
                    </a:p>
                    <a:p>
                      <a:pPr marL="635" algn="ctr">
                        <a:lnSpc>
                          <a:spcPct val="100000"/>
                        </a:lnSpc>
                        <a:spcBef>
                          <a:spcPts val="825"/>
                        </a:spcBef>
                      </a:pPr>
                      <a:r>
                        <a:rPr sz="1100" spc="-20" dirty="0">
                          <a:latin typeface="宋体"/>
                          <a:cs typeface="宋体"/>
                        </a:rPr>
                        <a:t>创新思维</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5" dirty="0">
                          <a:latin typeface="宋体"/>
                          <a:cs typeface="宋体"/>
                        </a:rPr>
                        <a:t>探索非常规的提示语方法</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0"/>
                  </a:ext>
                </a:extLst>
              </a:tr>
              <a:tr h="26225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0" dirty="0">
                          <a:latin typeface="宋体"/>
                          <a:cs typeface="宋体"/>
                        </a:rPr>
                        <a:t>结合最新</a:t>
                      </a:r>
                      <a:r>
                        <a:rPr sz="1100" spc="-10" dirty="0">
                          <a:latin typeface="Arial"/>
                          <a:cs typeface="Arial"/>
                        </a:rPr>
                        <a:t>AI</a:t>
                      </a:r>
                      <a:r>
                        <a:rPr sz="1100" spc="-15" dirty="0">
                          <a:latin typeface="宋体"/>
                          <a:cs typeface="宋体"/>
                        </a:rPr>
                        <a:t>研究成果，拓展应用边界</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1"/>
                  </a:ext>
                </a:extLst>
              </a:tr>
              <a:tr h="261620">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0"/>
                        </a:spcBef>
                      </a:pPr>
                      <a:r>
                        <a:rPr sz="1100" spc="-10" dirty="0">
                          <a:latin typeface="宋体"/>
                          <a:cs typeface="宋体"/>
                        </a:rPr>
                        <a:t>设计实验性提示语，推动</a:t>
                      </a:r>
                      <a:r>
                        <a:rPr sz="1100" spc="-10" dirty="0">
                          <a:latin typeface="Arial"/>
                          <a:cs typeface="Arial"/>
                        </a:rPr>
                        <a:t>AI</a:t>
                      </a:r>
                      <a:r>
                        <a:rPr sz="1100" spc="-20" dirty="0">
                          <a:latin typeface="宋体"/>
                          <a:cs typeface="宋体"/>
                        </a:rPr>
                        <a:t>能力的进化</a:t>
                      </a:r>
                      <a:endParaRPr sz="1100">
                        <a:latin typeface="宋体"/>
                        <a:cs typeface="宋体"/>
                      </a:endParaRPr>
                    </a:p>
                  </a:txBody>
                  <a:tcPr marL="0" marR="0" marT="317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2"/>
                  </a:ext>
                </a:extLst>
              </a:tr>
              <a:tr h="262890">
                <a:tc rowSpan="3">
                  <a:txBody>
                    <a:bodyPr/>
                    <a:lstStyle/>
                    <a:p>
                      <a:pPr>
                        <a:lnSpc>
                          <a:spcPct val="100000"/>
                        </a:lnSpc>
                      </a:pPr>
                      <a:endParaRPr sz="1300">
                        <a:latin typeface="Times New Roman"/>
                        <a:cs typeface="Times New Roman"/>
                      </a:endParaRPr>
                    </a:p>
                    <a:p>
                      <a:pPr marL="635" algn="ctr">
                        <a:lnSpc>
                          <a:spcPct val="100000"/>
                        </a:lnSpc>
                        <a:spcBef>
                          <a:spcPts val="830"/>
                        </a:spcBef>
                      </a:pPr>
                      <a:r>
                        <a:rPr sz="1100" spc="-20" dirty="0">
                          <a:latin typeface="宋体"/>
                          <a:cs typeface="宋体"/>
                        </a:rPr>
                        <a:t>伦理意识</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5" dirty="0">
                          <a:latin typeface="宋体"/>
                          <a:cs typeface="宋体"/>
                        </a:rPr>
                        <a:t>在提示语中嵌入伦理考量</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3"/>
                  </a:ext>
                </a:extLst>
              </a:tr>
              <a:tr h="26225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0" dirty="0">
                          <a:latin typeface="宋体"/>
                          <a:cs typeface="宋体"/>
                        </a:rPr>
                        <a:t>设计公平、包容的</a:t>
                      </a:r>
                      <a:r>
                        <a:rPr sz="1100" spc="-10" dirty="0">
                          <a:latin typeface="Arial"/>
                          <a:cs typeface="Arial"/>
                        </a:rPr>
                        <a:t>AI</a:t>
                      </a:r>
                      <a:r>
                        <a:rPr sz="1100" spc="-20" dirty="0">
                          <a:latin typeface="宋体"/>
                          <a:cs typeface="宋体"/>
                        </a:rPr>
                        <a:t>交互模式</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4"/>
                  </a:ext>
                </a:extLst>
              </a:tr>
              <a:tr h="262255">
                <a:tc vMerge="1">
                  <a:txBody>
                    <a:bodyPr/>
                    <a:lstStyle/>
                    <a:p>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254"/>
                        </a:spcBef>
                      </a:pPr>
                      <a:r>
                        <a:rPr sz="1100" spc="-10" dirty="0">
                          <a:latin typeface="宋体"/>
                          <a:cs typeface="宋体"/>
                        </a:rPr>
                        <a:t>预防和缓解</a:t>
                      </a:r>
                      <a:r>
                        <a:rPr sz="1100" spc="-10" dirty="0">
                          <a:latin typeface="Arial"/>
                          <a:cs typeface="Arial"/>
                        </a:rPr>
                        <a:t>AI</a:t>
                      </a:r>
                      <a:r>
                        <a:rPr sz="1100" spc="-15" dirty="0">
                          <a:latin typeface="宋体"/>
                          <a:cs typeface="宋体"/>
                        </a:rPr>
                        <a:t>可能带来的负面影响</a:t>
                      </a:r>
                      <a:endParaRPr sz="1100">
                        <a:latin typeface="宋体"/>
                        <a:cs typeface="宋体"/>
                      </a:endParaRPr>
                    </a:p>
                  </a:txBody>
                  <a:tcPr marL="0" marR="0" marT="3238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15"/>
                  </a:ext>
                </a:extLst>
              </a:tr>
            </a:tbl>
          </a:graphicData>
        </a:graphic>
      </p:graphicFrame>
      <p:sp>
        <p:nvSpPr>
          <p:cNvPr id="6" name="object 6"/>
          <p:cNvSpPr/>
          <p:nvPr/>
        </p:nvSpPr>
        <p:spPr>
          <a:xfrm>
            <a:off x="6401434" y="1348105"/>
            <a:ext cx="5555615" cy="5043805"/>
          </a:xfrm>
          <a:custGeom>
            <a:avLst/>
            <a:gdLst/>
            <a:ahLst/>
            <a:cxnLst/>
            <a:rect l="l" t="t" r="r" b="b"/>
            <a:pathLst>
              <a:path w="5555615" h="5043805">
                <a:moveTo>
                  <a:pt x="7619" y="5039995"/>
                </a:moveTo>
                <a:lnTo>
                  <a:pt x="0" y="5039995"/>
                </a:lnTo>
                <a:lnTo>
                  <a:pt x="0" y="5009515"/>
                </a:lnTo>
                <a:lnTo>
                  <a:pt x="7619" y="5009515"/>
                </a:lnTo>
                <a:lnTo>
                  <a:pt x="7619" y="5039995"/>
                </a:lnTo>
                <a:close/>
              </a:path>
              <a:path w="5555615" h="5043805">
                <a:moveTo>
                  <a:pt x="7619" y="4986655"/>
                </a:moveTo>
                <a:lnTo>
                  <a:pt x="0" y="4986655"/>
                </a:lnTo>
                <a:lnTo>
                  <a:pt x="0" y="4956175"/>
                </a:lnTo>
                <a:lnTo>
                  <a:pt x="7619" y="4956175"/>
                </a:lnTo>
                <a:lnTo>
                  <a:pt x="7619" y="4986655"/>
                </a:lnTo>
                <a:close/>
              </a:path>
              <a:path w="5555615" h="5043805">
                <a:moveTo>
                  <a:pt x="7619" y="4933315"/>
                </a:moveTo>
                <a:lnTo>
                  <a:pt x="0" y="4933315"/>
                </a:lnTo>
                <a:lnTo>
                  <a:pt x="0" y="4902835"/>
                </a:lnTo>
                <a:lnTo>
                  <a:pt x="7619" y="4902835"/>
                </a:lnTo>
                <a:lnTo>
                  <a:pt x="7619" y="4933315"/>
                </a:lnTo>
                <a:close/>
              </a:path>
              <a:path w="5555615" h="5043805">
                <a:moveTo>
                  <a:pt x="7619" y="4879975"/>
                </a:moveTo>
                <a:lnTo>
                  <a:pt x="0" y="4879975"/>
                </a:lnTo>
                <a:lnTo>
                  <a:pt x="0" y="4849495"/>
                </a:lnTo>
                <a:lnTo>
                  <a:pt x="7619" y="4849495"/>
                </a:lnTo>
                <a:lnTo>
                  <a:pt x="7619" y="4879975"/>
                </a:lnTo>
                <a:close/>
              </a:path>
              <a:path w="5555615" h="5043805">
                <a:moveTo>
                  <a:pt x="7619" y="4826635"/>
                </a:moveTo>
                <a:lnTo>
                  <a:pt x="0" y="4826635"/>
                </a:lnTo>
                <a:lnTo>
                  <a:pt x="0" y="4796155"/>
                </a:lnTo>
                <a:lnTo>
                  <a:pt x="7619" y="4796155"/>
                </a:lnTo>
                <a:lnTo>
                  <a:pt x="7619" y="4826635"/>
                </a:lnTo>
                <a:close/>
              </a:path>
              <a:path w="5555615" h="5043805">
                <a:moveTo>
                  <a:pt x="7619" y="4773295"/>
                </a:moveTo>
                <a:lnTo>
                  <a:pt x="0" y="4773295"/>
                </a:lnTo>
                <a:lnTo>
                  <a:pt x="0" y="4742815"/>
                </a:lnTo>
                <a:lnTo>
                  <a:pt x="7619" y="4742815"/>
                </a:lnTo>
                <a:lnTo>
                  <a:pt x="7619" y="4773295"/>
                </a:lnTo>
                <a:close/>
              </a:path>
              <a:path w="5555615" h="5043805">
                <a:moveTo>
                  <a:pt x="7619" y="4719955"/>
                </a:moveTo>
                <a:lnTo>
                  <a:pt x="0" y="4719955"/>
                </a:lnTo>
                <a:lnTo>
                  <a:pt x="0" y="4689475"/>
                </a:lnTo>
                <a:lnTo>
                  <a:pt x="7619" y="4689475"/>
                </a:lnTo>
                <a:lnTo>
                  <a:pt x="7619" y="4719955"/>
                </a:lnTo>
                <a:close/>
              </a:path>
              <a:path w="5555615" h="5043805">
                <a:moveTo>
                  <a:pt x="7619" y="4666615"/>
                </a:moveTo>
                <a:lnTo>
                  <a:pt x="0" y="4666615"/>
                </a:lnTo>
                <a:lnTo>
                  <a:pt x="0" y="4636135"/>
                </a:lnTo>
                <a:lnTo>
                  <a:pt x="7619" y="4636135"/>
                </a:lnTo>
                <a:lnTo>
                  <a:pt x="7619" y="4666615"/>
                </a:lnTo>
                <a:close/>
              </a:path>
              <a:path w="5555615" h="5043805">
                <a:moveTo>
                  <a:pt x="7619" y="4613275"/>
                </a:moveTo>
                <a:lnTo>
                  <a:pt x="0" y="4613275"/>
                </a:lnTo>
                <a:lnTo>
                  <a:pt x="0" y="4582795"/>
                </a:lnTo>
                <a:lnTo>
                  <a:pt x="7619" y="4582795"/>
                </a:lnTo>
                <a:lnTo>
                  <a:pt x="7619" y="4613275"/>
                </a:lnTo>
                <a:close/>
              </a:path>
              <a:path w="5555615" h="5043805">
                <a:moveTo>
                  <a:pt x="7619" y="4559935"/>
                </a:moveTo>
                <a:lnTo>
                  <a:pt x="0" y="4559935"/>
                </a:lnTo>
                <a:lnTo>
                  <a:pt x="0" y="4529455"/>
                </a:lnTo>
                <a:lnTo>
                  <a:pt x="7619" y="4529455"/>
                </a:lnTo>
                <a:lnTo>
                  <a:pt x="7619" y="4559935"/>
                </a:lnTo>
                <a:close/>
              </a:path>
              <a:path w="5555615" h="5043805">
                <a:moveTo>
                  <a:pt x="7619" y="4506595"/>
                </a:moveTo>
                <a:lnTo>
                  <a:pt x="0" y="4506595"/>
                </a:lnTo>
                <a:lnTo>
                  <a:pt x="0" y="4476115"/>
                </a:lnTo>
                <a:lnTo>
                  <a:pt x="7619" y="4476115"/>
                </a:lnTo>
                <a:lnTo>
                  <a:pt x="7619" y="4506595"/>
                </a:lnTo>
                <a:close/>
              </a:path>
              <a:path w="5555615" h="5043805">
                <a:moveTo>
                  <a:pt x="7619" y="4453255"/>
                </a:moveTo>
                <a:lnTo>
                  <a:pt x="0" y="4453255"/>
                </a:lnTo>
                <a:lnTo>
                  <a:pt x="0" y="4422775"/>
                </a:lnTo>
                <a:lnTo>
                  <a:pt x="7619" y="4422775"/>
                </a:lnTo>
                <a:lnTo>
                  <a:pt x="7619" y="4453255"/>
                </a:lnTo>
                <a:close/>
              </a:path>
              <a:path w="5555615" h="5043805">
                <a:moveTo>
                  <a:pt x="7619" y="4399915"/>
                </a:moveTo>
                <a:lnTo>
                  <a:pt x="0" y="4399915"/>
                </a:lnTo>
                <a:lnTo>
                  <a:pt x="0" y="4369435"/>
                </a:lnTo>
                <a:lnTo>
                  <a:pt x="7619" y="4369435"/>
                </a:lnTo>
                <a:lnTo>
                  <a:pt x="7619" y="4399915"/>
                </a:lnTo>
                <a:close/>
              </a:path>
              <a:path w="5555615" h="5043805">
                <a:moveTo>
                  <a:pt x="7619" y="4346575"/>
                </a:moveTo>
                <a:lnTo>
                  <a:pt x="0" y="4346575"/>
                </a:lnTo>
                <a:lnTo>
                  <a:pt x="0" y="4316095"/>
                </a:lnTo>
                <a:lnTo>
                  <a:pt x="7619" y="4316095"/>
                </a:lnTo>
                <a:lnTo>
                  <a:pt x="7619" y="4346575"/>
                </a:lnTo>
                <a:close/>
              </a:path>
              <a:path w="5555615" h="5043805">
                <a:moveTo>
                  <a:pt x="7619" y="4293235"/>
                </a:moveTo>
                <a:lnTo>
                  <a:pt x="0" y="4293235"/>
                </a:lnTo>
                <a:lnTo>
                  <a:pt x="0" y="4262755"/>
                </a:lnTo>
                <a:lnTo>
                  <a:pt x="7619" y="4262755"/>
                </a:lnTo>
                <a:lnTo>
                  <a:pt x="7619" y="4293235"/>
                </a:lnTo>
                <a:close/>
              </a:path>
              <a:path w="5555615" h="5043805">
                <a:moveTo>
                  <a:pt x="7619" y="4239895"/>
                </a:moveTo>
                <a:lnTo>
                  <a:pt x="0" y="4239895"/>
                </a:lnTo>
                <a:lnTo>
                  <a:pt x="0" y="4209415"/>
                </a:lnTo>
                <a:lnTo>
                  <a:pt x="7619" y="4209415"/>
                </a:lnTo>
                <a:lnTo>
                  <a:pt x="7619" y="4239895"/>
                </a:lnTo>
                <a:close/>
              </a:path>
              <a:path w="5555615" h="5043805">
                <a:moveTo>
                  <a:pt x="7619" y="4186555"/>
                </a:moveTo>
                <a:lnTo>
                  <a:pt x="0" y="4186555"/>
                </a:lnTo>
                <a:lnTo>
                  <a:pt x="0" y="4156075"/>
                </a:lnTo>
                <a:lnTo>
                  <a:pt x="7619" y="4156075"/>
                </a:lnTo>
                <a:lnTo>
                  <a:pt x="7619" y="4186555"/>
                </a:lnTo>
                <a:close/>
              </a:path>
              <a:path w="5555615" h="5043805">
                <a:moveTo>
                  <a:pt x="7619" y="4133215"/>
                </a:moveTo>
                <a:lnTo>
                  <a:pt x="0" y="4133215"/>
                </a:lnTo>
                <a:lnTo>
                  <a:pt x="0" y="4102735"/>
                </a:lnTo>
                <a:lnTo>
                  <a:pt x="7619" y="4102735"/>
                </a:lnTo>
                <a:lnTo>
                  <a:pt x="7619" y="4133215"/>
                </a:lnTo>
                <a:close/>
              </a:path>
              <a:path w="5555615" h="5043805">
                <a:moveTo>
                  <a:pt x="7619" y="4079875"/>
                </a:moveTo>
                <a:lnTo>
                  <a:pt x="0" y="4079875"/>
                </a:lnTo>
                <a:lnTo>
                  <a:pt x="0" y="4049395"/>
                </a:lnTo>
                <a:lnTo>
                  <a:pt x="7619" y="4049395"/>
                </a:lnTo>
                <a:lnTo>
                  <a:pt x="7619" y="4079875"/>
                </a:lnTo>
                <a:close/>
              </a:path>
              <a:path w="5555615" h="5043805">
                <a:moveTo>
                  <a:pt x="7619" y="4026535"/>
                </a:moveTo>
                <a:lnTo>
                  <a:pt x="0" y="4026535"/>
                </a:lnTo>
                <a:lnTo>
                  <a:pt x="0" y="3996055"/>
                </a:lnTo>
                <a:lnTo>
                  <a:pt x="7619" y="3996055"/>
                </a:lnTo>
                <a:lnTo>
                  <a:pt x="7619" y="4026535"/>
                </a:lnTo>
                <a:close/>
              </a:path>
              <a:path w="5555615" h="5043805">
                <a:moveTo>
                  <a:pt x="7619" y="3973195"/>
                </a:moveTo>
                <a:lnTo>
                  <a:pt x="0" y="3973195"/>
                </a:lnTo>
                <a:lnTo>
                  <a:pt x="0" y="3942715"/>
                </a:lnTo>
                <a:lnTo>
                  <a:pt x="7619" y="3942715"/>
                </a:lnTo>
                <a:lnTo>
                  <a:pt x="7619" y="3973195"/>
                </a:lnTo>
                <a:close/>
              </a:path>
              <a:path w="5555615" h="5043805">
                <a:moveTo>
                  <a:pt x="7619" y="3919855"/>
                </a:moveTo>
                <a:lnTo>
                  <a:pt x="0" y="3919855"/>
                </a:lnTo>
                <a:lnTo>
                  <a:pt x="0" y="3889375"/>
                </a:lnTo>
                <a:lnTo>
                  <a:pt x="7619" y="3889375"/>
                </a:lnTo>
                <a:lnTo>
                  <a:pt x="7619" y="3919855"/>
                </a:lnTo>
                <a:close/>
              </a:path>
              <a:path w="5555615" h="5043805">
                <a:moveTo>
                  <a:pt x="7619" y="3866515"/>
                </a:moveTo>
                <a:lnTo>
                  <a:pt x="0" y="3866515"/>
                </a:lnTo>
                <a:lnTo>
                  <a:pt x="0" y="3836035"/>
                </a:lnTo>
                <a:lnTo>
                  <a:pt x="7619" y="3836035"/>
                </a:lnTo>
                <a:lnTo>
                  <a:pt x="7619" y="3866515"/>
                </a:lnTo>
                <a:close/>
              </a:path>
              <a:path w="5555615" h="5043805">
                <a:moveTo>
                  <a:pt x="7619" y="3813175"/>
                </a:moveTo>
                <a:lnTo>
                  <a:pt x="0" y="3813175"/>
                </a:lnTo>
                <a:lnTo>
                  <a:pt x="0" y="3782695"/>
                </a:lnTo>
                <a:lnTo>
                  <a:pt x="7619" y="3782695"/>
                </a:lnTo>
                <a:lnTo>
                  <a:pt x="7619" y="3813175"/>
                </a:lnTo>
                <a:close/>
              </a:path>
              <a:path w="5555615" h="5043805">
                <a:moveTo>
                  <a:pt x="7619" y="3759835"/>
                </a:moveTo>
                <a:lnTo>
                  <a:pt x="0" y="3759835"/>
                </a:lnTo>
                <a:lnTo>
                  <a:pt x="0" y="3729355"/>
                </a:lnTo>
                <a:lnTo>
                  <a:pt x="7619" y="3729355"/>
                </a:lnTo>
                <a:lnTo>
                  <a:pt x="7619" y="3759835"/>
                </a:lnTo>
                <a:close/>
              </a:path>
              <a:path w="5555615" h="5043805">
                <a:moveTo>
                  <a:pt x="7619" y="3706495"/>
                </a:moveTo>
                <a:lnTo>
                  <a:pt x="0" y="3706495"/>
                </a:lnTo>
                <a:lnTo>
                  <a:pt x="0" y="3676015"/>
                </a:lnTo>
                <a:lnTo>
                  <a:pt x="7619" y="3676015"/>
                </a:lnTo>
                <a:lnTo>
                  <a:pt x="7619" y="3706495"/>
                </a:lnTo>
                <a:close/>
              </a:path>
              <a:path w="5555615" h="5043805">
                <a:moveTo>
                  <a:pt x="7619" y="3653155"/>
                </a:moveTo>
                <a:lnTo>
                  <a:pt x="0" y="3653155"/>
                </a:lnTo>
                <a:lnTo>
                  <a:pt x="0" y="3622675"/>
                </a:lnTo>
                <a:lnTo>
                  <a:pt x="7619" y="3622675"/>
                </a:lnTo>
                <a:lnTo>
                  <a:pt x="7619" y="3653155"/>
                </a:lnTo>
                <a:close/>
              </a:path>
              <a:path w="5555615" h="5043805">
                <a:moveTo>
                  <a:pt x="7619" y="3599815"/>
                </a:moveTo>
                <a:lnTo>
                  <a:pt x="0" y="3599815"/>
                </a:lnTo>
                <a:lnTo>
                  <a:pt x="0" y="3569335"/>
                </a:lnTo>
                <a:lnTo>
                  <a:pt x="7619" y="3569335"/>
                </a:lnTo>
                <a:lnTo>
                  <a:pt x="7619" y="3599815"/>
                </a:lnTo>
                <a:close/>
              </a:path>
              <a:path w="5555615" h="5043805">
                <a:moveTo>
                  <a:pt x="7619" y="3546475"/>
                </a:moveTo>
                <a:lnTo>
                  <a:pt x="0" y="3546475"/>
                </a:lnTo>
                <a:lnTo>
                  <a:pt x="0" y="3515995"/>
                </a:lnTo>
                <a:lnTo>
                  <a:pt x="7619" y="3515995"/>
                </a:lnTo>
                <a:lnTo>
                  <a:pt x="7619" y="3546475"/>
                </a:lnTo>
                <a:close/>
              </a:path>
              <a:path w="5555615" h="5043805">
                <a:moveTo>
                  <a:pt x="7619" y="3493135"/>
                </a:moveTo>
                <a:lnTo>
                  <a:pt x="0" y="3493135"/>
                </a:lnTo>
                <a:lnTo>
                  <a:pt x="0" y="3462655"/>
                </a:lnTo>
                <a:lnTo>
                  <a:pt x="7619" y="3462655"/>
                </a:lnTo>
                <a:lnTo>
                  <a:pt x="7619" y="3493135"/>
                </a:lnTo>
                <a:close/>
              </a:path>
              <a:path w="5555615" h="5043805">
                <a:moveTo>
                  <a:pt x="7619" y="3439795"/>
                </a:moveTo>
                <a:lnTo>
                  <a:pt x="0" y="3439795"/>
                </a:lnTo>
                <a:lnTo>
                  <a:pt x="0" y="3409315"/>
                </a:lnTo>
                <a:lnTo>
                  <a:pt x="7619" y="3409315"/>
                </a:lnTo>
                <a:lnTo>
                  <a:pt x="7619" y="3439795"/>
                </a:lnTo>
                <a:close/>
              </a:path>
              <a:path w="5555615" h="5043805">
                <a:moveTo>
                  <a:pt x="7619" y="3386455"/>
                </a:moveTo>
                <a:lnTo>
                  <a:pt x="0" y="3386455"/>
                </a:lnTo>
                <a:lnTo>
                  <a:pt x="0" y="3355975"/>
                </a:lnTo>
                <a:lnTo>
                  <a:pt x="7619" y="3355975"/>
                </a:lnTo>
                <a:lnTo>
                  <a:pt x="7619" y="3386455"/>
                </a:lnTo>
                <a:close/>
              </a:path>
              <a:path w="5555615" h="5043805">
                <a:moveTo>
                  <a:pt x="7619" y="3333115"/>
                </a:moveTo>
                <a:lnTo>
                  <a:pt x="0" y="3333115"/>
                </a:lnTo>
                <a:lnTo>
                  <a:pt x="0" y="3302635"/>
                </a:lnTo>
                <a:lnTo>
                  <a:pt x="7619" y="3302635"/>
                </a:lnTo>
                <a:lnTo>
                  <a:pt x="7619" y="3333115"/>
                </a:lnTo>
                <a:close/>
              </a:path>
              <a:path w="5555615" h="5043805">
                <a:moveTo>
                  <a:pt x="7619" y="3279775"/>
                </a:moveTo>
                <a:lnTo>
                  <a:pt x="0" y="3279775"/>
                </a:lnTo>
                <a:lnTo>
                  <a:pt x="0" y="3249295"/>
                </a:lnTo>
                <a:lnTo>
                  <a:pt x="7619" y="3249295"/>
                </a:lnTo>
                <a:lnTo>
                  <a:pt x="7619" y="3279775"/>
                </a:lnTo>
                <a:close/>
              </a:path>
              <a:path w="5555615" h="5043805">
                <a:moveTo>
                  <a:pt x="7619" y="3226435"/>
                </a:moveTo>
                <a:lnTo>
                  <a:pt x="0" y="3226435"/>
                </a:lnTo>
                <a:lnTo>
                  <a:pt x="0" y="3195955"/>
                </a:lnTo>
                <a:lnTo>
                  <a:pt x="7619" y="3195955"/>
                </a:lnTo>
                <a:lnTo>
                  <a:pt x="7619" y="3226435"/>
                </a:lnTo>
                <a:close/>
              </a:path>
              <a:path w="5555615" h="5043805">
                <a:moveTo>
                  <a:pt x="7619" y="3173095"/>
                </a:moveTo>
                <a:lnTo>
                  <a:pt x="0" y="3173095"/>
                </a:lnTo>
                <a:lnTo>
                  <a:pt x="0" y="3142615"/>
                </a:lnTo>
                <a:lnTo>
                  <a:pt x="7619" y="3142615"/>
                </a:lnTo>
                <a:lnTo>
                  <a:pt x="7619" y="3173095"/>
                </a:lnTo>
                <a:close/>
              </a:path>
              <a:path w="5555615" h="5043805">
                <a:moveTo>
                  <a:pt x="7619" y="3119755"/>
                </a:moveTo>
                <a:lnTo>
                  <a:pt x="0" y="3119755"/>
                </a:lnTo>
                <a:lnTo>
                  <a:pt x="0" y="3089275"/>
                </a:lnTo>
                <a:lnTo>
                  <a:pt x="7619" y="3089275"/>
                </a:lnTo>
                <a:lnTo>
                  <a:pt x="7619" y="3119755"/>
                </a:lnTo>
                <a:close/>
              </a:path>
              <a:path w="5555615" h="5043805">
                <a:moveTo>
                  <a:pt x="7619" y="3066415"/>
                </a:moveTo>
                <a:lnTo>
                  <a:pt x="0" y="3066415"/>
                </a:lnTo>
                <a:lnTo>
                  <a:pt x="0" y="3035935"/>
                </a:lnTo>
                <a:lnTo>
                  <a:pt x="7619" y="3035935"/>
                </a:lnTo>
                <a:lnTo>
                  <a:pt x="7619" y="3066415"/>
                </a:lnTo>
                <a:close/>
              </a:path>
              <a:path w="5555615" h="5043805">
                <a:moveTo>
                  <a:pt x="7619" y="3013075"/>
                </a:moveTo>
                <a:lnTo>
                  <a:pt x="0" y="3013075"/>
                </a:lnTo>
                <a:lnTo>
                  <a:pt x="0" y="2982595"/>
                </a:lnTo>
                <a:lnTo>
                  <a:pt x="7619" y="2982595"/>
                </a:lnTo>
                <a:lnTo>
                  <a:pt x="7619" y="3013075"/>
                </a:lnTo>
                <a:close/>
              </a:path>
              <a:path w="5555615" h="5043805">
                <a:moveTo>
                  <a:pt x="7619" y="2959735"/>
                </a:moveTo>
                <a:lnTo>
                  <a:pt x="0" y="2959735"/>
                </a:lnTo>
                <a:lnTo>
                  <a:pt x="0" y="2929255"/>
                </a:lnTo>
                <a:lnTo>
                  <a:pt x="7619" y="2929255"/>
                </a:lnTo>
                <a:lnTo>
                  <a:pt x="7619" y="2959735"/>
                </a:lnTo>
                <a:close/>
              </a:path>
              <a:path w="5555615" h="5043805">
                <a:moveTo>
                  <a:pt x="7619" y="2906395"/>
                </a:moveTo>
                <a:lnTo>
                  <a:pt x="0" y="2906395"/>
                </a:lnTo>
                <a:lnTo>
                  <a:pt x="0" y="2875915"/>
                </a:lnTo>
                <a:lnTo>
                  <a:pt x="7619" y="2875915"/>
                </a:lnTo>
                <a:lnTo>
                  <a:pt x="7619" y="2906395"/>
                </a:lnTo>
                <a:close/>
              </a:path>
              <a:path w="5555615" h="5043805">
                <a:moveTo>
                  <a:pt x="7619" y="2853055"/>
                </a:moveTo>
                <a:lnTo>
                  <a:pt x="0" y="2853055"/>
                </a:lnTo>
                <a:lnTo>
                  <a:pt x="0" y="2822575"/>
                </a:lnTo>
                <a:lnTo>
                  <a:pt x="7619" y="2822575"/>
                </a:lnTo>
                <a:lnTo>
                  <a:pt x="7619" y="2853055"/>
                </a:lnTo>
                <a:close/>
              </a:path>
              <a:path w="5555615" h="5043805">
                <a:moveTo>
                  <a:pt x="7619" y="2799715"/>
                </a:moveTo>
                <a:lnTo>
                  <a:pt x="0" y="2799715"/>
                </a:lnTo>
                <a:lnTo>
                  <a:pt x="0" y="2769235"/>
                </a:lnTo>
                <a:lnTo>
                  <a:pt x="7619" y="2769235"/>
                </a:lnTo>
                <a:lnTo>
                  <a:pt x="7619" y="2799715"/>
                </a:lnTo>
                <a:close/>
              </a:path>
              <a:path w="5555615" h="5043805">
                <a:moveTo>
                  <a:pt x="7619" y="2746375"/>
                </a:moveTo>
                <a:lnTo>
                  <a:pt x="0" y="2746375"/>
                </a:lnTo>
                <a:lnTo>
                  <a:pt x="0" y="2715895"/>
                </a:lnTo>
                <a:lnTo>
                  <a:pt x="7619" y="2715895"/>
                </a:lnTo>
                <a:lnTo>
                  <a:pt x="7619" y="2746375"/>
                </a:lnTo>
                <a:close/>
              </a:path>
              <a:path w="5555615" h="5043805">
                <a:moveTo>
                  <a:pt x="7619" y="2693035"/>
                </a:moveTo>
                <a:lnTo>
                  <a:pt x="0" y="2693035"/>
                </a:lnTo>
                <a:lnTo>
                  <a:pt x="0" y="2662555"/>
                </a:lnTo>
                <a:lnTo>
                  <a:pt x="7619" y="2662555"/>
                </a:lnTo>
                <a:lnTo>
                  <a:pt x="7619" y="2693035"/>
                </a:lnTo>
                <a:close/>
              </a:path>
              <a:path w="5555615" h="5043805">
                <a:moveTo>
                  <a:pt x="7619" y="2639695"/>
                </a:moveTo>
                <a:lnTo>
                  <a:pt x="0" y="2639695"/>
                </a:lnTo>
                <a:lnTo>
                  <a:pt x="0" y="2609215"/>
                </a:lnTo>
                <a:lnTo>
                  <a:pt x="7619" y="2609215"/>
                </a:lnTo>
                <a:lnTo>
                  <a:pt x="7619" y="2639695"/>
                </a:lnTo>
                <a:close/>
              </a:path>
              <a:path w="5555615" h="5043805">
                <a:moveTo>
                  <a:pt x="7619" y="2586355"/>
                </a:moveTo>
                <a:lnTo>
                  <a:pt x="0" y="2586355"/>
                </a:lnTo>
                <a:lnTo>
                  <a:pt x="0" y="2555875"/>
                </a:lnTo>
                <a:lnTo>
                  <a:pt x="7619" y="2555875"/>
                </a:lnTo>
                <a:lnTo>
                  <a:pt x="7619" y="2586355"/>
                </a:lnTo>
                <a:close/>
              </a:path>
              <a:path w="5555615" h="5043805">
                <a:moveTo>
                  <a:pt x="7619" y="2533015"/>
                </a:moveTo>
                <a:lnTo>
                  <a:pt x="0" y="2533015"/>
                </a:lnTo>
                <a:lnTo>
                  <a:pt x="0" y="2502535"/>
                </a:lnTo>
                <a:lnTo>
                  <a:pt x="7619" y="2502535"/>
                </a:lnTo>
                <a:lnTo>
                  <a:pt x="7619" y="2533015"/>
                </a:lnTo>
                <a:close/>
              </a:path>
              <a:path w="5555615" h="5043805">
                <a:moveTo>
                  <a:pt x="7619" y="2479675"/>
                </a:moveTo>
                <a:lnTo>
                  <a:pt x="0" y="2479675"/>
                </a:lnTo>
                <a:lnTo>
                  <a:pt x="0" y="2449195"/>
                </a:lnTo>
                <a:lnTo>
                  <a:pt x="7619" y="2449195"/>
                </a:lnTo>
                <a:lnTo>
                  <a:pt x="7619" y="2479675"/>
                </a:lnTo>
                <a:close/>
              </a:path>
              <a:path w="5555615" h="5043805">
                <a:moveTo>
                  <a:pt x="7619" y="2426335"/>
                </a:moveTo>
                <a:lnTo>
                  <a:pt x="0" y="2426335"/>
                </a:lnTo>
                <a:lnTo>
                  <a:pt x="0" y="2395855"/>
                </a:lnTo>
                <a:lnTo>
                  <a:pt x="7619" y="2395855"/>
                </a:lnTo>
                <a:lnTo>
                  <a:pt x="7619" y="2426335"/>
                </a:lnTo>
                <a:close/>
              </a:path>
              <a:path w="5555615" h="5043805">
                <a:moveTo>
                  <a:pt x="7619" y="2372995"/>
                </a:moveTo>
                <a:lnTo>
                  <a:pt x="0" y="2372995"/>
                </a:lnTo>
                <a:lnTo>
                  <a:pt x="0" y="2342515"/>
                </a:lnTo>
                <a:lnTo>
                  <a:pt x="7619" y="2342515"/>
                </a:lnTo>
                <a:lnTo>
                  <a:pt x="7619" y="2372995"/>
                </a:lnTo>
                <a:close/>
              </a:path>
              <a:path w="5555615" h="5043805">
                <a:moveTo>
                  <a:pt x="7619" y="2319655"/>
                </a:moveTo>
                <a:lnTo>
                  <a:pt x="0" y="2319655"/>
                </a:lnTo>
                <a:lnTo>
                  <a:pt x="0" y="2289175"/>
                </a:lnTo>
                <a:lnTo>
                  <a:pt x="7619" y="2289175"/>
                </a:lnTo>
                <a:lnTo>
                  <a:pt x="7619" y="2319655"/>
                </a:lnTo>
                <a:close/>
              </a:path>
              <a:path w="5555615" h="5043805">
                <a:moveTo>
                  <a:pt x="7619" y="2266315"/>
                </a:moveTo>
                <a:lnTo>
                  <a:pt x="0" y="2266315"/>
                </a:lnTo>
                <a:lnTo>
                  <a:pt x="0" y="2235835"/>
                </a:lnTo>
                <a:lnTo>
                  <a:pt x="7619" y="2235835"/>
                </a:lnTo>
                <a:lnTo>
                  <a:pt x="7619" y="2266315"/>
                </a:lnTo>
                <a:close/>
              </a:path>
              <a:path w="5555615" h="5043805">
                <a:moveTo>
                  <a:pt x="7619" y="2212975"/>
                </a:moveTo>
                <a:lnTo>
                  <a:pt x="0" y="2212975"/>
                </a:lnTo>
                <a:lnTo>
                  <a:pt x="0" y="2182495"/>
                </a:lnTo>
                <a:lnTo>
                  <a:pt x="7619" y="2182495"/>
                </a:lnTo>
                <a:lnTo>
                  <a:pt x="7619" y="2212975"/>
                </a:lnTo>
                <a:close/>
              </a:path>
              <a:path w="5555615" h="5043805">
                <a:moveTo>
                  <a:pt x="7619" y="2159635"/>
                </a:moveTo>
                <a:lnTo>
                  <a:pt x="0" y="2159635"/>
                </a:lnTo>
                <a:lnTo>
                  <a:pt x="0" y="2129155"/>
                </a:lnTo>
                <a:lnTo>
                  <a:pt x="7619" y="2129155"/>
                </a:lnTo>
                <a:lnTo>
                  <a:pt x="7619" y="2159635"/>
                </a:lnTo>
                <a:close/>
              </a:path>
              <a:path w="5555615" h="5043805">
                <a:moveTo>
                  <a:pt x="7619" y="2106295"/>
                </a:moveTo>
                <a:lnTo>
                  <a:pt x="0" y="2106295"/>
                </a:lnTo>
                <a:lnTo>
                  <a:pt x="0" y="2075815"/>
                </a:lnTo>
                <a:lnTo>
                  <a:pt x="7619" y="2075815"/>
                </a:lnTo>
                <a:lnTo>
                  <a:pt x="7619" y="2106295"/>
                </a:lnTo>
                <a:close/>
              </a:path>
              <a:path w="5555615" h="5043805">
                <a:moveTo>
                  <a:pt x="7619" y="2052955"/>
                </a:moveTo>
                <a:lnTo>
                  <a:pt x="0" y="2052955"/>
                </a:lnTo>
                <a:lnTo>
                  <a:pt x="0" y="2022475"/>
                </a:lnTo>
                <a:lnTo>
                  <a:pt x="7619" y="2022475"/>
                </a:lnTo>
                <a:lnTo>
                  <a:pt x="7619" y="2052955"/>
                </a:lnTo>
                <a:close/>
              </a:path>
              <a:path w="5555615" h="5043805">
                <a:moveTo>
                  <a:pt x="7619" y="1999615"/>
                </a:moveTo>
                <a:lnTo>
                  <a:pt x="0" y="1999615"/>
                </a:lnTo>
                <a:lnTo>
                  <a:pt x="0" y="1969135"/>
                </a:lnTo>
                <a:lnTo>
                  <a:pt x="7619" y="1969135"/>
                </a:lnTo>
                <a:lnTo>
                  <a:pt x="7619" y="1999615"/>
                </a:lnTo>
                <a:close/>
              </a:path>
              <a:path w="5555615" h="5043805">
                <a:moveTo>
                  <a:pt x="7619" y="1946275"/>
                </a:moveTo>
                <a:lnTo>
                  <a:pt x="0" y="1946275"/>
                </a:lnTo>
                <a:lnTo>
                  <a:pt x="0" y="1915795"/>
                </a:lnTo>
                <a:lnTo>
                  <a:pt x="7619" y="1915795"/>
                </a:lnTo>
                <a:lnTo>
                  <a:pt x="7619" y="1946275"/>
                </a:lnTo>
                <a:close/>
              </a:path>
              <a:path w="5555615" h="5043805">
                <a:moveTo>
                  <a:pt x="7619" y="1892935"/>
                </a:moveTo>
                <a:lnTo>
                  <a:pt x="0" y="1892935"/>
                </a:lnTo>
                <a:lnTo>
                  <a:pt x="0" y="1862455"/>
                </a:lnTo>
                <a:lnTo>
                  <a:pt x="7619" y="1862455"/>
                </a:lnTo>
                <a:lnTo>
                  <a:pt x="7619" y="1892935"/>
                </a:lnTo>
                <a:close/>
              </a:path>
              <a:path w="5555615" h="5043805">
                <a:moveTo>
                  <a:pt x="7619" y="1839595"/>
                </a:moveTo>
                <a:lnTo>
                  <a:pt x="0" y="1839595"/>
                </a:lnTo>
                <a:lnTo>
                  <a:pt x="0" y="1809115"/>
                </a:lnTo>
                <a:lnTo>
                  <a:pt x="7619" y="1809115"/>
                </a:lnTo>
                <a:lnTo>
                  <a:pt x="7619" y="1839595"/>
                </a:lnTo>
                <a:close/>
              </a:path>
              <a:path w="5555615" h="5043805">
                <a:moveTo>
                  <a:pt x="7619" y="1786255"/>
                </a:moveTo>
                <a:lnTo>
                  <a:pt x="0" y="1786255"/>
                </a:lnTo>
                <a:lnTo>
                  <a:pt x="0" y="1755775"/>
                </a:lnTo>
                <a:lnTo>
                  <a:pt x="7619" y="1755775"/>
                </a:lnTo>
                <a:lnTo>
                  <a:pt x="7619" y="1786255"/>
                </a:lnTo>
                <a:close/>
              </a:path>
              <a:path w="5555615" h="5043805">
                <a:moveTo>
                  <a:pt x="7619" y="1732915"/>
                </a:moveTo>
                <a:lnTo>
                  <a:pt x="0" y="1732915"/>
                </a:lnTo>
                <a:lnTo>
                  <a:pt x="0" y="1702435"/>
                </a:lnTo>
                <a:lnTo>
                  <a:pt x="7619" y="1702435"/>
                </a:lnTo>
                <a:lnTo>
                  <a:pt x="7619" y="1732915"/>
                </a:lnTo>
                <a:close/>
              </a:path>
              <a:path w="5555615" h="5043805">
                <a:moveTo>
                  <a:pt x="7619" y="1679575"/>
                </a:moveTo>
                <a:lnTo>
                  <a:pt x="0" y="1679575"/>
                </a:lnTo>
                <a:lnTo>
                  <a:pt x="0" y="1649095"/>
                </a:lnTo>
                <a:lnTo>
                  <a:pt x="7619" y="1649095"/>
                </a:lnTo>
                <a:lnTo>
                  <a:pt x="7619" y="1679575"/>
                </a:lnTo>
                <a:close/>
              </a:path>
              <a:path w="5555615" h="5043805">
                <a:moveTo>
                  <a:pt x="7619" y="1626235"/>
                </a:moveTo>
                <a:lnTo>
                  <a:pt x="0" y="1626235"/>
                </a:lnTo>
                <a:lnTo>
                  <a:pt x="0" y="1595755"/>
                </a:lnTo>
                <a:lnTo>
                  <a:pt x="7619" y="1595755"/>
                </a:lnTo>
                <a:lnTo>
                  <a:pt x="7619" y="1626235"/>
                </a:lnTo>
                <a:close/>
              </a:path>
              <a:path w="5555615" h="5043805">
                <a:moveTo>
                  <a:pt x="7619" y="1572895"/>
                </a:moveTo>
                <a:lnTo>
                  <a:pt x="0" y="1572895"/>
                </a:lnTo>
                <a:lnTo>
                  <a:pt x="0" y="1542415"/>
                </a:lnTo>
                <a:lnTo>
                  <a:pt x="7619" y="1542415"/>
                </a:lnTo>
                <a:lnTo>
                  <a:pt x="7619" y="1572895"/>
                </a:lnTo>
                <a:close/>
              </a:path>
              <a:path w="5555615" h="5043805">
                <a:moveTo>
                  <a:pt x="7619" y="1519555"/>
                </a:moveTo>
                <a:lnTo>
                  <a:pt x="0" y="1519555"/>
                </a:lnTo>
                <a:lnTo>
                  <a:pt x="0" y="1489075"/>
                </a:lnTo>
                <a:lnTo>
                  <a:pt x="7619" y="1489075"/>
                </a:lnTo>
                <a:lnTo>
                  <a:pt x="7619" y="1519555"/>
                </a:lnTo>
                <a:close/>
              </a:path>
              <a:path w="5555615" h="5043805">
                <a:moveTo>
                  <a:pt x="7619" y="1466215"/>
                </a:moveTo>
                <a:lnTo>
                  <a:pt x="0" y="1466215"/>
                </a:lnTo>
                <a:lnTo>
                  <a:pt x="0" y="1435735"/>
                </a:lnTo>
                <a:lnTo>
                  <a:pt x="7619" y="1435735"/>
                </a:lnTo>
                <a:lnTo>
                  <a:pt x="7619" y="1466215"/>
                </a:lnTo>
                <a:close/>
              </a:path>
              <a:path w="5555615" h="5043805">
                <a:moveTo>
                  <a:pt x="7619" y="1412875"/>
                </a:moveTo>
                <a:lnTo>
                  <a:pt x="0" y="1412875"/>
                </a:lnTo>
                <a:lnTo>
                  <a:pt x="0" y="1382395"/>
                </a:lnTo>
                <a:lnTo>
                  <a:pt x="7619" y="1382395"/>
                </a:lnTo>
                <a:lnTo>
                  <a:pt x="7619" y="1412875"/>
                </a:lnTo>
                <a:close/>
              </a:path>
              <a:path w="5555615" h="5043805">
                <a:moveTo>
                  <a:pt x="7619" y="1359535"/>
                </a:moveTo>
                <a:lnTo>
                  <a:pt x="0" y="1359535"/>
                </a:lnTo>
                <a:lnTo>
                  <a:pt x="0" y="1329055"/>
                </a:lnTo>
                <a:lnTo>
                  <a:pt x="7619" y="1329055"/>
                </a:lnTo>
                <a:lnTo>
                  <a:pt x="7619" y="1359535"/>
                </a:lnTo>
                <a:close/>
              </a:path>
              <a:path w="5555615" h="5043805">
                <a:moveTo>
                  <a:pt x="7619" y="1306195"/>
                </a:moveTo>
                <a:lnTo>
                  <a:pt x="0" y="1306195"/>
                </a:lnTo>
                <a:lnTo>
                  <a:pt x="0" y="1275715"/>
                </a:lnTo>
                <a:lnTo>
                  <a:pt x="7619" y="1275715"/>
                </a:lnTo>
                <a:lnTo>
                  <a:pt x="7619" y="1306195"/>
                </a:lnTo>
                <a:close/>
              </a:path>
              <a:path w="5555615" h="5043805">
                <a:moveTo>
                  <a:pt x="7619" y="1252855"/>
                </a:moveTo>
                <a:lnTo>
                  <a:pt x="0" y="1252855"/>
                </a:lnTo>
                <a:lnTo>
                  <a:pt x="0" y="1222375"/>
                </a:lnTo>
                <a:lnTo>
                  <a:pt x="7619" y="1222375"/>
                </a:lnTo>
                <a:lnTo>
                  <a:pt x="7619" y="1252855"/>
                </a:lnTo>
                <a:close/>
              </a:path>
              <a:path w="5555615" h="5043805">
                <a:moveTo>
                  <a:pt x="7619" y="1199515"/>
                </a:moveTo>
                <a:lnTo>
                  <a:pt x="0" y="1199515"/>
                </a:lnTo>
                <a:lnTo>
                  <a:pt x="0" y="1169035"/>
                </a:lnTo>
                <a:lnTo>
                  <a:pt x="7619" y="1169035"/>
                </a:lnTo>
                <a:lnTo>
                  <a:pt x="7619" y="1199515"/>
                </a:lnTo>
                <a:close/>
              </a:path>
              <a:path w="5555615" h="5043805">
                <a:moveTo>
                  <a:pt x="7619" y="1146175"/>
                </a:moveTo>
                <a:lnTo>
                  <a:pt x="0" y="1146175"/>
                </a:lnTo>
                <a:lnTo>
                  <a:pt x="0" y="1115695"/>
                </a:lnTo>
                <a:lnTo>
                  <a:pt x="7619" y="1115695"/>
                </a:lnTo>
                <a:lnTo>
                  <a:pt x="7619" y="1146175"/>
                </a:lnTo>
                <a:close/>
              </a:path>
              <a:path w="5555615" h="5043805">
                <a:moveTo>
                  <a:pt x="7619" y="1092835"/>
                </a:moveTo>
                <a:lnTo>
                  <a:pt x="0" y="1092835"/>
                </a:lnTo>
                <a:lnTo>
                  <a:pt x="0" y="1062355"/>
                </a:lnTo>
                <a:lnTo>
                  <a:pt x="7619" y="1062355"/>
                </a:lnTo>
                <a:lnTo>
                  <a:pt x="7619" y="1092835"/>
                </a:lnTo>
                <a:close/>
              </a:path>
              <a:path w="5555615" h="5043805">
                <a:moveTo>
                  <a:pt x="7619" y="1039495"/>
                </a:moveTo>
                <a:lnTo>
                  <a:pt x="0" y="1039495"/>
                </a:lnTo>
                <a:lnTo>
                  <a:pt x="0" y="1009015"/>
                </a:lnTo>
                <a:lnTo>
                  <a:pt x="7619" y="1009015"/>
                </a:lnTo>
                <a:lnTo>
                  <a:pt x="7619" y="1039495"/>
                </a:lnTo>
                <a:close/>
              </a:path>
              <a:path w="5555615" h="5043805">
                <a:moveTo>
                  <a:pt x="7619" y="986155"/>
                </a:moveTo>
                <a:lnTo>
                  <a:pt x="0" y="986155"/>
                </a:lnTo>
                <a:lnTo>
                  <a:pt x="0" y="955675"/>
                </a:lnTo>
                <a:lnTo>
                  <a:pt x="7619" y="955675"/>
                </a:lnTo>
                <a:lnTo>
                  <a:pt x="7619" y="986155"/>
                </a:lnTo>
                <a:close/>
              </a:path>
              <a:path w="5555615" h="5043805">
                <a:moveTo>
                  <a:pt x="7619" y="932815"/>
                </a:moveTo>
                <a:lnTo>
                  <a:pt x="0" y="932815"/>
                </a:lnTo>
                <a:lnTo>
                  <a:pt x="0" y="902335"/>
                </a:lnTo>
                <a:lnTo>
                  <a:pt x="7619" y="902335"/>
                </a:lnTo>
                <a:lnTo>
                  <a:pt x="7619" y="932815"/>
                </a:lnTo>
                <a:close/>
              </a:path>
              <a:path w="5555615" h="5043805">
                <a:moveTo>
                  <a:pt x="7619" y="879475"/>
                </a:moveTo>
                <a:lnTo>
                  <a:pt x="0" y="879475"/>
                </a:lnTo>
                <a:lnTo>
                  <a:pt x="0" y="848995"/>
                </a:lnTo>
                <a:lnTo>
                  <a:pt x="7619" y="848995"/>
                </a:lnTo>
                <a:lnTo>
                  <a:pt x="7619" y="879475"/>
                </a:lnTo>
                <a:close/>
              </a:path>
              <a:path w="5555615" h="5043805">
                <a:moveTo>
                  <a:pt x="7619" y="826135"/>
                </a:moveTo>
                <a:lnTo>
                  <a:pt x="0" y="826135"/>
                </a:lnTo>
                <a:lnTo>
                  <a:pt x="0" y="795655"/>
                </a:lnTo>
                <a:lnTo>
                  <a:pt x="7619" y="795655"/>
                </a:lnTo>
                <a:lnTo>
                  <a:pt x="7619" y="826135"/>
                </a:lnTo>
                <a:close/>
              </a:path>
              <a:path w="5555615" h="5043805">
                <a:moveTo>
                  <a:pt x="7619" y="772795"/>
                </a:moveTo>
                <a:lnTo>
                  <a:pt x="0" y="772795"/>
                </a:lnTo>
                <a:lnTo>
                  <a:pt x="0" y="742315"/>
                </a:lnTo>
                <a:lnTo>
                  <a:pt x="7619" y="742315"/>
                </a:lnTo>
                <a:lnTo>
                  <a:pt x="7619" y="772795"/>
                </a:lnTo>
                <a:close/>
              </a:path>
              <a:path w="5555615" h="5043805">
                <a:moveTo>
                  <a:pt x="7619" y="719455"/>
                </a:moveTo>
                <a:lnTo>
                  <a:pt x="0" y="719455"/>
                </a:lnTo>
                <a:lnTo>
                  <a:pt x="0" y="688975"/>
                </a:lnTo>
                <a:lnTo>
                  <a:pt x="7619" y="688975"/>
                </a:lnTo>
                <a:lnTo>
                  <a:pt x="7619" y="719455"/>
                </a:lnTo>
                <a:close/>
              </a:path>
              <a:path w="5555615" h="5043805">
                <a:moveTo>
                  <a:pt x="7619" y="666115"/>
                </a:moveTo>
                <a:lnTo>
                  <a:pt x="0" y="666115"/>
                </a:lnTo>
                <a:lnTo>
                  <a:pt x="0" y="635635"/>
                </a:lnTo>
                <a:lnTo>
                  <a:pt x="7619" y="635635"/>
                </a:lnTo>
                <a:lnTo>
                  <a:pt x="7619" y="666115"/>
                </a:lnTo>
                <a:close/>
              </a:path>
              <a:path w="5555615" h="5043805">
                <a:moveTo>
                  <a:pt x="7619" y="612775"/>
                </a:moveTo>
                <a:lnTo>
                  <a:pt x="0" y="612775"/>
                </a:lnTo>
                <a:lnTo>
                  <a:pt x="0" y="582295"/>
                </a:lnTo>
                <a:lnTo>
                  <a:pt x="7619" y="582295"/>
                </a:lnTo>
                <a:lnTo>
                  <a:pt x="7619" y="612775"/>
                </a:lnTo>
                <a:close/>
              </a:path>
              <a:path w="5555615" h="5043805">
                <a:moveTo>
                  <a:pt x="7619" y="559435"/>
                </a:moveTo>
                <a:lnTo>
                  <a:pt x="0" y="559435"/>
                </a:lnTo>
                <a:lnTo>
                  <a:pt x="0" y="528955"/>
                </a:lnTo>
                <a:lnTo>
                  <a:pt x="7619" y="528955"/>
                </a:lnTo>
                <a:lnTo>
                  <a:pt x="7619" y="559435"/>
                </a:lnTo>
                <a:close/>
              </a:path>
              <a:path w="5555615" h="5043805">
                <a:moveTo>
                  <a:pt x="7619" y="506095"/>
                </a:moveTo>
                <a:lnTo>
                  <a:pt x="0" y="506095"/>
                </a:lnTo>
                <a:lnTo>
                  <a:pt x="0" y="475615"/>
                </a:lnTo>
                <a:lnTo>
                  <a:pt x="7619" y="475615"/>
                </a:lnTo>
                <a:lnTo>
                  <a:pt x="7619" y="506095"/>
                </a:lnTo>
                <a:close/>
              </a:path>
              <a:path w="5555615" h="5043805">
                <a:moveTo>
                  <a:pt x="7619" y="452755"/>
                </a:moveTo>
                <a:lnTo>
                  <a:pt x="0" y="452755"/>
                </a:lnTo>
                <a:lnTo>
                  <a:pt x="0" y="422275"/>
                </a:lnTo>
                <a:lnTo>
                  <a:pt x="7619" y="422275"/>
                </a:lnTo>
                <a:lnTo>
                  <a:pt x="7619" y="452755"/>
                </a:lnTo>
                <a:close/>
              </a:path>
              <a:path w="5555615" h="5043805">
                <a:moveTo>
                  <a:pt x="7619" y="399415"/>
                </a:moveTo>
                <a:lnTo>
                  <a:pt x="0" y="399415"/>
                </a:lnTo>
                <a:lnTo>
                  <a:pt x="0" y="368935"/>
                </a:lnTo>
                <a:lnTo>
                  <a:pt x="7619" y="368935"/>
                </a:lnTo>
                <a:lnTo>
                  <a:pt x="7619" y="399415"/>
                </a:lnTo>
                <a:close/>
              </a:path>
              <a:path w="5555615" h="5043805">
                <a:moveTo>
                  <a:pt x="7619" y="346075"/>
                </a:moveTo>
                <a:lnTo>
                  <a:pt x="0" y="346075"/>
                </a:lnTo>
                <a:lnTo>
                  <a:pt x="0" y="315595"/>
                </a:lnTo>
                <a:lnTo>
                  <a:pt x="7619" y="315595"/>
                </a:lnTo>
                <a:lnTo>
                  <a:pt x="7619" y="346075"/>
                </a:lnTo>
                <a:close/>
              </a:path>
              <a:path w="5555615" h="5043805">
                <a:moveTo>
                  <a:pt x="7619" y="292735"/>
                </a:moveTo>
                <a:lnTo>
                  <a:pt x="0" y="292735"/>
                </a:lnTo>
                <a:lnTo>
                  <a:pt x="0" y="262255"/>
                </a:lnTo>
                <a:lnTo>
                  <a:pt x="7619" y="262255"/>
                </a:lnTo>
                <a:lnTo>
                  <a:pt x="7619" y="292735"/>
                </a:lnTo>
                <a:close/>
              </a:path>
              <a:path w="5555615" h="5043805">
                <a:moveTo>
                  <a:pt x="7619" y="239395"/>
                </a:moveTo>
                <a:lnTo>
                  <a:pt x="0" y="239395"/>
                </a:lnTo>
                <a:lnTo>
                  <a:pt x="0" y="208915"/>
                </a:lnTo>
                <a:lnTo>
                  <a:pt x="7619" y="208915"/>
                </a:lnTo>
                <a:lnTo>
                  <a:pt x="7619" y="239395"/>
                </a:lnTo>
                <a:close/>
              </a:path>
              <a:path w="5555615" h="5043805">
                <a:moveTo>
                  <a:pt x="7619" y="186055"/>
                </a:moveTo>
                <a:lnTo>
                  <a:pt x="0" y="186055"/>
                </a:lnTo>
                <a:lnTo>
                  <a:pt x="0" y="155575"/>
                </a:lnTo>
                <a:lnTo>
                  <a:pt x="7619" y="155575"/>
                </a:lnTo>
                <a:lnTo>
                  <a:pt x="7619" y="186055"/>
                </a:lnTo>
                <a:close/>
              </a:path>
              <a:path w="5555615" h="5043805">
                <a:moveTo>
                  <a:pt x="7619" y="132715"/>
                </a:moveTo>
                <a:lnTo>
                  <a:pt x="0" y="132715"/>
                </a:lnTo>
                <a:lnTo>
                  <a:pt x="0" y="102235"/>
                </a:lnTo>
                <a:lnTo>
                  <a:pt x="7619" y="102235"/>
                </a:lnTo>
                <a:lnTo>
                  <a:pt x="7619" y="132715"/>
                </a:lnTo>
                <a:close/>
              </a:path>
              <a:path w="5555615" h="5043805">
                <a:moveTo>
                  <a:pt x="7619" y="79375"/>
                </a:moveTo>
                <a:lnTo>
                  <a:pt x="0" y="79375"/>
                </a:lnTo>
                <a:lnTo>
                  <a:pt x="0" y="48895"/>
                </a:lnTo>
                <a:lnTo>
                  <a:pt x="7619" y="48895"/>
                </a:lnTo>
                <a:lnTo>
                  <a:pt x="7619" y="79375"/>
                </a:lnTo>
                <a:close/>
              </a:path>
              <a:path w="5555615" h="5043805">
                <a:moveTo>
                  <a:pt x="7619" y="26035"/>
                </a:moveTo>
                <a:lnTo>
                  <a:pt x="0" y="26035"/>
                </a:lnTo>
                <a:lnTo>
                  <a:pt x="0" y="0"/>
                </a:lnTo>
                <a:lnTo>
                  <a:pt x="12064" y="0"/>
                </a:lnTo>
                <a:lnTo>
                  <a:pt x="12064" y="3810"/>
                </a:lnTo>
                <a:lnTo>
                  <a:pt x="7619" y="3810"/>
                </a:lnTo>
                <a:lnTo>
                  <a:pt x="3810" y="7620"/>
                </a:lnTo>
                <a:lnTo>
                  <a:pt x="7619" y="7620"/>
                </a:lnTo>
                <a:lnTo>
                  <a:pt x="7619" y="26035"/>
                </a:lnTo>
                <a:close/>
              </a:path>
              <a:path w="5555615" h="5043805">
                <a:moveTo>
                  <a:pt x="7619" y="7620"/>
                </a:moveTo>
                <a:lnTo>
                  <a:pt x="3810" y="7620"/>
                </a:lnTo>
                <a:lnTo>
                  <a:pt x="7619" y="3810"/>
                </a:lnTo>
                <a:lnTo>
                  <a:pt x="7619" y="7620"/>
                </a:lnTo>
                <a:close/>
              </a:path>
              <a:path w="5555615" h="5043805">
                <a:moveTo>
                  <a:pt x="12064" y="7620"/>
                </a:moveTo>
                <a:lnTo>
                  <a:pt x="7619" y="7620"/>
                </a:lnTo>
                <a:lnTo>
                  <a:pt x="7619" y="3810"/>
                </a:lnTo>
                <a:lnTo>
                  <a:pt x="12064" y="3810"/>
                </a:lnTo>
                <a:lnTo>
                  <a:pt x="12064" y="7620"/>
                </a:lnTo>
                <a:close/>
              </a:path>
              <a:path w="5555615" h="5043805">
                <a:moveTo>
                  <a:pt x="65404" y="7620"/>
                </a:moveTo>
                <a:lnTo>
                  <a:pt x="34925" y="7620"/>
                </a:lnTo>
                <a:lnTo>
                  <a:pt x="34925" y="0"/>
                </a:lnTo>
                <a:lnTo>
                  <a:pt x="65404" y="0"/>
                </a:lnTo>
                <a:lnTo>
                  <a:pt x="65404" y="7620"/>
                </a:lnTo>
                <a:close/>
              </a:path>
              <a:path w="5555615" h="5043805">
                <a:moveTo>
                  <a:pt x="118744" y="7620"/>
                </a:moveTo>
                <a:lnTo>
                  <a:pt x="88264" y="7620"/>
                </a:lnTo>
                <a:lnTo>
                  <a:pt x="88264" y="0"/>
                </a:lnTo>
                <a:lnTo>
                  <a:pt x="118744" y="0"/>
                </a:lnTo>
                <a:lnTo>
                  <a:pt x="118744" y="7620"/>
                </a:lnTo>
                <a:close/>
              </a:path>
              <a:path w="5555615" h="5043805">
                <a:moveTo>
                  <a:pt x="172085" y="7620"/>
                </a:moveTo>
                <a:lnTo>
                  <a:pt x="141605" y="7620"/>
                </a:lnTo>
                <a:lnTo>
                  <a:pt x="141605" y="0"/>
                </a:lnTo>
                <a:lnTo>
                  <a:pt x="172085" y="0"/>
                </a:lnTo>
                <a:lnTo>
                  <a:pt x="172085" y="7620"/>
                </a:lnTo>
                <a:close/>
              </a:path>
              <a:path w="5555615" h="5043805">
                <a:moveTo>
                  <a:pt x="225424" y="7620"/>
                </a:moveTo>
                <a:lnTo>
                  <a:pt x="194944" y="7620"/>
                </a:lnTo>
                <a:lnTo>
                  <a:pt x="194944" y="0"/>
                </a:lnTo>
                <a:lnTo>
                  <a:pt x="225424" y="0"/>
                </a:lnTo>
                <a:lnTo>
                  <a:pt x="225424" y="7620"/>
                </a:lnTo>
                <a:close/>
              </a:path>
              <a:path w="5555615" h="5043805">
                <a:moveTo>
                  <a:pt x="278764" y="7620"/>
                </a:moveTo>
                <a:lnTo>
                  <a:pt x="248285" y="7620"/>
                </a:lnTo>
                <a:lnTo>
                  <a:pt x="248285" y="0"/>
                </a:lnTo>
                <a:lnTo>
                  <a:pt x="278764" y="0"/>
                </a:lnTo>
                <a:lnTo>
                  <a:pt x="278764" y="7620"/>
                </a:lnTo>
                <a:close/>
              </a:path>
              <a:path w="5555615" h="5043805">
                <a:moveTo>
                  <a:pt x="332105" y="7620"/>
                </a:moveTo>
                <a:lnTo>
                  <a:pt x="301624" y="7620"/>
                </a:lnTo>
                <a:lnTo>
                  <a:pt x="301624" y="0"/>
                </a:lnTo>
                <a:lnTo>
                  <a:pt x="332105" y="0"/>
                </a:lnTo>
                <a:lnTo>
                  <a:pt x="332105" y="7620"/>
                </a:lnTo>
                <a:close/>
              </a:path>
              <a:path w="5555615" h="5043805">
                <a:moveTo>
                  <a:pt x="385444" y="7620"/>
                </a:moveTo>
                <a:lnTo>
                  <a:pt x="354964" y="7620"/>
                </a:lnTo>
                <a:lnTo>
                  <a:pt x="354964" y="0"/>
                </a:lnTo>
                <a:lnTo>
                  <a:pt x="385444" y="0"/>
                </a:lnTo>
                <a:lnTo>
                  <a:pt x="385444" y="7620"/>
                </a:lnTo>
                <a:close/>
              </a:path>
              <a:path w="5555615" h="5043805">
                <a:moveTo>
                  <a:pt x="438785" y="7620"/>
                </a:moveTo>
                <a:lnTo>
                  <a:pt x="408305" y="7620"/>
                </a:lnTo>
                <a:lnTo>
                  <a:pt x="408305" y="0"/>
                </a:lnTo>
                <a:lnTo>
                  <a:pt x="438785" y="0"/>
                </a:lnTo>
                <a:lnTo>
                  <a:pt x="438785" y="7620"/>
                </a:lnTo>
                <a:close/>
              </a:path>
              <a:path w="5555615" h="5043805">
                <a:moveTo>
                  <a:pt x="492124" y="7620"/>
                </a:moveTo>
                <a:lnTo>
                  <a:pt x="461644" y="7620"/>
                </a:lnTo>
                <a:lnTo>
                  <a:pt x="461644" y="0"/>
                </a:lnTo>
                <a:lnTo>
                  <a:pt x="492124" y="0"/>
                </a:lnTo>
                <a:lnTo>
                  <a:pt x="492124" y="7620"/>
                </a:lnTo>
                <a:close/>
              </a:path>
              <a:path w="5555615" h="5043805">
                <a:moveTo>
                  <a:pt x="545464" y="7620"/>
                </a:moveTo>
                <a:lnTo>
                  <a:pt x="514985" y="7620"/>
                </a:lnTo>
                <a:lnTo>
                  <a:pt x="514985" y="0"/>
                </a:lnTo>
                <a:lnTo>
                  <a:pt x="545464" y="0"/>
                </a:lnTo>
                <a:lnTo>
                  <a:pt x="545464" y="7620"/>
                </a:lnTo>
                <a:close/>
              </a:path>
              <a:path w="5555615" h="5043805">
                <a:moveTo>
                  <a:pt x="598805" y="7620"/>
                </a:moveTo>
                <a:lnTo>
                  <a:pt x="568324" y="7620"/>
                </a:lnTo>
                <a:lnTo>
                  <a:pt x="568324" y="0"/>
                </a:lnTo>
                <a:lnTo>
                  <a:pt x="598805" y="0"/>
                </a:lnTo>
                <a:lnTo>
                  <a:pt x="598805" y="7620"/>
                </a:lnTo>
                <a:close/>
              </a:path>
              <a:path w="5555615" h="5043805">
                <a:moveTo>
                  <a:pt x="652144" y="7620"/>
                </a:moveTo>
                <a:lnTo>
                  <a:pt x="621664" y="7620"/>
                </a:lnTo>
                <a:lnTo>
                  <a:pt x="621664" y="0"/>
                </a:lnTo>
                <a:lnTo>
                  <a:pt x="652144" y="0"/>
                </a:lnTo>
                <a:lnTo>
                  <a:pt x="652144" y="7620"/>
                </a:lnTo>
                <a:close/>
              </a:path>
              <a:path w="5555615" h="5043805">
                <a:moveTo>
                  <a:pt x="705485" y="7620"/>
                </a:moveTo>
                <a:lnTo>
                  <a:pt x="675005" y="7620"/>
                </a:lnTo>
                <a:lnTo>
                  <a:pt x="675005" y="0"/>
                </a:lnTo>
                <a:lnTo>
                  <a:pt x="705485" y="0"/>
                </a:lnTo>
                <a:lnTo>
                  <a:pt x="705485" y="7620"/>
                </a:lnTo>
                <a:close/>
              </a:path>
              <a:path w="5555615" h="5043805">
                <a:moveTo>
                  <a:pt x="758824" y="7620"/>
                </a:moveTo>
                <a:lnTo>
                  <a:pt x="728344" y="7620"/>
                </a:lnTo>
                <a:lnTo>
                  <a:pt x="728344" y="0"/>
                </a:lnTo>
                <a:lnTo>
                  <a:pt x="758824" y="0"/>
                </a:lnTo>
                <a:lnTo>
                  <a:pt x="758824" y="7620"/>
                </a:lnTo>
                <a:close/>
              </a:path>
              <a:path w="5555615" h="5043805">
                <a:moveTo>
                  <a:pt x="812164" y="7620"/>
                </a:moveTo>
                <a:lnTo>
                  <a:pt x="781685" y="7620"/>
                </a:lnTo>
                <a:lnTo>
                  <a:pt x="781685" y="0"/>
                </a:lnTo>
                <a:lnTo>
                  <a:pt x="812164" y="0"/>
                </a:lnTo>
                <a:lnTo>
                  <a:pt x="812164" y="7620"/>
                </a:lnTo>
                <a:close/>
              </a:path>
              <a:path w="5555615" h="5043805">
                <a:moveTo>
                  <a:pt x="865505" y="7620"/>
                </a:moveTo>
                <a:lnTo>
                  <a:pt x="835024" y="7620"/>
                </a:lnTo>
                <a:lnTo>
                  <a:pt x="835024" y="0"/>
                </a:lnTo>
                <a:lnTo>
                  <a:pt x="865505" y="0"/>
                </a:lnTo>
                <a:lnTo>
                  <a:pt x="865505" y="7620"/>
                </a:lnTo>
                <a:close/>
              </a:path>
              <a:path w="5555615" h="5043805">
                <a:moveTo>
                  <a:pt x="918844" y="7620"/>
                </a:moveTo>
                <a:lnTo>
                  <a:pt x="888364" y="7620"/>
                </a:lnTo>
                <a:lnTo>
                  <a:pt x="888364" y="0"/>
                </a:lnTo>
                <a:lnTo>
                  <a:pt x="918844" y="0"/>
                </a:lnTo>
                <a:lnTo>
                  <a:pt x="918844" y="7620"/>
                </a:lnTo>
                <a:close/>
              </a:path>
              <a:path w="5555615" h="5043805">
                <a:moveTo>
                  <a:pt x="972185" y="7620"/>
                </a:moveTo>
                <a:lnTo>
                  <a:pt x="941705" y="7620"/>
                </a:lnTo>
                <a:lnTo>
                  <a:pt x="941705" y="0"/>
                </a:lnTo>
                <a:lnTo>
                  <a:pt x="972185" y="0"/>
                </a:lnTo>
                <a:lnTo>
                  <a:pt x="972185" y="7620"/>
                </a:lnTo>
                <a:close/>
              </a:path>
              <a:path w="5555615" h="5043805">
                <a:moveTo>
                  <a:pt x="1025524" y="7620"/>
                </a:moveTo>
                <a:lnTo>
                  <a:pt x="995044" y="7620"/>
                </a:lnTo>
                <a:lnTo>
                  <a:pt x="995044" y="0"/>
                </a:lnTo>
                <a:lnTo>
                  <a:pt x="1025524" y="0"/>
                </a:lnTo>
                <a:lnTo>
                  <a:pt x="1025524" y="7620"/>
                </a:lnTo>
                <a:close/>
              </a:path>
              <a:path w="5555615" h="5043805">
                <a:moveTo>
                  <a:pt x="1078864" y="7620"/>
                </a:moveTo>
                <a:lnTo>
                  <a:pt x="1048385" y="7620"/>
                </a:lnTo>
                <a:lnTo>
                  <a:pt x="1048385" y="0"/>
                </a:lnTo>
                <a:lnTo>
                  <a:pt x="1078864" y="0"/>
                </a:lnTo>
                <a:lnTo>
                  <a:pt x="1078864" y="7620"/>
                </a:lnTo>
                <a:close/>
              </a:path>
              <a:path w="5555615" h="5043805">
                <a:moveTo>
                  <a:pt x="1132205" y="7620"/>
                </a:moveTo>
                <a:lnTo>
                  <a:pt x="1101724" y="7620"/>
                </a:lnTo>
                <a:lnTo>
                  <a:pt x="1101724" y="0"/>
                </a:lnTo>
                <a:lnTo>
                  <a:pt x="1132205" y="0"/>
                </a:lnTo>
                <a:lnTo>
                  <a:pt x="1132205" y="7620"/>
                </a:lnTo>
                <a:close/>
              </a:path>
              <a:path w="5555615" h="5043805">
                <a:moveTo>
                  <a:pt x="1185544" y="7620"/>
                </a:moveTo>
                <a:lnTo>
                  <a:pt x="1155064" y="7620"/>
                </a:lnTo>
                <a:lnTo>
                  <a:pt x="1155064" y="0"/>
                </a:lnTo>
                <a:lnTo>
                  <a:pt x="1185544" y="0"/>
                </a:lnTo>
                <a:lnTo>
                  <a:pt x="1185544" y="7620"/>
                </a:lnTo>
                <a:close/>
              </a:path>
              <a:path w="5555615" h="5043805">
                <a:moveTo>
                  <a:pt x="1238885" y="7620"/>
                </a:moveTo>
                <a:lnTo>
                  <a:pt x="1208405" y="7620"/>
                </a:lnTo>
                <a:lnTo>
                  <a:pt x="1208405" y="0"/>
                </a:lnTo>
                <a:lnTo>
                  <a:pt x="1238885" y="0"/>
                </a:lnTo>
                <a:lnTo>
                  <a:pt x="1238885" y="7620"/>
                </a:lnTo>
                <a:close/>
              </a:path>
              <a:path w="5555615" h="5043805">
                <a:moveTo>
                  <a:pt x="1292224" y="7620"/>
                </a:moveTo>
                <a:lnTo>
                  <a:pt x="1261744" y="7620"/>
                </a:lnTo>
                <a:lnTo>
                  <a:pt x="1261744" y="0"/>
                </a:lnTo>
                <a:lnTo>
                  <a:pt x="1292224" y="0"/>
                </a:lnTo>
                <a:lnTo>
                  <a:pt x="1292224" y="7620"/>
                </a:lnTo>
                <a:close/>
              </a:path>
              <a:path w="5555615" h="5043805">
                <a:moveTo>
                  <a:pt x="1345564" y="7620"/>
                </a:moveTo>
                <a:lnTo>
                  <a:pt x="1315085" y="7620"/>
                </a:lnTo>
                <a:lnTo>
                  <a:pt x="1315085" y="0"/>
                </a:lnTo>
                <a:lnTo>
                  <a:pt x="1345564" y="0"/>
                </a:lnTo>
                <a:lnTo>
                  <a:pt x="1345564" y="7620"/>
                </a:lnTo>
                <a:close/>
              </a:path>
              <a:path w="5555615" h="5043805">
                <a:moveTo>
                  <a:pt x="1398905" y="7620"/>
                </a:moveTo>
                <a:lnTo>
                  <a:pt x="1368424" y="7620"/>
                </a:lnTo>
                <a:lnTo>
                  <a:pt x="1368424" y="0"/>
                </a:lnTo>
                <a:lnTo>
                  <a:pt x="1398905" y="0"/>
                </a:lnTo>
                <a:lnTo>
                  <a:pt x="1398905" y="7620"/>
                </a:lnTo>
                <a:close/>
              </a:path>
              <a:path w="5555615" h="5043805">
                <a:moveTo>
                  <a:pt x="1452244" y="7620"/>
                </a:moveTo>
                <a:lnTo>
                  <a:pt x="1421764" y="7620"/>
                </a:lnTo>
                <a:lnTo>
                  <a:pt x="1421764" y="0"/>
                </a:lnTo>
                <a:lnTo>
                  <a:pt x="1452244" y="0"/>
                </a:lnTo>
                <a:lnTo>
                  <a:pt x="1452244" y="7620"/>
                </a:lnTo>
                <a:close/>
              </a:path>
              <a:path w="5555615" h="5043805">
                <a:moveTo>
                  <a:pt x="1505585" y="7620"/>
                </a:moveTo>
                <a:lnTo>
                  <a:pt x="1475105" y="7620"/>
                </a:lnTo>
                <a:lnTo>
                  <a:pt x="1475105" y="0"/>
                </a:lnTo>
                <a:lnTo>
                  <a:pt x="1505585" y="0"/>
                </a:lnTo>
                <a:lnTo>
                  <a:pt x="1505585" y="7620"/>
                </a:lnTo>
                <a:close/>
              </a:path>
              <a:path w="5555615" h="5043805">
                <a:moveTo>
                  <a:pt x="1558924" y="7620"/>
                </a:moveTo>
                <a:lnTo>
                  <a:pt x="1528444" y="7620"/>
                </a:lnTo>
                <a:lnTo>
                  <a:pt x="1528444" y="0"/>
                </a:lnTo>
                <a:lnTo>
                  <a:pt x="1558924" y="0"/>
                </a:lnTo>
                <a:lnTo>
                  <a:pt x="1558924" y="7620"/>
                </a:lnTo>
                <a:close/>
              </a:path>
              <a:path w="5555615" h="5043805">
                <a:moveTo>
                  <a:pt x="1612264" y="7620"/>
                </a:moveTo>
                <a:lnTo>
                  <a:pt x="1581785" y="7620"/>
                </a:lnTo>
                <a:lnTo>
                  <a:pt x="1581785" y="0"/>
                </a:lnTo>
                <a:lnTo>
                  <a:pt x="1612264" y="0"/>
                </a:lnTo>
                <a:lnTo>
                  <a:pt x="1612264" y="7620"/>
                </a:lnTo>
                <a:close/>
              </a:path>
              <a:path w="5555615" h="5043805">
                <a:moveTo>
                  <a:pt x="1665605" y="7620"/>
                </a:moveTo>
                <a:lnTo>
                  <a:pt x="1635124" y="7620"/>
                </a:lnTo>
                <a:lnTo>
                  <a:pt x="1635124" y="0"/>
                </a:lnTo>
                <a:lnTo>
                  <a:pt x="1665605" y="0"/>
                </a:lnTo>
                <a:lnTo>
                  <a:pt x="1665605" y="7620"/>
                </a:lnTo>
                <a:close/>
              </a:path>
              <a:path w="5555615" h="5043805">
                <a:moveTo>
                  <a:pt x="1718944" y="7620"/>
                </a:moveTo>
                <a:lnTo>
                  <a:pt x="1688464" y="7620"/>
                </a:lnTo>
                <a:lnTo>
                  <a:pt x="1688464" y="0"/>
                </a:lnTo>
                <a:lnTo>
                  <a:pt x="1718944" y="0"/>
                </a:lnTo>
                <a:lnTo>
                  <a:pt x="1718944" y="7620"/>
                </a:lnTo>
                <a:close/>
              </a:path>
              <a:path w="5555615" h="5043805">
                <a:moveTo>
                  <a:pt x="1772285" y="7620"/>
                </a:moveTo>
                <a:lnTo>
                  <a:pt x="1741805" y="7620"/>
                </a:lnTo>
                <a:lnTo>
                  <a:pt x="1741805" y="0"/>
                </a:lnTo>
                <a:lnTo>
                  <a:pt x="1772285" y="0"/>
                </a:lnTo>
                <a:lnTo>
                  <a:pt x="1772285" y="7620"/>
                </a:lnTo>
                <a:close/>
              </a:path>
              <a:path w="5555615" h="5043805">
                <a:moveTo>
                  <a:pt x="1825624" y="7620"/>
                </a:moveTo>
                <a:lnTo>
                  <a:pt x="1795144" y="7620"/>
                </a:lnTo>
                <a:lnTo>
                  <a:pt x="1795144" y="0"/>
                </a:lnTo>
                <a:lnTo>
                  <a:pt x="1825624" y="0"/>
                </a:lnTo>
                <a:lnTo>
                  <a:pt x="1825624" y="7620"/>
                </a:lnTo>
                <a:close/>
              </a:path>
              <a:path w="5555615" h="5043805">
                <a:moveTo>
                  <a:pt x="1878964" y="7620"/>
                </a:moveTo>
                <a:lnTo>
                  <a:pt x="1848485" y="7620"/>
                </a:lnTo>
                <a:lnTo>
                  <a:pt x="1848485" y="0"/>
                </a:lnTo>
                <a:lnTo>
                  <a:pt x="1878964" y="0"/>
                </a:lnTo>
                <a:lnTo>
                  <a:pt x="1878964" y="7620"/>
                </a:lnTo>
                <a:close/>
              </a:path>
              <a:path w="5555615" h="5043805">
                <a:moveTo>
                  <a:pt x="1932305" y="7620"/>
                </a:moveTo>
                <a:lnTo>
                  <a:pt x="1901824" y="7620"/>
                </a:lnTo>
                <a:lnTo>
                  <a:pt x="1901824" y="0"/>
                </a:lnTo>
                <a:lnTo>
                  <a:pt x="1932305" y="0"/>
                </a:lnTo>
                <a:lnTo>
                  <a:pt x="1932305" y="7620"/>
                </a:lnTo>
                <a:close/>
              </a:path>
              <a:path w="5555615" h="5043805">
                <a:moveTo>
                  <a:pt x="1985644" y="7620"/>
                </a:moveTo>
                <a:lnTo>
                  <a:pt x="1955164" y="7620"/>
                </a:lnTo>
                <a:lnTo>
                  <a:pt x="1955164" y="0"/>
                </a:lnTo>
                <a:lnTo>
                  <a:pt x="1985644" y="0"/>
                </a:lnTo>
                <a:lnTo>
                  <a:pt x="1985644" y="7620"/>
                </a:lnTo>
                <a:close/>
              </a:path>
              <a:path w="5555615" h="5043805">
                <a:moveTo>
                  <a:pt x="2038985" y="7620"/>
                </a:moveTo>
                <a:lnTo>
                  <a:pt x="2008505" y="7620"/>
                </a:lnTo>
                <a:lnTo>
                  <a:pt x="2008505" y="0"/>
                </a:lnTo>
                <a:lnTo>
                  <a:pt x="2038985" y="0"/>
                </a:lnTo>
                <a:lnTo>
                  <a:pt x="2038985" y="7620"/>
                </a:lnTo>
                <a:close/>
              </a:path>
              <a:path w="5555615" h="5043805">
                <a:moveTo>
                  <a:pt x="2092324" y="7620"/>
                </a:moveTo>
                <a:lnTo>
                  <a:pt x="2061844" y="7620"/>
                </a:lnTo>
                <a:lnTo>
                  <a:pt x="2061844" y="0"/>
                </a:lnTo>
                <a:lnTo>
                  <a:pt x="2092324" y="0"/>
                </a:lnTo>
                <a:lnTo>
                  <a:pt x="2092324" y="7620"/>
                </a:lnTo>
                <a:close/>
              </a:path>
              <a:path w="5555615" h="5043805">
                <a:moveTo>
                  <a:pt x="2145665" y="7620"/>
                </a:moveTo>
                <a:lnTo>
                  <a:pt x="2115185" y="7620"/>
                </a:lnTo>
                <a:lnTo>
                  <a:pt x="2115185" y="0"/>
                </a:lnTo>
                <a:lnTo>
                  <a:pt x="2145665" y="0"/>
                </a:lnTo>
                <a:lnTo>
                  <a:pt x="2145665" y="7620"/>
                </a:lnTo>
                <a:close/>
              </a:path>
              <a:path w="5555615" h="5043805">
                <a:moveTo>
                  <a:pt x="2199005" y="7620"/>
                </a:moveTo>
                <a:lnTo>
                  <a:pt x="2168524" y="7620"/>
                </a:lnTo>
                <a:lnTo>
                  <a:pt x="2168524" y="0"/>
                </a:lnTo>
                <a:lnTo>
                  <a:pt x="2199005" y="0"/>
                </a:lnTo>
                <a:lnTo>
                  <a:pt x="2199005" y="7620"/>
                </a:lnTo>
                <a:close/>
              </a:path>
              <a:path w="5555615" h="5043805">
                <a:moveTo>
                  <a:pt x="2252344" y="7620"/>
                </a:moveTo>
                <a:lnTo>
                  <a:pt x="2221865" y="7620"/>
                </a:lnTo>
                <a:lnTo>
                  <a:pt x="2221865" y="0"/>
                </a:lnTo>
                <a:lnTo>
                  <a:pt x="2252344" y="0"/>
                </a:lnTo>
                <a:lnTo>
                  <a:pt x="2252344" y="7620"/>
                </a:lnTo>
                <a:close/>
              </a:path>
              <a:path w="5555615" h="5043805">
                <a:moveTo>
                  <a:pt x="2305685" y="7620"/>
                </a:moveTo>
                <a:lnTo>
                  <a:pt x="2275205" y="7620"/>
                </a:lnTo>
                <a:lnTo>
                  <a:pt x="2275205" y="0"/>
                </a:lnTo>
                <a:lnTo>
                  <a:pt x="2305685" y="0"/>
                </a:lnTo>
                <a:lnTo>
                  <a:pt x="2305685" y="7620"/>
                </a:lnTo>
                <a:close/>
              </a:path>
              <a:path w="5555615" h="5043805">
                <a:moveTo>
                  <a:pt x="2359024" y="7620"/>
                </a:moveTo>
                <a:lnTo>
                  <a:pt x="2328544" y="7620"/>
                </a:lnTo>
                <a:lnTo>
                  <a:pt x="2328544" y="0"/>
                </a:lnTo>
                <a:lnTo>
                  <a:pt x="2359024" y="0"/>
                </a:lnTo>
                <a:lnTo>
                  <a:pt x="2359024" y="7620"/>
                </a:lnTo>
                <a:close/>
              </a:path>
              <a:path w="5555615" h="5043805">
                <a:moveTo>
                  <a:pt x="2412365" y="7620"/>
                </a:moveTo>
                <a:lnTo>
                  <a:pt x="2381885" y="7620"/>
                </a:lnTo>
                <a:lnTo>
                  <a:pt x="2381885" y="0"/>
                </a:lnTo>
                <a:lnTo>
                  <a:pt x="2412365" y="0"/>
                </a:lnTo>
                <a:lnTo>
                  <a:pt x="2412365" y="7620"/>
                </a:lnTo>
                <a:close/>
              </a:path>
              <a:path w="5555615" h="5043805">
                <a:moveTo>
                  <a:pt x="2465705" y="7620"/>
                </a:moveTo>
                <a:lnTo>
                  <a:pt x="2435224" y="7620"/>
                </a:lnTo>
                <a:lnTo>
                  <a:pt x="2435224" y="0"/>
                </a:lnTo>
                <a:lnTo>
                  <a:pt x="2465705" y="0"/>
                </a:lnTo>
                <a:lnTo>
                  <a:pt x="2465705" y="7620"/>
                </a:lnTo>
                <a:close/>
              </a:path>
              <a:path w="5555615" h="5043805">
                <a:moveTo>
                  <a:pt x="2519044" y="7620"/>
                </a:moveTo>
                <a:lnTo>
                  <a:pt x="2488565" y="7620"/>
                </a:lnTo>
                <a:lnTo>
                  <a:pt x="2488565" y="0"/>
                </a:lnTo>
                <a:lnTo>
                  <a:pt x="2519044" y="0"/>
                </a:lnTo>
                <a:lnTo>
                  <a:pt x="2519044" y="7620"/>
                </a:lnTo>
                <a:close/>
              </a:path>
              <a:path w="5555615" h="5043805">
                <a:moveTo>
                  <a:pt x="2572385" y="7620"/>
                </a:moveTo>
                <a:lnTo>
                  <a:pt x="2541905" y="7620"/>
                </a:lnTo>
                <a:lnTo>
                  <a:pt x="2541905" y="0"/>
                </a:lnTo>
                <a:lnTo>
                  <a:pt x="2572385" y="0"/>
                </a:lnTo>
                <a:lnTo>
                  <a:pt x="2572385" y="7620"/>
                </a:lnTo>
                <a:close/>
              </a:path>
              <a:path w="5555615" h="5043805">
                <a:moveTo>
                  <a:pt x="2625724" y="7620"/>
                </a:moveTo>
                <a:lnTo>
                  <a:pt x="2595244" y="7620"/>
                </a:lnTo>
                <a:lnTo>
                  <a:pt x="2595244" y="0"/>
                </a:lnTo>
                <a:lnTo>
                  <a:pt x="2625724" y="0"/>
                </a:lnTo>
                <a:lnTo>
                  <a:pt x="2625724" y="7620"/>
                </a:lnTo>
                <a:close/>
              </a:path>
              <a:path w="5555615" h="5043805">
                <a:moveTo>
                  <a:pt x="2679065" y="7620"/>
                </a:moveTo>
                <a:lnTo>
                  <a:pt x="2648585" y="7620"/>
                </a:lnTo>
                <a:lnTo>
                  <a:pt x="2648585" y="0"/>
                </a:lnTo>
                <a:lnTo>
                  <a:pt x="2679065" y="0"/>
                </a:lnTo>
                <a:lnTo>
                  <a:pt x="2679065" y="7620"/>
                </a:lnTo>
                <a:close/>
              </a:path>
              <a:path w="5555615" h="5043805">
                <a:moveTo>
                  <a:pt x="2732405" y="7620"/>
                </a:moveTo>
                <a:lnTo>
                  <a:pt x="2701924" y="7620"/>
                </a:lnTo>
                <a:lnTo>
                  <a:pt x="2701924" y="0"/>
                </a:lnTo>
                <a:lnTo>
                  <a:pt x="2732405" y="0"/>
                </a:lnTo>
                <a:lnTo>
                  <a:pt x="2732405" y="7620"/>
                </a:lnTo>
                <a:close/>
              </a:path>
              <a:path w="5555615" h="5043805">
                <a:moveTo>
                  <a:pt x="2785744" y="7620"/>
                </a:moveTo>
                <a:lnTo>
                  <a:pt x="2755265" y="7620"/>
                </a:lnTo>
                <a:lnTo>
                  <a:pt x="2755265" y="0"/>
                </a:lnTo>
                <a:lnTo>
                  <a:pt x="2785744" y="0"/>
                </a:lnTo>
                <a:lnTo>
                  <a:pt x="2785744" y="7620"/>
                </a:lnTo>
                <a:close/>
              </a:path>
              <a:path w="5555615" h="5043805">
                <a:moveTo>
                  <a:pt x="2839085" y="7620"/>
                </a:moveTo>
                <a:lnTo>
                  <a:pt x="2808605" y="7620"/>
                </a:lnTo>
                <a:lnTo>
                  <a:pt x="2808605" y="0"/>
                </a:lnTo>
                <a:lnTo>
                  <a:pt x="2839085" y="0"/>
                </a:lnTo>
                <a:lnTo>
                  <a:pt x="2839085" y="7620"/>
                </a:lnTo>
                <a:close/>
              </a:path>
              <a:path w="5555615" h="5043805">
                <a:moveTo>
                  <a:pt x="2892424" y="7620"/>
                </a:moveTo>
                <a:lnTo>
                  <a:pt x="2861944" y="7620"/>
                </a:lnTo>
                <a:lnTo>
                  <a:pt x="2861944" y="0"/>
                </a:lnTo>
                <a:lnTo>
                  <a:pt x="2892424" y="0"/>
                </a:lnTo>
                <a:lnTo>
                  <a:pt x="2892424" y="7620"/>
                </a:lnTo>
                <a:close/>
              </a:path>
              <a:path w="5555615" h="5043805">
                <a:moveTo>
                  <a:pt x="2945765" y="7620"/>
                </a:moveTo>
                <a:lnTo>
                  <a:pt x="2915285" y="7620"/>
                </a:lnTo>
                <a:lnTo>
                  <a:pt x="2915285" y="0"/>
                </a:lnTo>
                <a:lnTo>
                  <a:pt x="2945765" y="0"/>
                </a:lnTo>
                <a:lnTo>
                  <a:pt x="2945765" y="7620"/>
                </a:lnTo>
                <a:close/>
              </a:path>
              <a:path w="5555615" h="5043805">
                <a:moveTo>
                  <a:pt x="2999105" y="7620"/>
                </a:moveTo>
                <a:lnTo>
                  <a:pt x="2968624" y="7620"/>
                </a:lnTo>
                <a:lnTo>
                  <a:pt x="2968624" y="0"/>
                </a:lnTo>
                <a:lnTo>
                  <a:pt x="2999105" y="0"/>
                </a:lnTo>
                <a:lnTo>
                  <a:pt x="2999105" y="7620"/>
                </a:lnTo>
                <a:close/>
              </a:path>
              <a:path w="5555615" h="5043805">
                <a:moveTo>
                  <a:pt x="3052444" y="7620"/>
                </a:moveTo>
                <a:lnTo>
                  <a:pt x="3021965" y="7620"/>
                </a:lnTo>
                <a:lnTo>
                  <a:pt x="3021965" y="0"/>
                </a:lnTo>
                <a:lnTo>
                  <a:pt x="3052444" y="0"/>
                </a:lnTo>
                <a:lnTo>
                  <a:pt x="3052444" y="7620"/>
                </a:lnTo>
                <a:close/>
              </a:path>
              <a:path w="5555615" h="5043805">
                <a:moveTo>
                  <a:pt x="3105785" y="7620"/>
                </a:moveTo>
                <a:lnTo>
                  <a:pt x="3075305" y="7620"/>
                </a:lnTo>
                <a:lnTo>
                  <a:pt x="3075305" y="0"/>
                </a:lnTo>
                <a:lnTo>
                  <a:pt x="3105785" y="0"/>
                </a:lnTo>
                <a:lnTo>
                  <a:pt x="3105785" y="7620"/>
                </a:lnTo>
                <a:close/>
              </a:path>
              <a:path w="5555615" h="5043805">
                <a:moveTo>
                  <a:pt x="3159124" y="7620"/>
                </a:moveTo>
                <a:lnTo>
                  <a:pt x="3128644" y="7620"/>
                </a:lnTo>
                <a:lnTo>
                  <a:pt x="3128644" y="0"/>
                </a:lnTo>
                <a:lnTo>
                  <a:pt x="3159124" y="0"/>
                </a:lnTo>
                <a:lnTo>
                  <a:pt x="3159124" y="7620"/>
                </a:lnTo>
                <a:close/>
              </a:path>
              <a:path w="5555615" h="5043805">
                <a:moveTo>
                  <a:pt x="3212465" y="7620"/>
                </a:moveTo>
                <a:lnTo>
                  <a:pt x="3181985" y="7620"/>
                </a:lnTo>
                <a:lnTo>
                  <a:pt x="3181985" y="0"/>
                </a:lnTo>
                <a:lnTo>
                  <a:pt x="3212465" y="0"/>
                </a:lnTo>
                <a:lnTo>
                  <a:pt x="3212465" y="7620"/>
                </a:lnTo>
                <a:close/>
              </a:path>
              <a:path w="5555615" h="5043805">
                <a:moveTo>
                  <a:pt x="3265805" y="7620"/>
                </a:moveTo>
                <a:lnTo>
                  <a:pt x="3235324" y="7620"/>
                </a:lnTo>
                <a:lnTo>
                  <a:pt x="3235324" y="0"/>
                </a:lnTo>
                <a:lnTo>
                  <a:pt x="3265805" y="0"/>
                </a:lnTo>
                <a:lnTo>
                  <a:pt x="3265805" y="7620"/>
                </a:lnTo>
                <a:close/>
              </a:path>
              <a:path w="5555615" h="5043805">
                <a:moveTo>
                  <a:pt x="3319144" y="7620"/>
                </a:moveTo>
                <a:lnTo>
                  <a:pt x="3288665" y="7620"/>
                </a:lnTo>
                <a:lnTo>
                  <a:pt x="3288665" y="0"/>
                </a:lnTo>
                <a:lnTo>
                  <a:pt x="3319144" y="0"/>
                </a:lnTo>
                <a:lnTo>
                  <a:pt x="3319144" y="7620"/>
                </a:lnTo>
                <a:close/>
              </a:path>
              <a:path w="5555615" h="5043805">
                <a:moveTo>
                  <a:pt x="3372485" y="7620"/>
                </a:moveTo>
                <a:lnTo>
                  <a:pt x="3342005" y="7620"/>
                </a:lnTo>
                <a:lnTo>
                  <a:pt x="3342005" y="0"/>
                </a:lnTo>
                <a:lnTo>
                  <a:pt x="3372485" y="0"/>
                </a:lnTo>
                <a:lnTo>
                  <a:pt x="3372485" y="7620"/>
                </a:lnTo>
                <a:close/>
              </a:path>
              <a:path w="5555615" h="5043805">
                <a:moveTo>
                  <a:pt x="3425824" y="7620"/>
                </a:moveTo>
                <a:lnTo>
                  <a:pt x="3395344" y="7620"/>
                </a:lnTo>
                <a:lnTo>
                  <a:pt x="3395344" y="0"/>
                </a:lnTo>
                <a:lnTo>
                  <a:pt x="3425824" y="0"/>
                </a:lnTo>
                <a:lnTo>
                  <a:pt x="3425824" y="7620"/>
                </a:lnTo>
                <a:close/>
              </a:path>
              <a:path w="5555615" h="5043805">
                <a:moveTo>
                  <a:pt x="3479165" y="7620"/>
                </a:moveTo>
                <a:lnTo>
                  <a:pt x="3448685" y="7620"/>
                </a:lnTo>
                <a:lnTo>
                  <a:pt x="3448685" y="0"/>
                </a:lnTo>
                <a:lnTo>
                  <a:pt x="3479165" y="0"/>
                </a:lnTo>
                <a:lnTo>
                  <a:pt x="3479165" y="7620"/>
                </a:lnTo>
                <a:close/>
              </a:path>
              <a:path w="5555615" h="5043805">
                <a:moveTo>
                  <a:pt x="3532505" y="7620"/>
                </a:moveTo>
                <a:lnTo>
                  <a:pt x="3502024" y="7620"/>
                </a:lnTo>
                <a:lnTo>
                  <a:pt x="3502024" y="0"/>
                </a:lnTo>
                <a:lnTo>
                  <a:pt x="3532505" y="0"/>
                </a:lnTo>
                <a:lnTo>
                  <a:pt x="3532505" y="7620"/>
                </a:lnTo>
                <a:close/>
              </a:path>
              <a:path w="5555615" h="5043805">
                <a:moveTo>
                  <a:pt x="3585844" y="7620"/>
                </a:moveTo>
                <a:lnTo>
                  <a:pt x="3555365" y="7620"/>
                </a:lnTo>
                <a:lnTo>
                  <a:pt x="3555365" y="0"/>
                </a:lnTo>
                <a:lnTo>
                  <a:pt x="3585844" y="0"/>
                </a:lnTo>
                <a:lnTo>
                  <a:pt x="3585844" y="7620"/>
                </a:lnTo>
                <a:close/>
              </a:path>
              <a:path w="5555615" h="5043805">
                <a:moveTo>
                  <a:pt x="3639185" y="7620"/>
                </a:moveTo>
                <a:lnTo>
                  <a:pt x="3608705" y="7620"/>
                </a:lnTo>
                <a:lnTo>
                  <a:pt x="3608705" y="0"/>
                </a:lnTo>
                <a:lnTo>
                  <a:pt x="3639185" y="0"/>
                </a:lnTo>
                <a:lnTo>
                  <a:pt x="3639185" y="7620"/>
                </a:lnTo>
                <a:close/>
              </a:path>
              <a:path w="5555615" h="5043805">
                <a:moveTo>
                  <a:pt x="3692524" y="7620"/>
                </a:moveTo>
                <a:lnTo>
                  <a:pt x="3662044" y="7620"/>
                </a:lnTo>
                <a:lnTo>
                  <a:pt x="3662044" y="0"/>
                </a:lnTo>
                <a:lnTo>
                  <a:pt x="3692524" y="0"/>
                </a:lnTo>
                <a:lnTo>
                  <a:pt x="3692524" y="7620"/>
                </a:lnTo>
                <a:close/>
              </a:path>
              <a:path w="5555615" h="5043805">
                <a:moveTo>
                  <a:pt x="3745865" y="7620"/>
                </a:moveTo>
                <a:lnTo>
                  <a:pt x="3715385" y="7620"/>
                </a:lnTo>
                <a:lnTo>
                  <a:pt x="3715385" y="0"/>
                </a:lnTo>
                <a:lnTo>
                  <a:pt x="3745865" y="0"/>
                </a:lnTo>
                <a:lnTo>
                  <a:pt x="3745865" y="7620"/>
                </a:lnTo>
                <a:close/>
              </a:path>
              <a:path w="5555615" h="5043805">
                <a:moveTo>
                  <a:pt x="3799205" y="7620"/>
                </a:moveTo>
                <a:lnTo>
                  <a:pt x="3768724" y="7620"/>
                </a:lnTo>
                <a:lnTo>
                  <a:pt x="3768724" y="0"/>
                </a:lnTo>
                <a:lnTo>
                  <a:pt x="3799205" y="0"/>
                </a:lnTo>
                <a:lnTo>
                  <a:pt x="3799205" y="7620"/>
                </a:lnTo>
                <a:close/>
              </a:path>
              <a:path w="5555615" h="5043805">
                <a:moveTo>
                  <a:pt x="3852544" y="7620"/>
                </a:moveTo>
                <a:lnTo>
                  <a:pt x="3822065" y="7620"/>
                </a:lnTo>
                <a:lnTo>
                  <a:pt x="3822065" y="0"/>
                </a:lnTo>
                <a:lnTo>
                  <a:pt x="3852544" y="0"/>
                </a:lnTo>
                <a:lnTo>
                  <a:pt x="3852544" y="7620"/>
                </a:lnTo>
                <a:close/>
              </a:path>
              <a:path w="5555615" h="5043805">
                <a:moveTo>
                  <a:pt x="3905885" y="7620"/>
                </a:moveTo>
                <a:lnTo>
                  <a:pt x="3875405" y="7620"/>
                </a:lnTo>
                <a:lnTo>
                  <a:pt x="3875405" y="0"/>
                </a:lnTo>
                <a:lnTo>
                  <a:pt x="3905885" y="0"/>
                </a:lnTo>
                <a:lnTo>
                  <a:pt x="3905885" y="7620"/>
                </a:lnTo>
                <a:close/>
              </a:path>
              <a:path w="5555615" h="5043805">
                <a:moveTo>
                  <a:pt x="3959224" y="7620"/>
                </a:moveTo>
                <a:lnTo>
                  <a:pt x="3928744" y="7620"/>
                </a:lnTo>
                <a:lnTo>
                  <a:pt x="3928744" y="0"/>
                </a:lnTo>
                <a:lnTo>
                  <a:pt x="3959224" y="0"/>
                </a:lnTo>
                <a:lnTo>
                  <a:pt x="3959224" y="7620"/>
                </a:lnTo>
                <a:close/>
              </a:path>
              <a:path w="5555615" h="5043805">
                <a:moveTo>
                  <a:pt x="4012565" y="7620"/>
                </a:moveTo>
                <a:lnTo>
                  <a:pt x="3982085" y="7620"/>
                </a:lnTo>
                <a:lnTo>
                  <a:pt x="3982085" y="0"/>
                </a:lnTo>
                <a:lnTo>
                  <a:pt x="4012565" y="0"/>
                </a:lnTo>
                <a:lnTo>
                  <a:pt x="4012565" y="7620"/>
                </a:lnTo>
                <a:close/>
              </a:path>
              <a:path w="5555615" h="5043805">
                <a:moveTo>
                  <a:pt x="4065905" y="7620"/>
                </a:moveTo>
                <a:lnTo>
                  <a:pt x="4035424" y="7620"/>
                </a:lnTo>
                <a:lnTo>
                  <a:pt x="4035424" y="0"/>
                </a:lnTo>
                <a:lnTo>
                  <a:pt x="4065905" y="0"/>
                </a:lnTo>
                <a:lnTo>
                  <a:pt x="4065905" y="7620"/>
                </a:lnTo>
                <a:close/>
              </a:path>
              <a:path w="5555615" h="5043805">
                <a:moveTo>
                  <a:pt x="4119244" y="7620"/>
                </a:moveTo>
                <a:lnTo>
                  <a:pt x="4088765" y="7620"/>
                </a:lnTo>
                <a:lnTo>
                  <a:pt x="4088765" y="0"/>
                </a:lnTo>
                <a:lnTo>
                  <a:pt x="4119244" y="0"/>
                </a:lnTo>
                <a:lnTo>
                  <a:pt x="4119244" y="7620"/>
                </a:lnTo>
                <a:close/>
              </a:path>
              <a:path w="5555615" h="5043805">
                <a:moveTo>
                  <a:pt x="4172585" y="7620"/>
                </a:moveTo>
                <a:lnTo>
                  <a:pt x="4142105" y="7620"/>
                </a:lnTo>
                <a:lnTo>
                  <a:pt x="4142105" y="0"/>
                </a:lnTo>
                <a:lnTo>
                  <a:pt x="4172585" y="0"/>
                </a:lnTo>
                <a:lnTo>
                  <a:pt x="4172585" y="7620"/>
                </a:lnTo>
                <a:close/>
              </a:path>
              <a:path w="5555615" h="5043805">
                <a:moveTo>
                  <a:pt x="4225924" y="7620"/>
                </a:moveTo>
                <a:lnTo>
                  <a:pt x="4195445" y="7620"/>
                </a:lnTo>
                <a:lnTo>
                  <a:pt x="4195445" y="0"/>
                </a:lnTo>
                <a:lnTo>
                  <a:pt x="4225924" y="0"/>
                </a:lnTo>
                <a:lnTo>
                  <a:pt x="4225924" y="7620"/>
                </a:lnTo>
                <a:close/>
              </a:path>
              <a:path w="5555615" h="5043805">
                <a:moveTo>
                  <a:pt x="4279265" y="7620"/>
                </a:moveTo>
                <a:lnTo>
                  <a:pt x="4248785" y="7620"/>
                </a:lnTo>
                <a:lnTo>
                  <a:pt x="4248785" y="0"/>
                </a:lnTo>
                <a:lnTo>
                  <a:pt x="4279265" y="0"/>
                </a:lnTo>
                <a:lnTo>
                  <a:pt x="4279265" y="7620"/>
                </a:lnTo>
                <a:close/>
              </a:path>
              <a:path w="5555615" h="5043805">
                <a:moveTo>
                  <a:pt x="4332605" y="7620"/>
                </a:moveTo>
                <a:lnTo>
                  <a:pt x="4302124" y="7620"/>
                </a:lnTo>
                <a:lnTo>
                  <a:pt x="4302124" y="0"/>
                </a:lnTo>
                <a:lnTo>
                  <a:pt x="4332605" y="0"/>
                </a:lnTo>
                <a:lnTo>
                  <a:pt x="4332605" y="7620"/>
                </a:lnTo>
                <a:close/>
              </a:path>
              <a:path w="5555615" h="5043805">
                <a:moveTo>
                  <a:pt x="4385945" y="7620"/>
                </a:moveTo>
                <a:lnTo>
                  <a:pt x="4355465" y="7620"/>
                </a:lnTo>
                <a:lnTo>
                  <a:pt x="4355465" y="0"/>
                </a:lnTo>
                <a:lnTo>
                  <a:pt x="4385945" y="0"/>
                </a:lnTo>
                <a:lnTo>
                  <a:pt x="4385945" y="7620"/>
                </a:lnTo>
                <a:close/>
              </a:path>
              <a:path w="5555615" h="5043805">
                <a:moveTo>
                  <a:pt x="4439285" y="7620"/>
                </a:moveTo>
                <a:lnTo>
                  <a:pt x="4408805" y="7620"/>
                </a:lnTo>
                <a:lnTo>
                  <a:pt x="4408805" y="0"/>
                </a:lnTo>
                <a:lnTo>
                  <a:pt x="4439285" y="0"/>
                </a:lnTo>
                <a:lnTo>
                  <a:pt x="4439285" y="7620"/>
                </a:lnTo>
                <a:close/>
              </a:path>
              <a:path w="5555615" h="5043805">
                <a:moveTo>
                  <a:pt x="4492624" y="7620"/>
                </a:moveTo>
                <a:lnTo>
                  <a:pt x="4462145" y="7620"/>
                </a:lnTo>
                <a:lnTo>
                  <a:pt x="4462145" y="0"/>
                </a:lnTo>
                <a:lnTo>
                  <a:pt x="4492624" y="0"/>
                </a:lnTo>
                <a:lnTo>
                  <a:pt x="4492624" y="7620"/>
                </a:lnTo>
                <a:close/>
              </a:path>
              <a:path w="5555615" h="5043805">
                <a:moveTo>
                  <a:pt x="4545965" y="7620"/>
                </a:moveTo>
                <a:lnTo>
                  <a:pt x="4515485" y="7620"/>
                </a:lnTo>
                <a:lnTo>
                  <a:pt x="4515485" y="0"/>
                </a:lnTo>
                <a:lnTo>
                  <a:pt x="4545965" y="0"/>
                </a:lnTo>
                <a:lnTo>
                  <a:pt x="4545965" y="7620"/>
                </a:lnTo>
                <a:close/>
              </a:path>
              <a:path w="5555615" h="5043805">
                <a:moveTo>
                  <a:pt x="4599305" y="7620"/>
                </a:moveTo>
                <a:lnTo>
                  <a:pt x="4568824" y="7620"/>
                </a:lnTo>
                <a:lnTo>
                  <a:pt x="4568824" y="0"/>
                </a:lnTo>
                <a:lnTo>
                  <a:pt x="4599305" y="0"/>
                </a:lnTo>
                <a:lnTo>
                  <a:pt x="4599305" y="7620"/>
                </a:lnTo>
                <a:close/>
              </a:path>
              <a:path w="5555615" h="5043805">
                <a:moveTo>
                  <a:pt x="4652645" y="7620"/>
                </a:moveTo>
                <a:lnTo>
                  <a:pt x="4622165" y="7620"/>
                </a:lnTo>
                <a:lnTo>
                  <a:pt x="4622165" y="0"/>
                </a:lnTo>
                <a:lnTo>
                  <a:pt x="4652645" y="0"/>
                </a:lnTo>
                <a:lnTo>
                  <a:pt x="4652645" y="7620"/>
                </a:lnTo>
                <a:close/>
              </a:path>
              <a:path w="5555615" h="5043805">
                <a:moveTo>
                  <a:pt x="4705985" y="7620"/>
                </a:moveTo>
                <a:lnTo>
                  <a:pt x="4675505" y="7620"/>
                </a:lnTo>
                <a:lnTo>
                  <a:pt x="4675505" y="0"/>
                </a:lnTo>
                <a:lnTo>
                  <a:pt x="4705985" y="0"/>
                </a:lnTo>
                <a:lnTo>
                  <a:pt x="4705985" y="7620"/>
                </a:lnTo>
                <a:close/>
              </a:path>
              <a:path w="5555615" h="5043805">
                <a:moveTo>
                  <a:pt x="4759324" y="7620"/>
                </a:moveTo>
                <a:lnTo>
                  <a:pt x="4728845" y="7620"/>
                </a:lnTo>
                <a:lnTo>
                  <a:pt x="4728845" y="0"/>
                </a:lnTo>
                <a:lnTo>
                  <a:pt x="4759324" y="0"/>
                </a:lnTo>
                <a:lnTo>
                  <a:pt x="4759324" y="7620"/>
                </a:lnTo>
                <a:close/>
              </a:path>
              <a:path w="5555615" h="5043805">
                <a:moveTo>
                  <a:pt x="4812665" y="7620"/>
                </a:moveTo>
                <a:lnTo>
                  <a:pt x="4782185" y="7620"/>
                </a:lnTo>
                <a:lnTo>
                  <a:pt x="4782185" y="0"/>
                </a:lnTo>
                <a:lnTo>
                  <a:pt x="4812665" y="0"/>
                </a:lnTo>
                <a:lnTo>
                  <a:pt x="4812665" y="7620"/>
                </a:lnTo>
                <a:close/>
              </a:path>
              <a:path w="5555615" h="5043805">
                <a:moveTo>
                  <a:pt x="4866005" y="7620"/>
                </a:moveTo>
                <a:lnTo>
                  <a:pt x="4835524" y="7620"/>
                </a:lnTo>
                <a:lnTo>
                  <a:pt x="4835524" y="0"/>
                </a:lnTo>
                <a:lnTo>
                  <a:pt x="4866005" y="0"/>
                </a:lnTo>
                <a:lnTo>
                  <a:pt x="4866005" y="7620"/>
                </a:lnTo>
                <a:close/>
              </a:path>
              <a:path w="5555615" h="5043805">
                <a:moveTo>
                  <a:pt x="4919345" y="7620"/>
                </a:moveTo>
                <a:lnTo>
                  <a:pt x="4888865" y="7620"/>
                </a:lnTo>
                <a:lnTo>
                  <a:pt x="4888865" y="0"/>
                </a:lnTo>
                <a:lnTo>
                  <a:pt x="4919345" y="0"/>
                </a:lnTo>
                <a:lnTo>
                  <a:pt x="4919345" y="7620"/>
                </a:lnTo>
                <a:close/>
              </a:path>
              <a:path w="5555615" h="5043805">
                <a:moveTo>
                  <a:pt x="4972685" y="7620"/>
                </a:moveTo>
                <a:lnTo>
                  <a:pt x="4942205" y="7620"/>
                </a:lnTo>
                <a:lnTo>
                  <a:pt x="4942205" y="0"/>
                </a:lnTo>
                <a:lnTo>
                  <a:pt x="4972685" y="0"/>
                </a:lnTo>
                <a:lnTo>
                  <a:pt x="4972685" y="7620"/>
                </a:lnTo>
                <a:close/>
              </a:path>
              <a:path w="5555615" h="5043805">
                <a:moveTo>
                  <a:pt x="5026024" y="7620"/>
                </a:moveTo>
                <a:lnTo>
                  <a:pt x="4995545" y="7620"/>
                </a:lnTo>
                <a:lnTo>
                  <a:pt x="4995545" y="0"/>
                </a:lnTo>
                <a:lnTo>
                  <a:pt x="5026024" y="0"/>
                </a:lnTo>
                <a:lnTo>
                  <a:pt x="5026024" y="7620"/>
                </a:lnTo>
                <a:close/>
              </a:path>
              <a:path w="5555615" h="5043805">
                <a:moveTo>
                  <a:pt x="5079365" y="7620"/>
                </a:moveTo>
                <a:lnTo>
                  <a:pt x="5048885" y="7620"/>
                </a:lnTo>
                <a:lnTo>
                  <a:pt x="5048885" y="0"/>
                </a:lnTo>
                <a:lnTo>
                  <a:pt x="5079365" y="0"/>
                </a:lnTo>
                <a:lnTo>
                  <a:pt x="5079365" y="7620"/>
                </a:lnTo>
                <a:close/>
              </a:path>
              <a:path w="5555615" h="5043805">
                <a:moveTo>
                  <a:pt x="5132705" y="7620"/>
                </a:moveTo>
                <a:lnTo>
                  <a:pt x="5102224" y="7620"/>
                </a:lnTo>
                <a:lnTo>
                  <a:pt x="5102224" y="0"/>
                </a:lnTo>
                <a:lnTo>
                  <a:pt x="5132705" y="0"/>
                </a:lnTo>
                <a:lnTo>
                  <a:pt x="5132705" y="7620"/>
                </a:lnTo>
                <a:close/>
              </a:path>
              <a:path w="5555615" h="5043805">
                <a:moveTo>
                  <a:pt x="5186045" y="7620"/>
                </a:moveTo>
                <a:lnTo>
                  <a:pt x="5155565" y="7620"/>
                </a:lnTo>
                <a:lnTo>
                  <a:pt x="5155565" y="0"/>
                </a:lnTo>
                <a:lnTo>
                  <a:pt x="5186045" y="0"/>
                </a:lnTo>
                <a:lnTo>
                  <a:pt x="5186045" y="7620"/>
                </a:lnTo>
                <a:close/>
              </a:path>
              <a:path w="5555615" h="5043805">
                <a:moveTo>
                  <a:pt x="5239385" y="7620"/>
                </a:moveTo>
                <a:lnTo>
                  <a:pt x="5208905" y="7620"/>
                </a:lnTo>
                <a:lnTo>
                  <a:pt x="5208905" y="0"/>
                </a:lnTo>
                <a:lnTo>
                  <a:pt x="5239385" y="0"/>
                </a:lnTo>
                <a:lnTo>
                  <a:pt x="5239385" y="7620"/>
                </a:lnTo>
                <a:close/>
              </a:path>
              <a:path w="5555615" h="5043805">
                <a:moveTo>
                  <a:pt x="5292724" y="7620"/>
                </a:moveTo>
                <a:lnTo>
                  <a:pt x="5262245" y="7620"/>
                </a:lnTo>
                <a:lnTo>
                  <a:pt x="5262245" y="0"/>
                </a:lnTo>
                <a:lnTo>
                  <a:pt x="5292724" y="0"/>
                </a:lnTo>
                <a:lnTo>
                  <a:pt x="5292724" y="7620"/>
                </a:lnTo>
                <a:close/>
              </a:path>
              <a:path w="5555615" h="5043805">
                <a:moveTo>
                  <a:pt x="5346065" y="7620"/>
                </a:moveTo>
                <a:lnTo>
                  <a:pt x="5315585" y="7620"/>
                </a:lnTo>
                <a:lnTo>
                  <a:pt x="5315585" y="0"/>
                </a:lnTo>
                <a:lnTo>
                  <a:pt x="5346065" y="0"/>
                </a:lnTo>
                <a:lnTo>
                  <a:pt x="5346065" y="7620"/>
                </a:lnTo>
                <a:close/>
              </a:path>
              <a:path w="5555615" h="5043805">
                <a:moveTo>
                  <a:pt x="5399405" y="7620"/>
                </a:moveTo>
                <a:lnTo>
                  <a:pt x="5368924" y="7620"/>
                </a:lnTo>
                <a:lnTo>
                  <a:pt x="5368924" y="0"/>
                </a:lnTo>
                <a:lnTo>
                  <a:pt x="5399405" y="0"/>
                </a:lnTo>
                <a:lnTo>
                  <a:pt x="5399405" y="7620"/>
                </a:lnTo>
                <a:close/>
              </a:path>
              <a:path w="5555615" h="5043805">
                <a:moveTo>
                  <a:pt x="5452745" y="7620"/>
                </a:moveTo>
                <a:lnTo>
                  <a:pt x="5422265" y="7620"/>
                </a:lnTo>
                <a:lnTo>
                  <a:pt x="5422265" y="0"/>
                </a:lnTo>
                <a:lnTo>
                  <a:pt x="5452745" y="0"/>
                </a:lnTo>
                <a:lnTo>
                  <a:pt x="5452745" y="7620"/>
                </a:lnTo>
                <a:close/>
              </a:path>
              <a:path w="5555615" h="5043805">
                <a:moveTo>
                  <a:pt x="5506085" y="7620"/>
                </a:moveTo>
                <a:lnTo>
                  <a:pt x="5475605" y="7620"/>
                </a:lnTo>
                <a:lnTo>
                  <a:pt x="5475605" y="0"/>
                </a:lnTo>
                <a:lnTo>
                  <a:pt x="5506085" y="0"/>
                </a:lnTo>
                <a:lnTo>
                  <a:pt x="5506085" y="7620"/>
                </a:lnTo>
                <a:close/>
              </a:path>
              <a:path w="5555615" h="5043805">
                <a:moveTo>
                  <a:pt x="5547995" y="7620"/>
                </a:moveTo>
                <a:lnTo>
                  <a:pt x="5528945" y="7620"/>
                </a:lnTo>
                <a:lnTo>
                  <a:pt x="5528945" y="0"/>
                </a:lnTo>
                <a:lnTo>
                  <a:pt x="5555615" y="0"/>
                </a:lnTo>
                <a:lnTo>
                  <a:pt x="5555615" y="3810"/>
                </a:lnTo>
                <a:lnTo>
                  <a:pt x="5547995" y="3810"/>
                </a:lnTo>
                <a:lnTo>
                  <a:pt x="5547995" y="7620"/>
                </a:lnTo>
                <a:close/>
              </a:path>
              <a:path w="5555615" h="5043805">
                <a:moveTo>
                  <a:pt x="5555615" y="11430"/>
                </a:moveTo>
                <a:lnTo>
                  <a:pt x="5547995" y="11430"/>
                </a:lnTo>
                <a:lnTo>
                  <a:pt x="5547995" y="3810"/>
                </a:lnTo>
                <a:lnTo>
                  <a:pt x="5551805" y="7620"/>
                </a:lnTo>
                <a:lnTo>
                  <a:pt x="5555615" y="7620"/>
                </a:lnTo>
                <a:lnTo>
                  <a:pt x="5555615" y="11430"/>
                </a:lnTo>
                <a:close/>
              </a:path>
              <a:path w="5555615" h="5043805">
                <a:moveTo>
                  <a:pt x="5555615" y="7620"/>
                </a:moveTo>
                <a:lnTo>
                  <a:pt x="5551805" y="7620"/>
                </a:lnTo>
                <a:lnTo>
                  <a:pt x="5547995" y="3810"/>
                </a:lnTo>
                <a:lnTo>
                  <a:pt x="5555615" y="3810"/>
                </a:lnTo>
                <a:lnTo>
                  <a:pt x="5555615" y="7620"/>
                </a:lnTo>
                <a:close/>
              </a:path>
              <a:path w="5555615" h="5043805">
                <a:moveTo>
                  <a:pt x="5555615" y="64770"/>
                </a:moveTo>
                <a:lnTo>
                  <a:pt x="5547995" y="64770"/>
                </a:lnTo>
                <a:lnTo>
                  <a:pt x="5547995" y="34290"/>
                </a:lnTo>
                <a:lnTo>
                  <a:pt x="5555615" y="34290"/>
                </a:lnTo>
                <a:lnTo>
                  <a:pt x="5555615" y="64770"/>
                </a:lnTo>
                <a:close/>
              </a:path>
              <a:path w="5555615" h="5043805">
                <a:moveTo>
                  <a:pt x="5555615" y="118110"/>
                </a:moveTo>
                <a:lnTo>
                  <a:pt x="5547995" y="118110"/>
                </a:lnTo>
                <a:lnTo>
                  <a:pt x="5547995" y="87630"/>
                </a:lnTo>
                <a:lnTo>
                  <a:pt x="5555615" y="87630"/>
                </a:lnTo>
                <a:lnTo>
                  <a:pt x="5555615" y="118110"/>
                </a:lnTo>
                <a:close/>
              </a:path>
              <a:path w="5555615" h="5043805">
                <a:moveTo>
                  <a:pt x="5555615" y="171450"/>
                </a:moveTo>
                <a:lnTo>
                  <a:pt x="5547995" y="171450"/>
                </a:lnTo>
                <a:lnTo>
                  <a:pt x="5547995" y="140970"/>
                </a:lnTo>
                <a:lnTo>
                  <a:pt x="5555615" y="140970"/>
                </a:lnTo>
                <a:lnTo>
                  <a:pt x="5555615" y="171450"/>
                </a:lnTo>
                <a:close/>
              </a:path>
              <a:path w="5555615" h="5043805">
                <a:moveTo>
                  <a:pt x="5555615" y="224790"/>
                </a:moveTo>
                <a:lnTo>
                  <a:pt x="5547995" y="224790"/>
                </a:lnTo>
                <a:lnTo>
                  <a:pt x="5547995" y="194310"/>
                </a:lnTo>
                <a:lnTo>
                  <a:pt x="5555615" y="194310"/>
                </a:lnTo>
                <a:lnTo>
                  <a:pt x="5555615" y="224790"/>
                </a:lnTo>
                <a:close/>
              </a:path>
              <a:path w="5555615" h="5043805">
                <a:moveTo>
                  <a:pt x="5555615" y="278130"/>
                </a:moveTo>
                <a:lnTo>
                  <a:pt x="5547995" y="278130"/>
                </a:lnTo>
                <a:lnTo>
                  <a:pt x="5547995" y="247650"/>
                </a:lnTo>
                <a:lnTo>
                  <a:pt x="5555615" y="247650"/>
                </a:lnTo>
                <a:lnTo>
                  <a:pt x="5555615" y="278130"/>
                </a:lnTo>
                <a:close/>
              </a:path>
              <a:path w="5555615" h="5043805">
                <a:moveTo>
                  <a:pt x="5555615" y="331470"/>
                </a:moveTo>
                <a:lnTo>
                  <a:pt x="5547995" y="331470"/>
                </a:lnTo>
                <a:lnTo>
                  <a:pt x="5547995" y="300990"/>
                </a:lnTo>
                <a:lnTo>
                  <a:pt x="5555615" y="300990"/>
                </a:lnTo>
                <a:lnTo>
                  <a:pt x="5555615" y="331470"/>
                </a:lnTo>
                <a:close/>
              </a:path>
              <a:path w="5555615" h="5043805">
                <a:moveTo>
                  <a:pt x="5555615" y="384810"/>
                </a:moveTo>
                <a:lnTo>
                  <a:pt x="5547995" y="384810"/>
                </a:lnTo>
                <a:lnTo>
                  <a:pt x="5547995" y="354330"/>
                </a:lnTo>
                <a:lnTo>
                  <a:pt x="5555615" y="354330"/>
                </a:lnTo>
                <a:lnTo>
                  <a:pt x="5555615" y="384810"/>
                </a:lnTo>
                <a:close/>
              </a:path>
              <a:path w="5555615" h="5043805">
                <a:moveTo>
                  <a:pt x="5555615" y="438150"/>
                </a:moveTo>
                <a:lnTo>
                  <a:pt x="5547995" y="438150"/>
                </a:lnTo>
                <a:lnTo>
                  <a:pt x="5547995" y="407670"/>
                </a:lnTo>
                <a:lnTo>
                  <a:pt x="5555615" y="407670"/>
                </a:lnTo>
                <a:lnTo>
                  <a:pt x="5555615" y="438150"/>
                </a:lnTo>
                <a:close/>
              </a:path>
              <a:path w="5555615" h="5043805">
                <a:moveTo>
                  <a:pt x="5555615" y="491490"/>
                </a:moveTo>
                <a:lnTo>
                  <a:pt x="5547995" y="491490"/>
                </a:lnTo>
                <a:lnTo>
                  <a:pt x="5547995" y="461010"/>
                </a:lnTo>
                <a:lnTo>
                  <a:pt x="5555615" y="461010"/>
                </a:lnTo>
                <a:lnTo>
                  <a:pt x="5555615" y="491490"/>
                </a:lnTo>
                <a:close/>
              </a:path>
              <a:path w="5555615" h="5043805">
                <a:moveTo>
                  <a:pt x="5555615" y="544830"/>
                </a:moveTo>
                <a:lnTo>
                  <a:pt x="5547995" y="544830"/>
                </a:lnTo>
                <a:lnTo>
                  <a:pt x="5547995" y="514350"/>
                </a:lnTo>
                <a:lnTo>
                  <a:pt x="5555615" y="514350"/>
                </a:lnTo>
                <a:lnTo>
                  <a:pt x="5555615" y="544830"/>
                </a:lnTo>
                <a:close/>
              </a:path>
              <a:path w="5555615" h="5043805">
                <a:moveTo>
                  <a:pt x="5555615" y="598170"/>
                </a:moveTo>
                <a:lnTo>
                  <a:pt x="5547995" y="598170"/>
                </a:lnTo>
                <a:lnTo>
                  <a:pt x="5547995" y="567690"/>
                </a:lnTo>
                <a:lnTo>
                  <a:pt x="5555615" y="567690"/>
                </a:lnTo>
                <a:lnTo>
                  <a:pt x="5555615" y="598170"/>
                </a:lnTo>
                <a:close/>
              </a:path>
              <a:path w="5555615" h="5043805">
                <a:moveTo>
                  <a:pt x="5555615" y="651510"/>
                </a:moveTo>
                <a:lnTo>
                  <a:pt x="5547995" y="651510"/>
                </a:lnTo>
                <a:lnTo>
                  <a:pt x="5547995" y="621030"/>
                </a:lnTo>
                <a:lnTo>
                  <a:pt x="5555615" y="621030"/>
                </a:lnTo>
                <a:lnTo>
                  <a:pt x="5555615" y="651510"/>
                </a:lnTo>
                <a:close/>
              </a:path>
              <a:path w="5555615" h="5043805">
                <a:moveTo>
                  <a:pt x="5555615" y="704850"/>
                </a:moveTo>
                <a:lnTo>
                  <a:pt x="5547995" y="704850"/>
                </a:lnTo>
                <a:lnTo>
                  <a:pt x="5547995" y="674370"/>
                </a:lnTo>
                <a:lnTo>
                  <a:pt x="5555615" y="674370"/>
                </a:lnTo>
                <a:lnTo>
                  <a:pt x="5555615" y="704850"/>
                </a:lnTo>
                <a:close/>
              </a:path>
              <a:path w="5555615" h="5043805">
                <a:moveTo>
                  <a:pt x="5555615" y="758190"/>
                </a:moveTo>
                <a:lnTo>
                  <a:pt x="5547995" y="758190"/>
                </a:lnTo>
                <a:lnTo>
                  <a:pt x="5547995" y="727710"/>
                </a:lnTo>
                <a:lnTo>
                  <a:pt x="5555615" y="727710"/>
                </a:lnTo>
                <a:lnTo>
                  <a:pt x="5555615" y="758190"/>
                </a:lnTo>
                <a:close/>
              </a:path>
              <a:path w="5555615" h="5043805">
                <a:moveTo>
                  <a:pt x="5555615" y="811530"/>
                </a:moveTo>
                <a:lnTo>
                  <a:pt x="5547995" y="811530"/>
                </a:lnTo>
                <a:lnTo>
                  <a:pt x="5547995" y="781050"/>
                </a:lnTo>
                <a:lnTo>
                  <a:pt x="5555615" y="781050"/>
                </a:lnTo>
                <a:lnTo>
                  <a:pt x="5555615" y="811530"/>
                </a:lnTo>
                <a:close/>
              </a:path>
              <a:path w="5555615" h="5043805">
                <a:moveTo>
                  <a:pt x="5555615" y="864870"/>
                </a:moveTo>
                <a:lnTo>
                  <a:pt x="5547995" y="864870"/>
                </a:lnTo>
                <a:lnTo>
                  <a:pt x="5547995" y="834390"/>
                </a:lnTo>
                <a:lnTo>
                  <a:pt x="5555615" y="834390"/>
                </a:lnTo>
                <a:lnTo>
                  <a:pt x="5555615" y="864870"/>
                </a:lnTo>
                <a:close/>
              </a:path>
              <a:path w="5555615" h="5043805">
                <a:moveTo>
                  <a:pt x="5555615" y="918210"/>
                </a:moveTo>
                <a:lnTo>
                  <a:pt x="5547995" y="918210"/>
                </a:lnTo>
                <a:lnTo>
                  <a:pt x="5547995" y="887730"/>
                </a:lnTo>
                <a:lnTo>
                  <a:pt x="5555615" y="887730"/>
                </a:lnTo>
                <a:lnTo>
                  <a:pt x="5555615" y="918210"/>
                </a:lnTo>
                <a:close/>
              </a:path>
              <a:path w="5555615" h="5043805">
                <a:moveTo>
                  <a:pt x="5555615" y="971550"/>
                </a:moveTo>
                <a:lnTo>
                  <a:pt x="5547995" y="971550"/>
                </a:lnTo>
                <a:lnTo>
                  <a:pt x="5547995" y="941070"/>
                </a:lnTo>
                <a:lnTo>
                  <a:pt x="5555615" y="941070"/>
                </a:lnTo>
                <a:lnTo>
                  <a:pt x="5555615" y="971550"/>
                </a:lnTo>
                <a:close/>
              </a:path>
              <a:path w="5555615" h="5043805">
                <a:moveTo>
                  <a:pt x="5555615" y="1024890"/>
                </a:moveTo>
                <a:lnTo>
                  <a:pt x="5547995" y="1024890"/>
                </a:lnTo>
                <a:lnTo>
                  <a:pt x="5547995" y="994410"/>
                </a:lnTo>
                <a:lnTo>
                  <a:pt x="5555615" y="994410"/>
                </a:lnTo>
                <a:lnTo>
                  <a:pt x="5555615" y="1024890"/>
                </a:lnTo>
                <a:close/>
              </a:path>
              <a:path w="5555615" h="5043805">
                <a:moveTo>
                  <a:pt x="5555615" y="1078230"/>
                </a:moveTo>
                <a:lnTo>
                  <a:pt x="5547995" y="1078230"/>
                </a:lnTo>
                <a:lnTo>
                  <a:pt x="5547995" y="1047750"/>
                </a:lnTo>
                <a:lnTo>
                  <a:pt x="5555615" y="1047750"/>
                </a:lnTo>
                <a:lnTo>
                  <a:pt x="5555615" y="1078230"/>
                </a:lnTo>
                <a:close/>
              </a:path>
              <a:path w="5555615" h="5043805">
                <a:moveTo>
                  <a:pt x="5555615" y="1131570"/>
                </a:moveTo>
                <a:lnTo>
                  <a:pt x="5547995" y="1131570"/>
                </a:lnTo>
                <a:lnTo>
                  <a:pt x="5547995" y="1101090"/>
                </a:lnTo>
                <a:lnTo>
                  <a:pt x="5555615" y="1101090"/>
                </a:lnTo>
                <a:lnTo>
                  <a:pt x="5555615" y="1131570"/>
                </a:lnTo>
                <a:close/>
              </a:path>
              <a:path w="5555615" h="5043805">
                <a:moveTo>
                  <a:pt x="5555615" y="1184910"/>
                </a:moveTo>
                <a:lnTo>
                  <a:pt x="5547995" y="1184910"/>
                </a:lnTo>
                <a:lnTo>
                  <a:pt x="5547995" y="1154430"/>
                </a:lnTo>
                <a:lnTo>
                  <a:pt x="5555615" y="1154430"/>
                </a:lnTo>
                <a:lnTo>
                  <a:pt x="5555615" y="1184910"/>
                </a:lnTo>
                <a:close/>
              </a:path>
              <a:path w="5555615" h="5043805">
                <a:moveTo>
                  <a:pt x="5555615" y="1238250"/>
                </a:moveTo>
                <a:lnTo>
                  <a:pt x="5547995" y="1238250"/>
                </a:lnTo>
                <a:lnTo>
                  <a:pt x="5547995" y="1207770"/>
                </a:lnTo>
                <a:lnTo>
                  <a:pt x="5555615" y="1207770"/>
                </a:lnTo>
                <a:lnTo>
                  <a:pt x="5555615" y="1238250"/>
                </a:lnTo>
                <a:close/>
              </a:path>
              <a:path w="5555615" h="5043805">
                <a:moveTo>
                  <a:pt x="5555615" y="1291590"/>
                </a:moveTo>
                <a:lnTo>
                  <a:pt x="5547995" y="1291590"/>
                </a:lnTo>
                <a:lnTo>
                  <a:pt x="5547995" y="1261110"/>
                </a:lnTo>
                <a:lnTo>
                  <a:pt x="5555615" y="1261110"/>
                </a:lnTo>
                <a:lnTo>
                  <a:pt x="5555615" y="1291590"/>
                </a:lnTo>
                <a:close/>
              </a:path>
              <a:path w="5555615" h="5043805">
                <a:moveTo>
                  <a:pt x="5555615" y="1344930"/>
                </a:moveTo>
                <a:lnTo>
                  <a:pt x="5547995" y="1344930"/>
                </a:lnTo>
                <a:lnTo>
                  <a:pt x="5547995" y="1314450"/>
                </a:lnTo>
                <a:lnTo>
                  <a:pt x="5555615" y="1314450"/>
                </a:lnTo>
                <a:lnTo>
                  <a:pt x="5555615" y="1344930"/>
                </a:lnTo>
                <a:close/>
              </a:path>
              <a:path w="5555615" h="5043805">
                <a:moveTo>
                  <a:pt x="5555615" y="1398270"/>
                </a:moveTo>
                <a:lnTo>
                  <a:pt x="5547995" y="1398270"/>
                </a:lnTo>
                <a:lnTo>
                  <a:pt x="5547995" y="1367790"/>
                </a:lnTo>
                <a:lnTo>
                  <a:pt x="5555615" y="1367790"/>
                </a:lnTo>
                <a:lnTo>
                  <a:pt x="5555615" y="1398270"/>
                </a:lnTo>
                <a:close/>
              </a:path>
              <a:path w="5555615" h="5043805">
                <a:moveTo>
                  <a:pt x="5555615" y="1451610"/>
                </a:moveTo>
                <a:lnTo>
                  <a:pt x="5547995" y="1451610"/>
                </a:lnTo>
                <a:lnTo>
                  <a:pt x="5547995" y="1421130"/>
                </a:lnTo>
                <a:lnTo>
                  <a:pt x="5555615" y="1421130"/>
                </a:lnTo>
                <a:lnTo>
                  <a:pt x="5555615" y="1451610"/>
                </a:lnTo>
                <a:close/>
              </a:path>
              <a:path w="5555615" h="5043805">
                <a:moveTo>
                  <a:pt x="5555615" y="1504950"/>
                </a:moveTo>
                <a:lnTo>
                  <a:pt x="5547995" y="1504950"/>
                </a:lnTo>
                <a:lnTo>
                  <a:pt x="5547995" y="1474470"/>
                </a:lnTo>
                <a:lnTo>
                  <a:pt x="5555615" y="1474470"/>
                </a:lnTo>
                <a:lnTo>
                  <a:pt x="5555615" y="1504950"/>
                </a:lnTo>
                <a:close/>
              </a:path>
              <a:path w="5555615" h="5043805">
                <a:moveTo>
                  <a:pt x="5555615" y="1558290"/>
                </a:moveTo>
                <a:lnTo>
                  <a:pt x="5547995" y="1558290"/>
                </a:lnTo>
                <a:lnTo>
                  <a:pt x="5547995" y="1527810"/>
                </a:lnTo>
                <a:lnTo>
                  <a:pt x="5555615" y="1527810"/>
                </a:lnTo>
                <a:lnTo>
                  <a:pt x="5555615" y="1558290"/>
                </a:lnTo>
                <a:close/>
              </a:path>
              <a:path w="5555615" h="5043805">
                <a:moveTo>
                  <a:pt x="5555615" y="1611630"/>
                </a:moveTo>
                <a:lnTo>
                  <a:pt x="5547995" y="1611630"/>
                </a:lnTo>
                <a:lnTo>
                  <a:pt x="5547995" y="1581150"/>
                </a:lnTo>
                <a:lnTo>
                  <a:pt x="5555615" y="1581150"/>
                </a:lnTo>
                <a:lnTo>
                  <a:pt x="5555615" y="1611630"/>
                </a:lnTo>
                <a:close/>
              </a:path>
              <a:path w="5555615" h="5043805">
                <a:moveTo>
                  <a:pt x="5555615" y="1664970"/>
                </a:moveTo>
                <a:lnTo>
                  <a:pt x="5547995" y="1664970"/>
                </a:lnTo>
                <a:lnTo>
                  <a:pt x="5547995" y="1634490"/>
                </a:lnTo>
                <a:lnTo>
                  <a:pt x="5555615" y="1634490"/>
                </a:lnTo>
                <a:lnTo>
                  <a:pt x="5555615" y="1664970"/>
                </a:lnTo>
                <a:close/>
              </a:path>
              <a:path w="5555615" h="5043805">
                <a:moveTo>
                  <a:pt x="5555615" y="1718310"/>
                </a:moveTo>
                <a:lnTo>
                  <a:pt x="5547995" y="1718310"/>
                </a:lnTo>
                <a:lnTo>
                  <a:pt x="5547995" y="1687830"/>
                </a:lnTo>
                <a:lnTo>
                  <a:pt x="5555615" y="1687830"/>
                </a:lnTo>
                <a:lnTo>
                  <a:pt x="5555615" y="1718310"/>
                </a:lnTo>
                <a:close/>
              </a:path>
              <a:path w="5555615" h="5043805">
                <a:moveTo>
                  <a:pt x="5555615" y="1771650"/>
                </a:moveTo>
                <a:lnTo>
                  <a:pt x="5547995" y="1771650"/>
                </a:lnTo>
                <a:lnTo>
                  <a:pt x="5547995" y="1741170"/>
                </a:lnTo>
                <a:lnTo>
                  <a:pt x="5555615" y="1741170"/>
                </a:lnTo>
                <a:lnTo>
                  <a:pt x="5555615" y="1771650"/>
                </a:lnTo>
                <a:close/>
              </a:path>
              <a:path w="5555615" h="5043805">
                <a:moveTo>
                  <a:pt x="5555615" y="1824990"/>
                </a:moveTo>
                <a:lnTo>
                  <a:pt x="5547995" y="1824990"/>
                </a:lnTo>
                <a:lnTo>
                  <a:pt x="5547995" y="1794510"/>
                </a:lnTo>
                <a:lnTo>
                  <a:pt x="5555615" y="1794510"/>
                </a:lnTo>
                <a:lnTo>
                  <a:pt x="5555615" y="1824990"/>
                </a:lnTo>
                <a:close/>
              </a:path>
              <a:path w="5555615" h="5043805">
                <a:moveTo>
                  <a:pt x="5555615" y="1878330"/>
                </a:moveTo>
                <a:lnTo>
                  <a:pt x="5547995" y="1878330"/>
                </a:lnTo>
                <a:lnTo>
                  <a:pt x="5547995" y="1847850"/>
                </a:lnTo>
                <a:lnTo>
                  <a:pt x="5555615" y="1847850"/>
                </a:lnTo>
                <a:lnTo>
                  <a:pt x="5555615" y="1878330"/>
                </a:lnTo>
                <a:close/>
              </a:path>
              <a:path w="5555615" h="5043805">
                <a:moveTo>
                  <a:pt x="5555615" y="1931670"/>
                </a:moveTo>
                <a:lnTo>
                  <a:pt x="5547995" y="1931670"/>
                </a:lnTo>
                <a:lnTo>
                  <a:pt x="5547995" y="1901190"/>
                </a:lnTo>
                <a:lnTo>
                  <a:pt x="5555615" y="1901190"/>
                </a:lnTo>
                <a:lnTo>
                  <a:pt x="5555615" y="1931670"/>
                </a:lnTo>
                <a:close/>
              </a:path>
              <a:path w="5555615" h="5043805">
                <a:moveTo>
                  <a:pt x="5555615" y="1985010"/>
                </a:moveTo>
                <a:lnTo>
                  <a:pt x="5547995" y="1985010"/>
                </a:lnTo>
                <a:lnTo>
                  <a:pt x="5547995" y="1954530"/>
                </a:lnTo>
                <a:lnTo>
                  <a:pt x="5555615" y="1954530"/>
                </a:lnTo>
                <a:lnTo>
                  <a:pt x="5555615" y="1985010"/>
                </a:lnTo>
                <a:close/>
              </a:path>
              <a:path w="5555615" h="5043805">
                <a:moveTo>
                  <a:pt x="5555615" y="2038350"/>
                </a:moveTo>
                <a:lnTo>
                  <a:pt x="5547995" y="2038350"/>
                </a:lnTo>
                <a:lnTo>
                  <a:pt x="5547995" y="2007870"/>
                </a:lnTo>
                <a:lnTo>
                  <a:pt x="5555615" y="2007870"/>
                </a:lnTo>
                <a:lnTo>
                  <a:pt x="5555615" y="2038350"/>
                </a:lnTo>
                <a:close/>
              </a:path>
              <a:path w="5555615" h="5043805">
                <a:moveTo>
                  <a:pt x="5555615" y="2091690"/>
                </a:moveTo>
                <a:lnTo>
                  <a:pt x="5547995" y="2091690"/>
                </a:lnTo>
                <a:lnTo>
                  <a:pt x="5547995" y="2061210"/>
                </a:lnTo>
                <a:lnTo>
                  <a:pt x="5555615" y="2061210"/>
                </a:lnTo>
                <a:lnTo>
                  <a:pt x="5555615" y="2091690"/>
                </a:lnTo>
                <a:close/>
              </a:path>
              <a:path w="5555615" h="5043805">
                <a:moveTo>
                  <a:pt x="5555615" y="2145030"/>
                </a:moveTo>
                <a:lnTo>
                  <a:pt x="5547995" y="2145030"/>
                </a:lnTo>
                <a:lnTo>
                  <a:pt x="5547995" y="2114550"/>
                </a:lnTo>
                <a:lnTo>
                  <a:pt x="5555615" y="2114550"/>
                </a:lnTo>
                <a:lnTo>
                  <a:pt x="5555615" y="2145030"/>
                </a:lnTo>
                <a:close/>
              </a:path>
              <a:path w="5555615" h="5043805">
                <a:moveTo>
                  <a:pt x="5555615" y="2198370"/>
                </a:moveTo>
                <a:lnTo>
                  <a:pt x="5547995" y="2198370"/>
                </a:lnTo>
                <a:lnTo>
                  <a:pt x="5547995" y="2167890"/>
                </a:lnTo>
                <a:lnTo>
                  <a:pt x="5555615" y="2167890"/>
                </a:lnTo>
                <a:lnTo>
                  <a:pt x="5555615" y="2198370"/>
                </a:lnTo>
                <a:close/>
              </a:path>
              <a:path w="5555615" h="5043805">
                <a:moveTo>
                  <a:pt x="5555615" y="2251710"/>
                </a:moveTo>
                <a:lnTo>
                  <a:pt x="5547995" y="2251710"/>
                </a:lnTo>
                <a:lnTo>
                  <a:pt x="5547995" y="2221230"/>
                </a:lnTo>
                <a:lnTo>
                  <a:pt x="5555615" y="2221230"/>
                </a:lnTo>
                <a:lnTo>
                  <a:pt x="5555615" y="2251710"/>
                </a:lnTo>
                <a:close/>
              </a:path>
              <a:path w="5555615" h="5043805">
                <a:moveTo>
                  <a:pt x="5555615" y="2305050"/>
                </a:moveTo>
                <a:lnTo>
                  <a:pt x="5547995" y="2305050"/>
                </a:lnTo>
                <a:lnTo>
                  <a:pt x="5547995" y="2274570"/>
                </a:lnTo>
                <a:lnTo>
                  <a:pt x="5555615" y="2274570"/>
                </a:lnTo>
                <a:lnTo>
                  <a:pt x="5555615" y="2305050"/>
                </a:lnTo>
                <a:close/>
              </a:path>
              <a:path w="5555615" h="5043805">
                <a:moveTo>
                  <a:pt x="5555615" y="2358390"/>
                </a:moveTo>
                <a:lnTo>
                  <a:pt x="5547995" y="2358390"/>
                </a:lnTo>
                <a:lnTo>
                  <a:pt x="5547995" y="2327910"/>
                </a:lnTo>
                <a:lnTo>
                  <a:pt x="5555615" y="2327910"/>
                </a:lnTo>
                <a:lnTo>
                  <a:pt x="5555615" y="2358390"/>
                </a:lnTo>
                <a:close/>
              </a:path>
              <a:path w="5555615" h="5043805">
                <a:moveTo>
                  <a:pt x="5555615" y="2411730"/>
                </a:moveTo>
                <a:lnTo>
                  <a:pt x="5547995" y="2411730"/>
                </a:lnTo>
                <a:lnTo>
                  <a:pt x="5547995" y="2381250"/>
                </a:lnTo>
                <a:lnTo>
                  <a:pt x="5555615" y="2381250"/>
                </a:lnTo>
                <a:lnTo>
                  <a:pt x="5555615" y="2411730"/>
                </a:lnTo>
                <a:close/>
              </a:path>
              <a:path w="5555615" h="5043805">
                <a:moveTo>
                  <a:pt x="5555615" y="2465070"/>
                </a:moveTo>
                <a:lnTo>
                  <a:pt x="5547995" y="2465070"/>
                </a:lnTo>
                <a:lnTo>
                  <a:pt x="5547995" y="2434590"/>
                </a:lnTo>
                <a:lnTo>
                  <a:pt x="5555615" y="2434590"/>
                </a:lnTo>
                <a:lnTo>
                  <a:pt x="5555615" y="2465070"/>
                </a:lnTo>
                <a:close/>
              </a:path>
              <a:path w="5555615" h="5043805">
                <a:moveTo>
                  <a:pt x="5555615" y="2518410"/>
                </a:moveTo>
                <a:lnTo>
                  <a:pt x="5547995" y="2518410"/>
                </a:lnTo>
                <a:lnTo>
                  <a:pt x="5547995" y="2487930"/>
                </a:lnTo>
                <a:lnTo>
                  <a:pt x="5555615" y="2487930"/>
                </a:lnTo>
                <a:lnTo>
                  <a:pt x="5555615" y="2518410"/>
                </a:lnTo>
                <a:close/>
              </a:path>
              <a:path w="5555615" h="5043805">
                <a:moveTo>
                  <a:pt x="5555615" y="2571750"/>
                </a:moveTo>
                <a:lnTo>
                  <a:pt x="5547995" y="2571750"/>
                </a:lnTo>
                <a:lnTo>
                  <a:pt x="5547995" y="2541270"/>
                </a:lnTo>
                <a:lnTo>
                  <a:pt x="5555615" y="2541270"/>
                </a:lnTo>
                <a:lnTo>
                  <a:pt x="5555615" y="2571750"/>
                </a:lnTo>
                <a:close/>
              </a:path>
              <a:path w="5555615" h="5043805">
                <a:moveTo>
                  <a:pt x="5555615" y="2625090"/>
                </a:moveTo>
                <a:lnTo>
                  <a:pt x="5547995" y="2625090"/>
                </a:lnTo>
                <a:lnTo>
                  <a:pt x="5547995" y="2594610"/>
                </a:lnTo>
                <a:lnTo>
                  <a:pt x="5555615" y="2594610"/>
                </a:lnTo>
                <a:lnTo>
                  <a:pt x="5555615" y="2625090"/>
                </a:lnTo>
                <a:close/>
              </a:path>
              <a:path w="5555615" h="5043805">
                <a:moveTo>
                  <a:pt x="5555615" y="2678430"/>
                </a:moveTo>
                <a:lnTo>
                  <a:pt x="5547995" y="2678430"/>
                </a:lnTo>
                <a:lnTo>
                  <a:pt x="5547995" y="2647950"/>
                </a:lnTo>
                <a:lnTo>
                  <a:pt x="5555615" y="2647950"/>
                </a:lnTo>
                <a:lnTo>
                  <a:pt x="5555615" y="2678430"/>
                </a:lnTo>
                <a:close/>
              </a:path>
              <a:path w="5555615" h="5043805">
                <a:moveTo>
                  <a:pt x="5555615" y="2731770"/>
                </a:moveTo>
                <a:lnTo>
                  <a:pt x="5547995" y="2731770"/>
                </a:lnTo>
                <a:lnTo>
                  <a:pt x="5547995" y="2701290"/>
                </a:lnTo>
                <a:lnTo>
                  <a:pt x="5555615" y="2701290"/>
                </a:lnTo>
                <a:lnTo>
                  <a:pt x="5555615" y="2731770"/>
                </a:lnTo>
                <a:close/>
              </a:path>
              <a:path w="5555615" h="5043805">
                <a:moveTo>
                  <a:pt x="5555615" y="2785110"/>
                </a:moveTo>
                <a:lnTo>
                  <a:pt x="5547995" y="2785110"/>
                </a:lnTo>
                <a:lnTo>
                  <a:pt x="5547995" y="2754630"/>
                </a:lnTo>
                <a:lnTo>
                  <a:pt x="5555615" y="2754630"/>
                </a:lnTo>
                <a:lnTo>
                  <a:pt x="5555615" y="2785110"/>
                </a:lnTo>
                <a:close/>
              </a:path>
              <a:path w="5555615" h="5043805">
                <a:moveTo>
                  <a:pt x="5555615" y="2838450"/>
                </a:moveTo>
                <a:lnTo>
                  <a:pt x="5547995" y="2838450"/>
                </a:lnTo>
                <a:lnTo>
                  <a:pt x="5547995" y="2807970"/>
                </a:lnTo>
                <a:lnTo>
                  <a:pt x="5555615" y="2807970"/>
                </a:lnTo>
                <a:lnTo>
                  <a:pt x="5555615" y="2838450"/>
                </a:lnTo>
                <a:close/>
              </a:path>
              <a:path w="5555615" h="5043805">
                <a:moveTo>
                  <a:pt x="5555615" y="2891790"/>
                </a:moveTo>
                <a:lnTo>
                  <a:pt x="5547995" y="2891790"/>
                </a:lnTo>
                <a:lnTo>
                  <a:pt x="5547995" y="2861310"/>
                </a:lnTo>
                <a:lnTo>
                  <a:pt x="5555615" y="2861310"/>
                </a:lnTo>
                <a:lnTo>
                  <a:pt x="5555615" y="2891790"/>
                </a:lnTo>
                <a:close/>
              </a:path>
              <a:path w="5555615" h="5043805">
                <a:moveTo>
                  <a:pt x="5555615" y="2945130"/>
                </a:moveTo>
                <a:lnTo>
                  <a:pt x="5547995" y="2945130"/>
                </a:lnTo>
                <a:lnTo>
                  <a:pt x="5547995" y="2914650"/>
                </a:lnTo>
                <a:lnTo>
                  <a:pt x="5555615" y="2914650"/>
                </a:lnTo>
                <a:lnTo>
                  <a:pt x="5555615" y="2945130"/>
                </a:lnTo>
                <a:close/>
              </a:path>
              <a:path w="5555615" h="5043805">
                <a:moveTo>
                  <a:pt x="5555615" y="2998470"/>
                </a:moveTo>
                <a:lnTo>
                  <a:pt x="5547995" y="2998470"/>
                </a:lnTo>
                <a:lnTo>
                  <a:pt x="5547995" y="2967990"/>
                </a:lnTo>
                <a:lnTo>
                  <a:pt x="5555615" y="2967990"/>
                </a:lnTo>
                <a:lnTo>
                  <a:pt x="5555615" y="2998470"/>
                </a:lnTo>
                <a:close/>
              </a:path>
              <a:path w="5555615" h="5043805">
                <a:moveTo>
                  <a:pt x="5555615" y="3051810"/>
                </a:moveTo>
                <a:lnTo>
                  <a:pt x="5547995" y="3051810"/>
                </a:lnTo>
                <a:lnTo>
                  <a:pt x="5547995" y="3021330"/>
                </a:lnTo>
                <a:lnTo>
                  <a:pt x="5555615" y="3021330"/>
                </a:lnTo>
                <a:lnTo>
                  <a:pt x="5555615" y="3051810"/>
                </a:lnTo>
                <a:close/>
              </a:path>
              <a:path w="5555615" h="5043805">
                <a:moveTo>
                  <a:pt x="5555615" y="3105150"/>
                </a:moveTo>
                <a:lnTo>
                  <a:pt x="5547995" y="3105150"/>
                </a:lnTo>
                <a:lnTo>
                  <a:pt x="5547995" y="3074670"/>
                </a:lnTo>
                <a:lnTo>
                  <a:pt x="5555615" y="3074670"/>
                </a:lnTo>
                <a:lnTo>
                  <a:pt x="5555615" y="3105150"/>
                </a:lnTo>
                <a:close/>
              </a:path>
              <a:path w="5555615" h="5043805">
                <a:moveTo>
                  <a:pt x="5555615" y="3158490"/>
                </a:moveTo>
                <a:lnTo>
                  <a:pt x="5547995" y="3158490"/>
                </a:lnTo>
                <a:lnTo>
                  <a:pt x="5547995" y="3128010"/>
                </a:lnTo>
                <a:lnTo>
                  <a:pt x="5555615" y="3128010"/>
                </a:lnTo>
                <a:lnTo>
                  <a:pt x="5555615" y="3158490"/>
                </a:lnTo>
                <a:close/>
              </a:path>
              <a:path w="5555615" h="5043805">
                <a:moveTo>
                  <a:pt x="5555615" y="3211830"/>
                </a:moveTo>
                <a:lnTo>
                  <a:pt x="5547995" y="3211830"/>
                </a:lnTo>
                <a:lnTo>
                  <a:pt x="5547995" y="3181350"/>
                </a:lnTo>
                <a:lnTo>
                  <a:pt x="5555615" y="3181350"/>
                </a:lnTo>
                <a:lnTo>
                  <a:pt x="5555615" y="3211830"/>
                </a:lnTo>
                <a:close/>
              </a:path>
              <a:path w="5555615" h="5043805">
                <a:moveTo>
                  <a:pt x="5555615" y="3265170"/>
                </a:moveTo>
                <a:lnTo>
                  <a:pt x="5547995" y="3265170"/>
                </a:lnTo>
                <a:lnTo>
                  <a:pt x="5547995" y="3234690"/>
                </a:lnTo>
                <a:lnTo>
                  <a:pt x="5555615" y="3234690"/>
                </a:lnTo>
                <a:lnTo>
                  <a:pt x="5555615" y="3265170"/>
                </a:lnTo>
                <a:close/>
              </a:path>
              <a:path w="5555615" h="5043805">
                <a:moveTo>
                  <a:pt x="5555615" y="3318510"/>
                </a:moveTo>
                <a:lnTo>
                  <a:pt x="5547995" y="3318510"/>
                </a:lnTo>
                <a:lnTo>
                  <a:pt x="5547995" y="3288030"/>
                </a:lnTo>
                <a:lnTo>
                  <a:pt x="5555615" y="3288030"/>
                </a:lnTo>
                <a:lnTo>
                  <a:pt x="5555615" y="3318510"/>
                </a:lnTo>
                <a:close/>
              </a:path>
              <a:path w="5555615" h="5043805">
                <a:moveTo>
                  <a:pt x="5555615" y="3371850"/>
                </a:moveTo>
                <a:lnTo>
                  <a:pt x="5547995" y="3371850"/>
                </a:lnTo>
                <a:lnTo>
                  <a:pt x="5547995" y="3341370"/>
                </a:lnTo>
                <a:lnTo>
                  <a:pt x="5555615" y="3341370"/>
                </a:lnTo>
                <a:lnTo>
                  <a:pt x="5555615" y="3371850"/>
                </a:lnTo>
                <a:close/>
              </a:path>
              <a:path w="5555615" h="5043805">
                <a:moveTo>
                  <a:pt x="5555615" y="3425190"/>
                </a:moveTo>
                <a:lnTo>
                  <a:pt x="5547995" y="3425190"/>
                </a:lnTo>
                <a:lnTo>
                  <a:pt x="5547995" y="3394710"/>
                </a:lnTo>
                <a:lnTo>
                  <a:pt x="5555615" y="3394710"/>
                </a:lnTo>
                <a:lnTo>
                  <a:pt x="5555615" y="3425190"/>
                </a:lnTo>
                <a:close/>
              </a:path>
              <a:path w="5555615" h="5043805">
                <a:moveTo>
                  <a:pt x="5555615" y="3478530"/>
                </a:moveTo>
                <a:lnTo>
                  <a:pt x="5547995" y="3478530"/>
                </a:lnTo>
                <a:lnTo>
                  <a:pt x="5547995" y="3448050"/>
                </a:lnTo>
                <a:lnTo>
                  <a:pt x="5555615" y="3448050"/>
                </a:lnTo>
                <a:lnTo>
                  <a:pt x="5555615" y="3478530"/>
                </a:lnTo>
                <a:close/>
              </a:path>
              <a:path w="5555615" h="5043805">
                <a:moveTo>
                  <a:pt x="5555615" y="3531870"/>
                </a:moveTo>
                <a:lnTo>
                  <a:pt x="5547995" y="3531870"/>
                </a:lnTo>
                <a:lnTo>
                  <a:pt x="5547995" y="3501390"/>
                </a:lnTo>
                <a:lnTo>
                  <a:pt x="5555615" y="3501390"/>
                </a:lnTo>
                <a:lnTo>
                  <a:pt x="5555615" y="3531870"/>
                </a:lnTo>
                <a:close/>
              </a:path>
              <a:path w="5555615" h="5043805">
                <a:moveTo>
                  <a:pt x="5555615" y="3585210"/>
                </a:moveTo>
                <a:lnTo>
                  <a:pt x="5547995" y="3585210"/>
                </a:lnTo>
                <a:lnTo>
                  <a:pt x="5547995" y="3554730"/>
                </a:lnTo>
                <a:lnTo>
                  <a:pt x="5555615" y="3554730"/>
                </a:lnTo>
                <a:lnTo>
                  <a:pt x="5555615" y="3585210"/>
                </a:lnTo>
                <a:close/>
              </a:path>
              <a:path w="5555615" h="5043805">
                <a:moveTo>
                  <a:pt x="5555615" y="3638550"/>
                </a:moveTo>
                <a:lnTo>
                  <a:pt x="5547995" y="3638550"/>
                </a:lnTo>
                <a:lnTo>
                  <a:pt x="5547995" y="3608070"/>
                </a:lnTo>
                <a:lnTo>
                  <a:pt x="5555615" y="3608070"/>
                </a:lnTo>
                <a:lnTo>
                  <a:pt x="5555615" y="3638550"/>
                </a:lnTo>
                <a:close/>
              </a:path>
              <a:path w="5555615" h="5043805">
                <a:moveTo>
                  <a:pt x="5555615" y="3691890"/>
                </a:moveTo>
                <a:lnTo>
                  <a:pt x="5547995" y="3691890"/>
                </a:lnTo>
                <a:lnTo>
                  <a:pt x="5547995" y="3661410"/>
                </a:lnTo>
                <a:lnTo>
                  <a:pt x="5555615" y="3661410"/>
                </a:lnTo>
                <a:lnTo>
                  <a:pt x="5555615" y="3691890"/>
                </a:lnTo>
                <a:close/>
              </a:path>
              <a:path w="5555615" h="5043805">
                <a:moveTo>
                  <a:pt x="5555615" y="3745230"/>
                </a:moveTo>
                <a:lnTo>
                  <a:pt x="5547995" y="3745230"/>
                </a:lnTo>
                <a:lnTo>
                  <a:pt x="5547995" y="3714750"/>
                </a:lnTo>
                <a:lnTo>
                  <a:pt x="5555615" y="3714750"/>
                </a:lnTo>
                <a:lnTo>
                  <a:pt x="5555615" y="3745230"/>
                </a:lnTo>
                <a:close/>
              </a:path>
              <a:path w="5555615" h="5043805">
                <a:moveTo>
                  <a:pt x="5555615" y="3798570"/>
                </a:moveTo>
                <a:lnTo>
                  <a:pt x="5547995" y="3798570"/>
                </a:lnTo>
                <a:lnTo>
                  <a:pt x="5547995" y="3768090"/>
                </a:lnTo>
                <a:lnTo>
                  <a:pt x="5555615" y="3768090"/>
                </a:lnTo>
                <a:lnTo>
                  <a:pt x="5555615" y="3798570"/>
                </a:lnTo>
                <a:close/>
              </a:path>
              <a:path w="5555615" h="5043805">
                <a:moveTo>
                  <a:pt x="5555615" y="3851910"/>
                </a:moveTo>
                <a:lnTo>
                  <a:pt x="5547995" y="3851910"/>
                </a:lnTo>
                <a:lnTo>
                  <a:pt x="5547995" y="3821430"/>
                </a:lnTo>
                <a:lnTo>
                  <a:pt x="5555615" y="3821430"/>
                </a:lnTo>
                <a:lnTo>
                  <a:pt x="5555615" y="3851910"/>
                </a:lnTo>
                <a:close/>
              </a:path>
              <a:path w="5555615" h="5043805">
                <a:moveTo>
                  <a:pt x="5555615" y="3905250"/>
                </a:moveTo>
                <a:lnTo>
                  <a:pt x="5547995" y="3905250"/>
                </a:lnTo>
                <a:lnTo>
                  <a:pt x="5547995" y="3874770"/>
                </a:lnTo>
                <a:lnTo>
                  <a:pt x="5555615" y="3874770"/>
                </a:lnTo>
                <a:lnTo>
                  <a:pt x="5555615" y="3905250"/>
                </a:lnTo>
                <a:close/>
              </a:path>
              <a:path w="5555615" h="5043805">
                <a:moveTo>
                  <a:pt x="5555615" y="3958590"/>
                </a:moveTo>
                <a:lnTo>
                  <a:pt x="5547995" y="3958590"/>
                </a:lnTo>
                <a:lnTo>
                  <a:pt x="5547995" y="3928110"/>
                </a:lnTo>
                <a:lnTo>
                  <a:pt x="5555615" y="3928110"/>
                </a:lnTo>
                <a:lnTo>
                  <a:pt x="5555615" y="3958590"/>
                </a:lnTo>
                <a:close/>
              </a:path>
              <a:path w="5555615" h="5043805">
                <a:moveTo>
                  <a:pt x="5555615" y="4011930"/>
                </a:moveTo>
                <a:lnTo>
                  <a:pt x="5547995" y="4011930"/>
                </a:lnTo>
                <a:lnTo>
                  <a:pt x="5547995" y="3981450"/>
                </a:lnTo>
                <a:lnTo>
                  <a:pt x="5555615" y="3981450"/>
                </a:lnTo>
                <a:lnTo>
                  <a:pt x="5555615" y="4011930"/>
                </a:lnTo>
                <a:close/>
              </a:path>
              <a:path w="5555615" h="5043805">
                <a:moveTo>
                  <a:pt x="5555615" y="4065270"/>
                </a:moveTo>
                <a:lnTo>
                  <a:pt x="5547995" y="4065270"/>
                </a:lnTo>
                <a:lnTo>
                  <a:pt x="5547995" y="4034790"/>
                </a:lnTo>
                <a:lnTo>
                  <a:pt x="5555615" y="4034790"/>
                </a:lnTo>
                <a:lnTo>
                  <a:pt x="5555615" y="4065270"/>
                </a:lnTo>
                <a:close/>
              </a:path>
              <a:path w="5555615" h="5043805">
                <a:moveTo>
                  <a:pt x="5555615" y="4118610"/>
                </a:moveTo>
                <a:lnTo>
                  <a:pt x="5547995" y="4118610"/>
                </a:lnTo>
                <a:lnTo>
                  <a:pt x="5547995" y="4088130"/>
                </a:lnTo>
                <a:lnTo>
                  <a:pt x="5555615" y="4088130"/>
                </a:lnTo>
                <a:lnTo>
                  <a:pt x="5555615" y="4118610"/>
                </a:lnTo>
                <a:close/>
              </a:path>
              <a:path w="5555615" h="5043805">
                <a:moveTo>
                  <a:pt x="5555615" y="4171950"/>
                </a:moveTo>
                <a:lnTo>
                  <a:pt x="5547995" y="4171950"/>
                </a:lnTo>
                <a:lnTo>
                  <a:pt x="5547995" y="4141470"/>
                </a:lnTo>
                <a:lnTo>
                  <a:pt x="5555615" y="4141470"/>
                </a:lnTo>
                <a:lnTo>
                  <a:pt x="5555615" y="4171950"/>
                </a:lnTo>
                <a:close/>
              </a:path>
              <a:path w="5555615" h="5043805">
                <a:moveTo>
                  <a:pt x="5555615" y="4225290"/>
                </a:moveTo>
                <a:lnTo>
                  <a:pt x="5547995" y="4225290"/>
                </a:lnTo>
                <a:lnTo>
                  <a:pt x="5547995" y="4194810"/>
                </a:lnTo>
                <a:lnTo>
                  <a:pt x="5555615" y="4194810"/>
                </a:lnTo>
                <a:lnTo>
                  <a:pt x="5555615" y="4225290"/>
                </a:lnTo>
                <a:close/>
              </a:path>
              <a:path w="5555615" h="5043805">
                <a:moveTo>
                  <a:pt x="5555615" y="4278630"/>
                </a:moveTo>
                <a:lnTo>
                  <a:pt x="5547995" y="4278630"/>
                </a:lnTo>
                <a:lnTo>
                  <a:pt x="5547995" y="4248150"/>
                </a:lnTo>
                <a:lnTo>
                  <a:pt x="5555615" y="4248150"/>
                </a:lnTo>
                <a:lnTo>
                  <a:pt x="5555615" y="4278630"/>
                </a:lnTo>
                <a:close/>
              </a:path>
              <a:path w="5555615" h="5043805">
                <a:moveTo>
                  <a:pt x="5555615" y="4331970"/>
                </a:moveTo>
                <a:lnTo>
                  <a:pt x="5547995" y="4331970"/>
                </a:lnTo>
                <a:lnTo>
                  <a:pt x="5547995" y="4301490"/>
                </a:lnTo>
                <a:lnTo>
                  <a:pt x="5555615" y="4301490"/>
                </a:lnTo>
                <a:lnTo>
                  <a:pt x="5555615" y="4331970"/>
                </a:lnTo>
                <a:close/>
              </a:path>
              <a:path w="5555615" h="5043805">
                <a:moveTo>
                  <a:pt x="5555615" y="4385310"/>
                </a:moveTo>
                <a:lnTo>
                  <a:pt x="5547995" y="4385310"/>
                </a:lnTo>
                <a:lnTo>
                  <a:pt x="5547995" y="4354830"/>
                </a:lnTo>
                <a:lnTo>
                  <a:pt x="5555615" y="4354830"/>
                </a:lnTo>
                <a:lnTo>
                  <a:pt x="5555615" y="4385310"/>
                </a:lnTo>
                <a:close/>
              </a:path>
              <a:path w="5555615" h="5043805">
                <a:moveTo>
                  <a:pt x="5555615" y="4438650"/>
                </a:moveTo>
                <a:lnTo>
                  <a:pt x="5547995" y="4438650"/>
                </a:lnTo>
                <a:lnTo>
                  <a:pt x="5547995" y="4408170"/>
                </a:lnTo>
                <a:lnTo>
                  <a:pt x="5555615" y="4408170"/>
                </a:lnTo>
                <a:lnTo>
                  <a:pt x="5555615" y="4438650"/>
                </a:lnTo>
                <a:close/>
              </a:path>
              <a:path w="5555615" h="5043805">
                <a:moveTo>
                  <a:pt x="5555615" y="4491990"/>
                </a:moveTo>
                <a:lnTo>
                  <a:pt x="5547995" y="4491990"/>
                </a:lnTo>
                <a:lnTo>
                  <a:pt x="5547995" y="4461510"/>
                </a:lnTo>
                <a:lnTo>
                  <a:pt x="5555615" y="4461510"/>
                </a:lnTo>
                <a:lnTo>
                  <a:pt x="5555615" y="4491990"/>
                </a:lnTo>
                <a:close/>
              </a:path>
              <a:path w="5555615" h="5043805">
                <a:moveTo>
                  <a:pt x="5555615" y="4545330"/>
                </a:moveTo>
                <a:lnTo>
                  <a:pt x="5547995" y="4545330"/>
                </a:lnTo>
                <a:lnTo>
                  <a:pt x="5547995" y="4514850"/>
                </a:lnTo>
                <a:lnTo>
                  <a:pt x="5555615" y="4514850"/>
                </a:lnTo>
                <a:lnTo>
                  <a:pt x="5555615" y="4545330"/>
                </a:lnTo>
                <a:close/>
              </a:path>
              <a:path w="5555615" h="5043805">
                <a:moveTo>
                  <a:pt x="5555615" y="4598670"/>
                </a:moveTo>
                <a:lnTo>
                  <a:pt x="5547995" y="4598670"/>
                </a:lnTo>
                <a:lnTo>
                  <a:pt x="5547995" y="4568190"/>
                </a:lnTo>
                <a:lnTo>
                  <a:pt x="5555615" y="4568190"/>
                </a:lnTo>
                <a:lnTo>
                  <a:pt x="5555615" y="4598670"/>
                </a:lnTo>
                <a:close/>
              </a:path>
              <a:path w="5555615" h="5043805">
                <a:moveTo>
                  <a:pt x="5555615" y="4652010"/>
                </a:moveTo>
                <a:lnTo>
                  <a:pt x="5547995" y="4652010"/>
                </a:lnTo>
                <a:lnTo>
                  <a:pt x="5547995" y="4621530"/>
                </a:lnTo>
                <a:lnTo>
                  <a:pt x="5555615" y="4621530"/>
                </a:lnTo>
                <a:lnTo>
                  <a:pt x="5555615" y="4652010"/>
                </a:lnTo>
                <a:close/>
              </a:path>
              <a:path w="5555615" h="5043805">
                <a:moveTo>
                  <a:pt x="5555615" y="4705350"/>
                </a:moveTo>
                <a:lnTo>
                  <a:pt x="5547995" y="4705350"/>
                </a:lnTo>
                <a:lnTo>
                  <a:pt x="5547995" y="4674870"/>
                </a:lnTo>
                <a:lnTo>
                  <a:pt x="5555615" y="4674870"/>
                </a:lnTo>
                <a:lnTo>
                  <a:pt x="5555615" y="4705350"/>
                </a:lnTo>
                <a:close/>
              </a:path>
              <a:path w="5555615" h="5043805">
                <a:moveTo>
                  <a:pt x="5555615" y="4758690"/>
                </a:moveTo>
                <a:lnTo>
                  <a:pt x="5547995" y="4758690"/>
                </a:lnTo>
                <a:lnTo>
                  <a:pt x="5547995" y="4728210"/>
                </a:lnTo>
                <a:lnTo>
                  <a:pt x="5555615" y="4728210"/>
                </a:lnTo>
                <a:lnTo>
                  <a:pt x="5555615" y="4758690"/>
                </a:lnTo>
                <a:close/>
              </a:path>
              <a:path w="5555615" h="5043805">
                <a:moveTo>
                  <a:pt x="5555615" y="4812030"/>
                </a:moveTo>
                <a:lnTo>
                  <a:pt x="5547995" y="4812030"/>
                </a:lnTo>
                <a:lnTo>
                  <a:pt x="5547995" y="4781550"/>
                </a:lnTo>
                <a:lnTo>
                  <a:pt x="5555615" y="4781550"/>
                </a:lnTo>
                <a:lnTo>
                  <a:pt x="5555615" y="4812030"/>
                </a:lnTo>
                <a:close/>
              </a:path>
              <a:path w="5555615" h="5043805">
                <a:moveTo>
                  <a:pt x="5555615" y="4865370"/>
                </a:moveTo>
                <a:lnTo>
                  <a:pt x="5547995" y="4865370"/>
                </a:lnTo>
                <a:lnTo>
                  <a:pt x="5547995" y="4834890"/>
                </a:lnTo>
                <a:lnTo>
                  <a:pt x="5555615" y="4834890"/>
                </a:lnTo>
                <a:lnTo>
                  <a:pt x="5555615" y="4865370"/>
                </a:lnTo>
                <a:close/>
              </a:path>
              <a:path w="5555615" h="5043805">
                <a:moveTo>
                  <a:pt x="5555615" y="4918710"/>
                </a:moveTo>
                <a:lnTo>
                  <a:pt x="5547995" y="4918710"/>
                </a:lnTo>
                <a:lnTo>
                  <a:pt x="5547995" y="4888230"/>
                </a:lnTo>
                <a:lnTo>
                  <a:pt x="5555615" y="4888230"/>
                </a:lnTo>
                <a:lnTo>
                  <a:pt x="5555615" y="4918710"/>
                </a:lnTo>
                <a:close/>
              </a:path>
              <a:path w="5555615" h="5043805">
                <a:moveTo>
                  <a:pt x="5555615" y="4972050"/>
                </a:moveTo>
                <a:lnTo>
                  <a:pt x="5547995" y="4972050"/>
                </a:lnTo>
                <a:lnTo>
                  <a:pt x="5547995" y="4941570"/>
                </a:lnTo>
                <a:lnTo>
                  <a:pt x="5555615" y="4941570"/>
                </a:lnTo>
                <a:lnTo>
                  <a:pt x="5555615" y="4972050"/>
                </a:lnTo>
                <a:close/>
              </a:path>
              <a:path w="5555615" h="5043805">
                <a:moveTo>
                  <a:pt x="5555615" y="5025390"/>
                </a:moveTo>
                <a:lnTo>
                  <a:pt x="5547995" y="5025390"/>
                </a:lnTo>
                <a:lnTo>
                  <a:pt x="5547995" y="4994910"/>
                </a:lnTo>
                <a:lnTo>
                  <a:pt x="5555615" y="4994910"/>
                </a:lnTo>
                <a:lnTo>
                  <a:pt x="5555615" y="5025390"/>
                </a:lnTo>
                <a:close/>
              </a:path>
              <a:path w="5555615" h="5043805">
                <a:moveTo>
                  <a:pt x="5543549" y="5043805"/>
                </a:moveTo>
                <a:lnTo>
                  <a:pt x="5513070" y="5043805"/>
                </a:lnTo>
                <a:lnTo>
                  <a:pt x="5513070" y="5036185"/>
                </a:lnTo>
                <a:lnTo>
                  <a:pt x="5543549" y="5036185"/>
                </a:lnTo>
                <a:lnTo>
                  <a:pt x="5543549" y="5043805"/>
                </a:lnTo>
                <a:close/>
              </a:path>
              <a:path w="5555615" h="5043805">
                <a:moveTo>
                  <a:pt x="5490210" y="5043805"/>
                </a:moveTo>
                <a:lnTo>
                  <a:pt x="5459730" y="5043805"/>
                </a:lnTo>
                <a:lnTo>
                  <a:pt x="5459730" y="5036185"/>
                </a:lnTo>
                <a:lnTo>
                  <a:pt x="5490210" y="5036185"/>
                </a:lnTo>
                <a:lnTo>
                  <a:pt x="5490210" y="5043805"/>
                </a:lnTo>
                <a:close/>
              </a:path>
              <a:path w="5555615" h="5043805">
                <a:moveTo>
                  <a:pt x="5436870" y="5043805"/>
                </a:moveTo>
                <a:lnTo>
                  <a:pt x="5406390" y="5043805"/>
                </a:lnTo>
                <a:lnTo>
                  <a:pt x="5406390" y="5036185"/>
                </a:lnTo>
                <a:lnTo>
                  <a:pt x="5436870" y="5036185"/>
                </a:lnTo>
                <a:lnTo>
                  <a:pt x="5436870" y="5043805"/>
                </a:lnTo>
                <a:close/>
              </a:path>
              <a:path w="5555615" h="5043805">
                <a:moveTo>
                  <a:pt x="5383530" y="5043805"/>
                </a:moveTo>
                <a:lnTo>
                  <a:pt x="5353049" y="5043805"/>
                </a:lnTo>
                <a:lnTo>
                  <a:pt x="5353049" y="5036185"/>
                </a:lnTo>
                <a:lnTo>
                  <a:pt x="5383530" y="5036185"/>
                </a:lnTo>
                <a:lnTo>
                  <a:pt x="5383530" y="5043805"/>
                </a:lnTo>
                <a:close/>
              </a:path>
              <a:path w="5555615" h="5043805">
                <a:moveTo>
                  <a:pt x="5330190" y="5043805"/>
                </a:moveTo>
                <a:lnTo>
                  <a:pt x="5299710" y="5043805"/>
                </a:lnTo>
                <a:lnTo>
                  <a:pt x="5299710" y="5036185"/>
                </a:lnTo>
                <a:lnTo>
                  <a:pt x="5330190" y="5036185"/>
                </a:lnTo>
                <a:lnTo>
                  <a:pt x="5330190" y="5043805"/>
                </a:lnTo>
                <a:close/>
              </a:path>
              <a:path w="5555615" h="5043805">
                <a:moveTo>
                  <a:pt x="5276849" y="5043805"/>
                </a:moveTo>
                <a:lnTo>
                  <a:pt x="5246370" y="5043805"/>
                </a:lnTo>
                <a:lnTo>
                  <a:pt x="5246370" y="5036185"/>
                </a:lnTo>
                <a:lnTo>
                  <a:pt x="5276849" y="5036185"/>
                </a:lnTo>
                <a:lnTo>
                  <a:pt x="5276849" y="5043805"/>
                </a:lnTo>
                <a:close/>
              </a:path>
              <a:path w="5555615" h="5043805">
                <a:moveTo>
                  <a:pt x="5223510" y="5043805"/>
                </a:moveTo>
                <a:lnTo>
                  <a:pt x="5193030" y="5043805"/>
                </a:lnTo>
                <a:lnTo>
                  <a:pt x="5193030" y="5036185"/>
                </a:lnTo>
                <a:lnTo>
                  <a:pt x="5223510" y="5036185"/>
                </a:lnTo>
                <a:lnTo>
                  <a:pt x="5223510" y="5043805"/>
                </a:lnTo>
                <a:close/>
              </a:path>
              <a:path w="5555615" h="5043805">
                <a:moveTo>
                  <a:pt x="5170170" y="5043805"/>
                </a:moveTo>
                <a:lnTo>
                  <a:pt x="5139690" y="5043805"/>
                </a:lnTo>
                <a:lnTo>
                  <a:pt x="5139690" y="5036185"/>
                </a:lnTo>
                <a:lnTo>
                  <a:pt x="5170170" y="5036185"/>
                </a:lnTo>
                <a:lnTo>
                  <a:pt x="5170170" y="5043805"/>
                </a:lnTo>
                <a:close/>
              </a:path>
              <a:path w="5555615" h="5043805">
                <a:moveTo>
                  <a:pt x="5116830" y="5043805"/>
                </a:moveTo>
                <a:lnTo>
                  <a:pt x="5086349" y="5043805"/>
                </a:lnTo>
                <a:lnTo>
                  <a:pt x="5086349" y="5036185"/>
                </a:lnTo>
                <a:lnTo>
                  <a:pt x="5116830" y="5036185"/>
                </a:lnTo>
                <a:lnTo>
                  <a:pt x="5116830" y="5043805"/>
                </a:lnTo>
                <a:close/>
              </a:path>
              <a:path w="5555615" h="5043805">
                <a:moveTo>
                  <a:pt x="5063490" y="5043805"/>
                </a:moveTo>
                <a:lnTo>
                  <a:pt x="5033010" y="5043805"/>
                </a:lnTo>
                <a:lnTo>
                  <a:pt x="5033010" y="5036185"/>
                </a:lnTo>
                <a:lnTo>
                  <a:pt x="5063490" y="5036185"/>
                </a:lnTo>
                <a:lnTo>
                  <a:pt x="5063490" y="5043805"/>
                </a:lnTo>
                <a:close/>
              </a:path>
              <a:path w="5555615" h="5043805">
                <a:moveTo>
                  <a:pt x="5010149" y="5043805"/>
                </a:moveTo>
                <a:lnTo>
                  <a:pt x="4979670" y="5043805"/>
                </a:lnTo>
                <a:lnTo>
                  <a:pt x="4979670" y="5036185"/>
                </a:lnTo>
                <a:lnTo>
                  <a:pt x="5010149" y="5036185"/>
                </a:lnTo>
                <a:lnTo>
                  <a:pt x="5010149" y="5043805"/>
                </a:lnTo>
                <a:close/>
              </a:path>
              <a:path w="5555615" h="5043805">
                <a:moveTo>
                  <a:pt x="4956810" y="5043805"/>
                </a:moveTo>
                <a:lnTo>
                  <a:pt x="4926330" y="5043805"/>
                </a:lnTo>
                <a:lnTo>
                  <a:pt x="4926330" y="5036185"/>
                </a:lnTo>
                <a:lnTo>
                  <a:pt x="4956810" y="5036185"/>
                </a:lnTo>
                <a:lnTo>
                  <a:pt x="4956810" y="5043805"/>
                </a:lnTo>
                <a:close/>
              </a:path>
              <a:path w="5555615" h="5043805">
                <a:moveTo>
                  <a:pt x="4903470" y="5043805"/>
                </a:moveTo>
                <a:lnTo>
                  <a:pt x="4872990" y="5043805"/>
                </a:lnTo>
                <a:lnTo>
                  <a:pt x="4872990" y="5036185"/>
                </a:lnTo>
                <a:lnTo>
                  <a:pt x="4903470" y="5036185"/>
                </a:lnTo>
                <a:lnTo>
                  <a:pt x="4903470" y="5043805"/>
                </a:lnTo>
                <a:close/>
              </a:path>
              <a:path w="5555615" h="5043805">
                <a:moveTo>
                  <a:pt x="4850130" y="5043805"/>
                </a:moveTo>
                <a:lnTo>
                  <a:pt x="4819649" y="5043805"/>
                </a:lnTo>
                <a:lnTo>
                  <a:pt x="4819649" y="5036185"/>
                </a:lnTo>
                <a:lnTo>
                  <a:pt x="4850130" y="5036185"/>
                </a:lnTo>
                <a:lnTo>
                  <a:pt x="4850130" y="5043805"/>
                </a:lnTo>
                <a:close/>
              </a:path>
              <a:path w="5555615" h="5043805">
                <a:moveTo>
                  <a:pt x="4796790" y="5043805"/>
                </a:moveTo>
                <a:lnTo>
                  <a:pt x="4766310" y="5043805"/>
                </a:lnTo>
                <a:lnTo>
                  <a:pt x="4766310" y="5036185"/>
                </a:lnTo>
                <a:lnTo>
                  <a:pt x="4796790" y="5036185"/>
                </a:lnTo>
                <a:lnTo>
                  <a:pt x="4796790" y="5043805"/>
                </a:lnTo>
                <a:close/>
              </a:path>
              <a:path w="5555615" h="5043805">
                <a:moveTo>
                  <a:pt x="4743449" y="5043805"/>
                </a:moveTo>
                <a:lnTo>
                  <a:pt x="4712970" y="5043805"/>
                </a:lnTo>
                <a:lnTo>
                  <a:pt x="4712970" y="5036185"/>
                </a:lnTo>
                <a:lnTo>
                  <a:pt x="4743449" y="5036185"/>
                </a:lnTo>
                <a:lnTo>
                  <a:pt x="4743449" y="5043805"/>
                </a:lnTo>
                <a:close/>
              </a:path>
              <a:path w="5555615" h="5043805">
                <a:moveTo>
                  <a:pt x="4690110" y="5043805"/>
                </a:moveTo>
                <a:lnTo>
                  <a:pt x="4659630" y="5043805"/>
                </a:lnTo>
                <a:lnTo>
                  <a:pt x="4659630" y="5036185"/>
                </a:lnTo>
                <a:lnTo>
                  <a:pt x="4690110" y="5036185"/>
                </a:lnTo>
                <a:lnTo>
                  <a:pt x="4690110" y="5043805"/>
                </a:lnTo>
                <a:close/>
              </a:path>
              <a:path w="5555615" h="5043805">
                <a:moveTo>
                  <a:pt x="4636770" y="5043805"/>
                </a:moveTo>
                <a:lnTo>
                  <a:pt x="4606290" y="5043805"/>
                </a:lnTo>
                <a:lnTo>
                  <a:pt x="4606290" y="5036185"/>
                </a:lnTo>
                <a:lnTo>
                  <a:pt x="4636770" y="5036185"/>
                </a:lnTo>
                <a:lnTo>
                  <a:pt x="4636770" y="5043805"/>
                </a:lnTo>
                <a:close/>
              </a:path>
              <a:path w="5555615" h="5043805">
                <a:moveTo>
                  <a:pt x="4583430" y="5043805"/>
                </a:moveTo>
                <a:lnTo>
                  <a:pt x="4552949" y="5043805"/>
                </a:lnTo>
                <a:lnTo>
                  <a:pt x="4552949" y="5036185"/>
                </a:lnTo>
                <a:lnTo>
                  <a:pt x="4583430" y="5036185"/>
                </a:lnTo>
                <a:lnTo>
                  <a:pt x="4583430" y="5043805"/>
                </a:lnTo>
                <a:close/>
              </a:path>
              <a:path w="5555615" h="5043805">
                <a:moveTo>
                  <a:pt x="4530090" y="5043805"/>
                </a:moveTo>
                <a:lnTo>
                  <a:pt x="4499610" y="5043805"/>
                </a:lnTo>
                <a:lnTo>
                  <a:pt x="4499610" y="5036185"/>
                </a:lnTo>
                <a:lnTo>
                  <a:pt x="4530090" y="5036185"/>
                </a:lnTo>
                <a:lnTo>
                  <a:pt x="4530090" y="5043805"/>
                </a:lnTo>
                <a:close/>
              </a:path>
              <a:path w="5555615" h="5043805">
                <a:moveTo>
                  <a:pt x="4476749" y="5043805"/>
                </a:moveTo>
                <a:lnTo>
                  <a:pt x="4446270" y="5043805"/>
                </a:lnTo>
                <a:lnTo>
                  <a:pt x="4446270" y="5036185"/>
                </a:lnTo>
                <a:lnTo>
                  <a:pt x="4476749" y="5036185"/>
                </a:lnTo>
                <a:lnTo>
                  <a:pt x="4476749" y="5043805"/>
                </a:lnTo>
                <a:close/>
              </a:path>
              <a:path w="5555615" h="5043805">
                <a:moveTo>
                  <a:pt x="4423410" y="5043805"/>
                </a:moveTo>
                <a:lnTo>
                  <a:pt x="4392930" y="5043805"/>
                </a:lnTo>
                <a:lnTo>
                  <a:pt x="4392930" y="5036185"/>
                </a:lnTo>
                <a:lnTo>
                  <a:pt x="4423410" y="5036185"/>
                </a:lnTo>
                <a:lnTo>
                  <a:pt x="4423410" y="5043805"/>
                </a:lnTo>
                <a:close/>
              </a:path>
              <a:path w="5555615" h="5043805">
                <a:moveTo>
                  <a:pt x="4370070" y="5043805"/>
                </a:moveTo>
                <a:lnTo>
                  <a:pt x="4339590" y="5043805"/>
                </a:lnTo>
                <a:lnTo>
                  <a:pt x="4339590" y="5036185"/>
                </a:lnTo>
                <a:lnTo>
                  <a:pt x="4370070" y="5036185"/>
                </a:lnTo>
                <a:lnTo>
                  <a:pt x="4370070" y="5043805"/>
                </a:lnTo>
                <a:close/>
              </a:path>
              <a:path w="5555615" h="5043805">
                <a:moveTo>
                  <a:pt x="4316730" y="5043805"/>
                </a:moveTo>
                <a:lnTo>
                  <a:pt x="4286249" y="5043805"/>
                </a:lnTo>
                <a:lnTo>
                  <a:pt x="4286249" y="5036185"/>
                </a:lnTo>
                <a:lnTo>
                  <a:pt x="4316730" y="5036185"/>
                </a:lnTo>
                <a:lnTo>
                  <a:pt x="4316730" y="5043805"/>
                </a:lnTo>
                <a:close/>
              </a:path>
              <a:path w="5555615" h="5043805">
                <a:moveTo>
                  <a:pt x="4263390" y="5043805"/>
                </a:moveTo>
                <a:lnTo>
                  <a:pt x="4232910" y="5043805"/>
                </a:lnTo>
                <a:lnTo>
                  <a:pt x="4232910" y="5036185"/>
                </a:lnTo>
                <a:lnTo>
                  <a:pt x="4263390" y="5036185"/>
                </a:lnTo>
                <a:lnTo>
                  <a:pt x="4263390" y="5043805"/>
                </a:lnTo>
                <a:close/>
              </a:path>
              <a:path w="5555615" h="5043805">
                <a:moveTo>
                  <a:pt x="4210049" y="5043805"/>
                </a:moveTo>
                <a:lnTo>
                  <a:pt x="4179569" y="5043805"/>
                </a:lnTo>
                <a:lnTo>
                  <a:pt x="4179569" y="5036185"/>
                </a:lnTo>
                <a:lnTo>
                  <a:pt x="4210049" y="5036185"/>
                </a:lnTo>
                <a:lnTo>
                  <a:pt x="4210049" y="5043805"/>
                </a:lnTo>
                <a:close/>
              </a:path>
              <a:path w="5555615" h="5043805">
                <a:moveTo>
                  <a:pt x="4156710" y="5043805"/>
                </a:moveTo>
                <a:lnTo>
                  <a:pt x="4126230" y="5043805"/>
                </a:lnTo>
                <a:lnTo>
                  <a:pt x="4126230" y="5036185"/>
                </a:lnTo>
                <a:lnTo>
                  <a:pt x="4156710" y="5036185"/>
                </a:lnTo>
                <a:lnTo>
                  <a:pt x="4156710" y="5043805"/>
                </a:lnTo>
                <a:close/>
              </a:path>
              <a:path w="5555615" h="5043805">
                <a:moveTo>
                  <a:pt x="4103369" y="5043805"/>
                </a:moveTo>
                <a:lnTo>
                  <a:pt x="4072890" y="5043805"/>
                </a:lnTo>
                <a:lnTo>
                  <a:pt x="4072890" y="5036185"/>
                </a:lnTo>
                <a:lnTo>
                  <a:pt x="4103369" y="5036185"/>
                </a:lnTo>
                <a:lnTo>
                  <a:pt x="4103369" y="5043805"/>
                </a:lnTo>
                <a:close/>
              </a:path>
              <a:path w="5555615" h="5043805">
                <a:moveTo>
                  <a:pt x="4050030" y="5043805"/>
                </a:moveTo>
                <a:lnTo>
                  <a:pt x="4019549" y="5043805"/>
                </a:lnTo>
                <a:lnTo>
                  <a:pt x="4019549" y="5036185"/>
                </a:lnTo>
                <a:lnTo>
                  <a:pt x="4050030" y="5036185"/>
                </a:lnTo>
                <a:lnTo>
                  <a:pt x="4050030" y="5043805"/>
                </a:lnTo>
                <a:close/>
              </a:path>
              <a:path w="5555615" h="5043805">
                <a:moveTo>
                  <a:pt x="3996690" y="5043805"/>
                </a:moveTo>
                <a:lnTo>
                  <a:pt x="3966210" y="5043805"/>
                </a:lnTo>
                <a:lnTo>
                  <a:pt x="3966210" y="5036185"/>
                </a:lnTo>
                <a:lnTo>
                  <a:pt x="3996690" y="5036185"/>
                </a:lnTo>
                <a:lnTo>
                  <a:pt x="3996690" y="5043805"/>
                </a:lnTo>
                <a:close/>
              </a:path>
              <a:path w="5555615" h="5043805">
                <a:moveTo>
                  <a:pt x="3943349" y="5043805"/>
                </a:moveTo>
                <a:lnTo>
                  <a:pt x="3912869" y="5043805"/>
                </a:lnTo>
                <a:lnTo>
                  <a:pt x="3912869" y="5036185"/>
                </a:lnTo>
                <a:lnTo>
                  <a:pt x="3943349" y="5036185"/>
                </a:lnTo>
                <a:lnTo>
                  <a:pt x="3943349" y="5043805"/>
                </a:lnTo>
                <a:close/>
              </a:path>
              <a:path w="5555615" h="5043805">
                <a:moveTo>
                  <a:pt x="3890010" y="5043805"/>
                </a:moveTo>
                <a:lnTo>
                  <a:pt x="3859530" y="5043805"/>
                </a:lnTo>
                <a:lnTo>
                  <a:pt x="3859530" y="5036185"/>
                </a:lnTo>
                <a:lnTo>
                  <a:pt x="3890010" y="5036185"/>
                </a:lnTo>
                <a:lnTo>
                  <a:pt x="3890010" y="5043805"/>
                </a:lnTo>
                <a:close/>
              </a:path>
              <a:path w="5555615" h="5043805">
                <a:moveTo>
                  <a:pt x="3836669" y="5043805"/>
                </a:moveTo>
                <a:lnTo>
                  <a:pt x="3806190" y="5043805"/>
                </a:lnTo>
                <a:lnTo>
                  <a:pt x="3806190" y="5036185"/>
                </a:lnTo>
                <a:lnTo>
                  <a:pt x="3836669" y="5036185"/>
                </a:lnTo>
                <a:lnTo>
                  <a:pt x="3836669" y="5043805"/>
                </a:lnTo>
                <a:close/>
              </a:path>
              <a:path w="5555615" h="5043805">
                <a:moveTo>
                  <a:pt x="3783330" y="5043805"/>
                </a:moveTo>
                <a:lnTo>
                  <a:pt x="3752849" y="5043805"/>
                </a:lnTo>
                <a:lnTo>
                  <a:pt x="3752849" y="5036185"/>
                </a:lnTo>
                <a:lnTo>
                  <a:pt x="3783330" y="5036185"/>
                </a:lnTo>
                <a:lnTo>
                  <a:pt x="3783330" y="5043805"/>
                </a:lnTo>
                <a:close/>
              </a:path>
              <a:path w="5555615" h="5043805">
                <a:moveTo>
                  <a:pt x="3729990" y="5043805"/>
                </a:moveTo>
                <a:lnTo>
                  <a:pt x="3699510" y="5043805"/>
                </a:lnTo>
                <a:lnTo>
                  <a:pt x="3699510" y="5036185"/>
                </a:lnTo>
                <a:lnTo>
                  <a:pt x="3729990" y="5036185"/>
                </a:lnTo>
                <a:lnTo>
                  <a:pt x="3729990" y="5043805"/>
                </a:lnTo>
                <a:close/>
              </a:path>
              <a:path w="5555615" h="5043805">
                <a:moveTo>
                  <a:pt x="3676649" y="5043805"/>
                </a:moveTo>
                <a:lnTo>
                  <a:pt x="3646169" y="5043805"/>
                </a:lnTo>
                <a:lnTo>
                  <a:pt x="3646169" y="5036185"/>
                </a:lnTo>
                <a:lnTo>
                  <a:pt x="3676649" y="5036185"/>
                </a:lnTo>
                <a:lnTo>
                  <a:pt x="3676649" y="5043805"/>
                </a:lnTo>
                <a:close/>
              </a:path>
              <a:path w="5555615" h="5043805">
                <a:moveTo>
                  <a:pt x="3623310" y="5043805"/>
                </a:moveTo>
                <a:lnTo>
                  <a:pt x="3592830" y="5043805"/>
                </a:lnTo>
                <a:lnTo>
                  <a:pt x="3592830" y="5036185"/>
                </a:lnTo>
                <a:lnTo>
                  <a:pt x="3623310" y="5036185"/>
                </a:lnTo>
                <a:lnTo>
                  <a:pt x="3623310" y="5043805"/>
                </a:lnTo>
                <a:close/>
              </a:path>
              <a:path w="5555615" h="5043805">
                <a:moveTo>
                  <a:pt x="3569969" y="5043805"/>
                </a:moveTo>
                <a:lnTo>
                  <a:pt x="3539490" y="5043805"/>
                </a:lnTo>
                <a:lnTo>
                  <a:pt x="3539490" y="5036185"/>
                </a:lnTo>
                <a:lnTo>
                  <a:pt x="3569969" y="5036185"/>
                </a:lnTo>
                <a:lnTo>
                  <a:pt x="3569969" y="5043805"/>
                </a:lnTo>
                <a:close/>
              </a:path>
              <a:path w="5555615" h="5043805">
                <a:moveTo>
                  <a:pt x="3516630" y="5043805"/>
                </a:moveTo>
                <a:lnTo>
                  <a:pt x="3486149" y="5043805"/>
                </a:lnTo>
                <a:lnTo>
                  <a:pt x="3486149" y="5036185"/>
                </a:lnTo>
                <a:lnTo>
                  <a:pt x="3516630" y="5036185"/>
                </a:lnTo>
                <a:lnTo>
                  <a:pt x="3516630" y="5043805"/>
                </a:lnTo>
                <a:close/>
              </a:path>
              <a:path w="5555615" h="5043805">
                <a:moveTo>
                  <a:pt x="3463290" y="5043805"/>
                </a:moveTo>
                <a:lnTo>
                  <a:pt x="3432810" y="5043805"/>
                </a:lnTo>
                <a:lnTo>
                  <a:pt x="3432810" y="5036185"/>
                </a:lnTo>
                <a:lnTo>
                  <a:pt x="3463290" y="5036185"/>
                </a:lnTo>
                <a:lnTo>
                  <a:pt x="3463290" y="5043805"/>
                </a:lnTo>
                <a:close/>
              </a:path>
              <a:path w="5555615" h="5043805">
                <a:moveTo>
                  <a:pt x="3409949" y="5043805"/>
                </a:moveTo>
                <a:lnTo>
                  <a:pt x="3379469" y="5043805"/>
                </a:lnTo>
                <a:lnTo>
                  <a:pt x="3379469" y="5036185"/>
                </a:lnTo>
                <a:lnTo>
                  <a:pt x="3409949" y="5036185"/>
                </a:lnTo>
                <a:lnTo>
                  <a:pt x="3409949" y="5043805"/>
                </a:lnTo>
                <a:close/>
              </a:path>
              <a:path w="5555615" h="5043805">
                <a:moveTo>
                  <a:pt x="3356610" y="5043805"/>
                </a:moveTo>
                <a:lnTo>
                  <a:pt x="3326130" y="5043805"/>
                </a:lnTo>
                <a:lnTo>
                  <a:pt x="3326130" y="5036185"/>
                </a:lnTo>
                <a:lnTo>
                  <a:pt x="3356610" y="5036185"/>
                </a:lnTo>
                <a:lnTo>
                  <a:pt x="3356610" y="5043805"/>
                </a:lnTo>
                <a:close/>
              </a:path>
              <a:path w="5555615" h="5043805">
                <a:moveTo>
                  <a:pt x="3303269" y="5043805"/>
                </a:moveTo>
                <a:lnTo>
                  <a:pt x="3272790" y="5043805"/>
                </a:lnTo>
                <a:lnTo>
                  <a:pt x="3272790" y="5036185"/>
                </a:lnTo>
                <a:lnTo>
                  <a:pt x="3303269" y="5036185"/>
                </a:lnTo>
                <a:lnTo>
                  <a:pt x="3303269" y="5043805"/>
                </a:lnTo>
                <a:close/>
              </a:path>
              <a:path w="5555615" h="5043805">
                <a:moveTo>
                  <a:pt x="3249930" y="5043805"/>
                </a:moveTo>
                <a:lnTo>
                  <a:pt x="3219449" y="5043805"/>
                </a:lnTo>
                <a:lnTo>
                  <a:pt x="3219449" y="5036185"/>
                </a:lnTo>
                <a:lnTo>
                  <a:pt x="3249930" y="5036185"/>
                </a:lnTo>
                <a:lnTo>
                  <a:pt x="3249930" y="5043805"/>
                </a:lnTo>
                <a:close/>
              </a:path>
              <a:path w="5555615" h="5043805">
                <a:moveTo>
                  <a:pt x="3196590" y="5043805"/>
                </a:moveTo>
                <a:lnTo>
                  <a:pt x="3166110" y="5043805"/>
                </a:lnTo>
                <a:lnTo>
                  <a:pt x="3166110" y="5036185"/>
                </a:lnTo>
                <a:lnTo>
                  <a:pt x="3196590" y="5036185"/>
                </a:lnTo>
                <a:lnTo>
                  <a:pt x="3196590" y="5043805"/>
                </a:lnTo>
                <a:close/>
              </a:path>
              <a:path w="5555615" h="5043805">
                <a:moveTo>
                  <a:pt x="3143249" y="5043805"/>
                </a:moveTo>
                <a:lnTo>
                  <a:pt x="3112769" y="5043805"/>
                </a:lnTo>
                <a:lnTo>
                  <a:pt x="3112769" y="5036185"/>
                </a:lnTo>
                <a:lnTo>
                  <a:pt x="3143249" y="5036185"/>
                </a:lnTo>
                <a:lnTo>
                  <a:pt x="3143249" y="5043805"/>
                </a:lnTo>
                <a:close/>
              </a:path>
              <a:path w="5555615" h="5043805">
                <a:moveTo>
                  <a:pt x="3089910" y="5043805"/>
                </a:moveTo>
                <a:lnTo>
                  <a:pt x="3059430" y="5043805"/>
                </a:lnTo>
                <a:lnTo>
                  <a:pt x="3059430" y="5036185"/>
                </a:lnTo>
                <a:lnTo>
                  <a:pt x="3089910" y="5036185"/>
                </a:lnTo>
                <a:lnTo>
                  <a:pt x="3089910" y="5043805"/>
                </a:lnTo>
                <a:close/>
              </a:path>
              <a:path w="5555615" h="5043805">
                <a:moveTo>
                  <a:pt x="3036569" y="5043805"/>
                </a:moveTo>
                <a:lnTo>
                  <a:pt x="3006090" y="5043805"/>
                </a:lnTo>
                <a:lnTo>
                  <a:pt x="3006090" y="5036185"/>
                </a:lnTo>
                <a:lnTo>
                  <a:pt x="3036569" y="5036185"/>
                </a:lnTo>
                <a:lnTo>
                  <a:pt x="3036569" y="5043805"/>
                </a:lnTo>
                <a:close/>
              </a:path>
              <a:path w="5555615" h="5043805">
                <a:moveTo>
                  <a:pt x="2983230" y="5043805"/>
                </a:moveTo>
                <a:lnTo>
                  <a:pt x="2952749" y="5043805"/>
                </a:lnTo>
                <a:lnTo>
                  <a:pt x="2952749" y="5036185"/>
                </a:lnTo>
                <a:lnTo>
                  <a:pt x="2983230" y="5036185"/>
                </a:lnTo>
                <a:lnTo>
                  <a:pt x="2983230" y="5043805"/>
                </a:lnTo>
                <a:close/>
              </a:path>
              <a:path w="5555615" h="5043805">
                <a:moveTo>
                  <a:pt x="2929890" y="5043805"/>
                </a:moveTo>
                <a:lnTo>
                  <a:pt x="2899410" y="5043805"/>
                </a:lnTo>
                <a:lnTo>
                  <a:pt x="2899410" y="5036185"/>
                </a:lnTo>
                <a:lnTo>
                  <a:pt x="2929890" y="5036185"/>
                </a:lnTo>
                <a:lnTo>
                  <a:pt x="2929890" y="5043805"/>
                </a:lnTo>
                <a:close/>
              </a:path>
              <a:path w="5555615" h="5043805">
                <a:moveTo>
                  <a:pt x="2876549" y="5043805"/>
                </a:moveTo>
                <a:lnTo>
                  <a:pt x="2846069" y="5043805"/>
                </a:lnTo>
                <a:lnTo>
                  <a:pt x="2846069" y="5036185"/>
                </a:lnTo>
                <a:lnTo>
                  <a:pt x="2876549" y="5036185"/>
                </a:lnTo>
                <a:lnTo>
                  <a:pt x="2876549" y="5043805"/>
                </a:lnTo>
                <a:close/>
              </a:path>
              <a:path w="5555615" h="5043805">
                <a:moveTo>
                  <a:pt x="2823210" y="5043805"/>
                </a:moveTo>
                <a:lnTo>
                  <a:pt x="2792730" y="5043805"/>
                </a:lnTo>
                <a:lnTo>
                  <a:pt x="2792730" y="5036185"/>
                </a:lnTo>
                <a:lnTo>
                  <a:pt x="2823210" y="5036185"/>
                </a:lnTo>
                <a:lnTo>
                  <a:pt x="2823210" y="5043805"/>
                </a:lnTo>
                <a:close/>
              </a:path>
              <a:path w="5555615" h="5043805">
                <a:moveTo>
                  <a:pt x="2769869" y="5043805"/>
                </a:moveTo>
                <a:lnTo>
                  <a:pt x="2739390" y="5043805"/>
                </a:lnTo>
                <a:lnTo>
                  <a:pt x="2739390" y="5036185"/>
                </a:lnTo>
                <a:lnTo>
                  <a:pt x="2769869" y="5036185"/>
                </a:lnTo>
                <a:lnTo>
                  <a:pt x="2769869" y="5043805"/>
                </a:lnTo>
                <a:close/>
              </a:path>
              <a:path w="5555615" h="5043805">
                <a:moveTo>
                  <a:pt x="2716530" y="5043805"/>
                </a:moveTo>
                <a:lnTo>
                  <a:pt x="2686049" y="5043805"/>
                </a:lnTo>
                <a:lnTo>
                  <a:pt x="2686049" y="5036185"/>
                </a:lnTo>
                <a:lnTo>
                  <a:pt x="2716530" y="5036185"/>
                </a:lnTo>
                <a:lnTo>
                  <a:pt x="2716530" y="5043805"/>
                </a:lnTo>
                <a:close/>
              </a:path>
              <a:path w="5555615" h="5043805">
                <a:moveTo>
                  <a:pt x="2663190" y="5043805"/>
                </a:moveTo>
                <a:lnTo>
                  <a:pt x="2632710" y="5043805"/>
                </a:lnTo>
                <a:lnTo>
                  <a:pt x="2632710" y="5036185"/>
                </a:lnTo>
                <a:lnTo>
                  <a:pt x="2663190" y="5036185"/>
                </a:lnTo>
                <a:lnTo>
                  <a:pt x="2663190" y="5043805"/>
                </a:lnTo>
                <a:close/>
              </a:path>
              <a:path w="5555615" h="5043805">
                <a:moveTo>
                  <a:pt x="2609849" y="5043805"/>
                </a:moveTo>
                <a:lnTo>
                  <a:pt x="2579369" y="5043805"/>
                </a:lnTo>
                <a:lnTo>
                  <a:pt x="2579369" y="5036185"/>
                </a:lnTo>
                <a:lnTo>
                  <a:pt x="2609849" y="5036185"/>
                </a:lnTo>
                <a:lnTo>
                  <a:pt x="2609849" y="5043805"/>
                </a:lnTo>
                <a:close/>
              </a:path>
              <a:path w="5555615" h="5043805">
                <a:moveTo>
                  <a:pt x="2556510" y="5043805"/>
                </a:moveTo>
                <a:lnTo>
                  <a:pt x="2526030" y="5043805"/>
                </a:lnTo>
                <a:lnTo>
                  <a:pt x="2526030" y="5036185"/>
                </a:lnTo>
                <a:lnTo>
                  <a:pt x="2556510" y="5036185"/>
                </a:lnTo>
                <a:lnTo>
                  <a:pt x="2556510" y="5043805"/>
                </a:lnTo>
                <a:close/>
              </a:path>
              <a:path w="5555615" h="5043805">
                <a:moveTo>
                  <a:pt x="2503169" y="5043805"/>
                </a:moveTo>
                <a:lnTo>
                  <a:pt x="2472690" y="5043805"/>
                </a:lnTo>
                <a:lnTo>
                  <a:pt x="2472690" y="5036185"/>
                </a:lnTo>
                <a:lnTo>
                  <a:pt x="2503169" y="5036185"/>
                </a:lnTo>
                <a:lnTo>
                  <a:pt x="2503169" y="5043805"/>
                </a:lnTo>
                <a:close/>
              </a:path>
              <a:path w="5555615" h="5043805">
                <a:moveTo>
                  <a:pt x="2449830" y="5043805"/>
                </a:moveTo>
                <a:lnTo>
                  <a:pt x="2419349" y="5043805"/>
                </a:lnTo>
                <a:lnTo>
                  <a:pt x="2419349" y="5036185"/>
                </a:lnTo>
                <a:lnTo>
                  <a:pt x="2449830" y="5036185"/>
                </a:lnTo>
                <a:lnTo>
                  <a:pt x="2449830" y="5043805"/>
                </a:lnTo>
                <a:close/>
              </a:path>
              <a:path w="5555615" h="5043805">
                <a:moveTo>
                  <a:pt x="2396490" y="5043805"/>
                </a:moveTo>
                <a:lnTo>
                  <a:pt x="2366010" y="5043805"/>
                </a:lnTo>
                <a:lnTo>
                  <a:pt x="2366010" y="5036185"/>
                </a:lnTo>
                <a:lnTo>
                  <a:pt x="2396490" y="5036185"/>
                </a:lnTo>
                <a:lnTo>
                  <a:pt x="2396490" y="5043805"/>
                </a:lnTo>
                <a:close/>
              </a:path>
              <a:path w="5555615" h="5043805">
                <a:moveTo>
                  <a:pt x="2343149" y="5043805"/>
                </a:moveTo>
                <a:lnTo>
                  <a:pt x="2312669" y="5043805"/>
                </a:lnTo>
                <a:lnTo>
                  <a:pt x="2312669" y="5036185"/>
                </a:lnTo>
                <a:lnTo>
                  <a:pt x="2343149" y="5036185"/>
                </a:lnTo>
                <a:lnTo>
                  <a:pt x="2343149" y="5043805"/>
                </a:lnTo>
                <a:close/>
              </a:path>
              <a:path w="5555615" h="5043805">
                <a:moveTo>
                  <a:pt x="2289810" y="5043805"/>
                </a:moveTo>
                <a:lnTo>
                  <a:pt x="2259330" y="5043805"/>
                </a:lnTo>
                <a:lnTo>
                  <a:pt x="2259330" y="5036185"/>
                </a:lnTo>
                <a:lnTo>
                  <a:pt x="2289810" y="5036185"/>
                </a:lnTo>
                <a:lnTo>
                  <a:pt x="2289810" y="5043805"/>
                </a:lnTo>
                <a:close/>
              </a:path>
              <a:path w="5555615" h="5043805">
                <a:moveTo>
                  <a:pt x="2236469" y="5043805"/>
                </a:moveTo>
                <a:lnTo>
                  <a:pt x="2205990" y="5043805"/>
                </a:lnTo>
                <a:lnTo>
                  <a:pt x="2205990" y="5036185"/>
                </a:lnTo>
                <a:lnTo>
                  <a:pt x="2236469" y="5036185"/>
                </a:lnTo>
                <a:lnTo>
                  <a:pt x="2236469" y="5043805"/>
                </a:lnTo>
                <a:close/>
              </a:path>
              <a:path w="5555615" h="5043805">
                <a:moveTo>
                  <a:pt x="2183130" y="5043805"/>
                </a:moveTo>
                <a:lnTo>
                  <a:pt x="2152649" y="5043805"/>
                </a:lnTo>
                <a:lnTo>
                  <a:pt x="2152649" y="5036185"/>
                </a:lnTo>
                <a:lnTo>
                  <a:pt x="2183130" y="5036185"/>
                </a:lnTo>
                <a:lnTo>
                  <a:pt x="2183130" y="5043805"/>
                </a:lnTo>
                <a:close/>
              </a:path>
              <a:path w="5555615" h="5043805">
                <a:moveTo>
                  <a:pt x="2129790" y="5043805"/>
                </a:moveTo>
                <a:lnTo>
                  <a:pt x="2099310" y="5043805"/>
                </a:lnTo>
                <a:lnTo>
                  <a:pt x="2099310" y="5036185"/>
                </a:lnTo>
                <a:lnTo>
                  <a:pt x="2129790" y="5036185"/>
                </a:lnTo>
                <a:lnTo>
                  <a:pt x="2129790" y="5043805"/>
                </a:lnTo>
                <a:close/>
              </a:path>
              <a:path w="5555615" h="5043805">
                <a:moveTo>
                  <a:pt x="2076449" y="5043805"/>
                </a:moveTo>
                <a:lnTo>
                  <a:pt x="2045969" y="5043805"/>
                </a:lnTo>
                <a:lnTo>
                  <a:pt x="2045969" y="5036185"/>
                </a:lnTo>
                <a:lnTo>
                  <a:pt x="2076449" y="5036185"/>
                </a:lnTo>
                <a:lnTo>
                  <a:pt x="2076449" y="5043805"/>
                </a:lnTo>
                <a:close/>
              </a:path>
              <a:path w="5555615" h="5043805">
                <a:moveTo>
                  <a:pt x="2023110" y="5043805"/>
                </a:moveTo>
                <a:lnTo>
                  <a:pt x="1992630" y="5043805"/>
                </a:lnTo>
                <a:lnTo>
                  <a:pt x="1992630" y="5036185"/>
                </a:lnTo>
                <a:lnTo>
                  <a:pt x="2023110" y="5036185"/>
                </a:lnTo>
                <a:lnTo>
                  <a:pt x="2023110" y="5043805"/>
                </a:lnTo>
                <a:close/>
              </a:path>
              <a:path w="5555615" h="5043805">
                <a:moveTo>
                  <a:pt x="1969769" y="5043805"/>
                </a:moveTo>
                <a:lnTo>
                  <a:pt x="1939289" y="5043805"/>
                </a:lnTo>
                <a:lnTo>
                  <a:pt x="1939289" y="5036185"/>
                </a:lnTo>
                <a:lnTo>
                  <a:pt x="1969769" y="5036185"/>
                </a:lnTo>
                <a:lnTo>
                  <a:pt x="1969769" y="5043805"/>
                </a:lnTo>
                <a:close/>
              </a:path>
              <a:path w="5555615" h="5043805">
                <a:moveTo>
                  <a:pt x="1916430" y="5043805"/>
                </a:moveTo>
                <a:lnTo>
                  <a:pt x="1885949" y="5043805"/>
                </a:lnTo>
                <a:lnTo>
                  <a:pt x="1885949" y="5036185"/>
                </a:lnTo>
                <a:lnTo>
                  <a:pt x="1916430" y="5036185"/>
                </a:lnTo>
                <a:lnTo>
                  <a:pt x="1916430" y="5043805"/>
                </a:lnTo>
                <a:close/>
              </a:path>
              <a:path w="5555615" h="5043805">
                <a:moveTo>
                  <a:pt x="1863089" y="5043805"/>
                </a:moveTo>
                <a:lnTo>
                  <a:pt x="1832610" y="5043805"/>
                </a:lnTo>
                <a:lnTo>
                  <a:pt x="1832610" y="5036185"/>
                </a:lnTo>
                <a:lnTo>
                  <a:pt x="1863089" y="5036185"/>
                </a:lnTo>
                <a:lnTo>
                  <a:pt x="1863089" y="5043805"/>
                </a:lnTo>
                <a:close/>
              </a:path>
              <a:path w="5555615" h="5043805">
                <a:moveTo>
                  <a:pt x="1809749" y="5043805"/>
                </a:moveTo>
                <a:lnTo>
                  <a:pt x="1779269" y="5043805"/>
                </a:lnTo>
                <a:lnTo>
                  <a:pt x="1779269" y="5036185"/>
                </a:lnTo>
                <a:lnTo>
                  <a:pt x="1809749" y="5036185"/>
                </a:lnTo>
                <a:lnTo>
                  <a:pt x="1809749" y="5043805"/>
                </a:lnTo>
                <a:close/>
              </a:path>
              <a:path w="5555615" h="5043805">
                <a:moveTo>
                  <a:pt x="1756410" y="5043805"/>
                </a:moveTo>
                <a:lnTo>
                  <a:pt x="1725930" y="5043805"/>
                </a:lnTo>
                <a:lnTo>
                  <a:pt x="1725930" y="5036185"/>
                </a:lnTo>
                <a:lnTo>
                  <a:pt x="1756410" y="5036185"/>
                </a:lnTo>
                <a:lnTo>
                  <a:pt x="1756410" y="5043805"/>
                </a:lnTo>
                <a:close/>
              </a:path>
              <a:path w="5555615" h="5043805">
                <a:moveTo>
                  <a:pt x="1703069" y="5043805"/>
                </a:moveTo>
                <a:lnTo>
                  <a:pt x="1672589" y="5043805"/>
                </a:lnTo>
                <a:lnTo>
                  <a:pt x="1672589" y="5036185"/>
                </a:lnTo>
                <a:lnTo>
                  <a:pt x="1703069" y="5036185"/>
                </a:lnTo>
                <a:lnTo>
                  <a:pt x="1703069" y="5043805"/>
                </a:lnTo>
                <a:close/>
              </a:path>
              <a:path w="5555615" h="5043805">
                <a:moveTo>
                  <a:pt x="1649730" y="5043805"/>
                </a:moveTo>
                <a:lnTo>
                  <a:pt x="1619249" y="5043805"/>
                </a:lnTo>
                <a:lnTo>
                  <a:pt x="1619249" y="5036185"/>
                </a:lnTo>
                <a:lnTo>
                  <a:pt x="1649730" y="5036185"/>
                </a:lnTo>
                <a:lnTo>
                  <a:pt x="1649730" y="5043805"/>
                </a:lnTo>
                <a:close/>
              </a:path>
              <a:path w="5555615" h="5043805">
                <a:moveTo>
                  <a:pt x="1596389" y="5043805"/>
                </a:moveTo>
                <a:lnTo>
                  <a:pt x="1565910" y="5043805"/>
                </a:lnTo>
                <a:lnTo>
                  <a:pt x="1565910" y="5036185"/>
                </a:lnTo>
                <a:lnTo>
                  <a:pt x="1596389" y="5036185"/>
                </a:lnTo>
                <a:lnTo>
                  <a:pt x="1596389" y="5043805"/>
                </a:lnTo>
                <a:close/>
              </a:path>
              <a:path w="5555615" h="5043805">
                <a:moveTo>
                  <a:pt x="1543049" y="5043805"/>
                </a:moveTo>
                <a:lnTo>
                  <a:pt x="1512569" y="5043805"/>
                </a:lnTo>
                <a:lnTo>
                  <a:pt x="1512569" y="5036185"/>
                </a:lnTo>
                <a:lnTo>
                  <a:pt x="1543049" y="5036185"/>
                </a:lnTo>
                <a:lnTo>
                  <a:pt x="1543049" y="5043805"/>
                </a:lnTo>
                <a:close/>
              </a:path>
              <a:path w="5555615" h="5043805">
                <a:moveTo>
                  <a:pt x="1489710" y="5043805"/>
                </a:moveTo>
                <a:lnTo>
                  <a:pt x="1459230" y="5043805"/>
                </a:lnTo>
                <a:lnTo>
                  <a:pt x="1459230" y="5036185"/>
                </a:lnTo>
                <a:lnTo>
                  <a:pt x="1489710" y="5036185"/>
                </a:lnTo>
                <a:lnTo>
                  <a:pt x="1489710" y="5043805"/>
                </a:lnTo>
                <a:close/>
              </a:path>
              <a:path w="5555615" h="5043805">
                <a:moveTo>
                  <a:pt x="1436369" y="5043805"/>
                </a:moveTo>
                <a:lnTo>
                  <a:pt x="1405889" y="5043805"/>
                </a:lnTo>
                <a:lnTo>
                  <a:pt x="1405889" y="5036185"/>
                </a:lnTo>
                <a:lnTo>
                  <a:pt x="1436369" y="5036185"/>
                </a:lnTo>
                <a:lnTo>
                  <a:pt x="1436369" y="5043805"/>
                </a:lnTo>
                <a:close/>
              </a:path>
              <a:path w="5555615" h="5043805">
                <a:moveTo>
                  <a:pt x="1383030" y="5043805"/>
                </a:moveTo>
                <a:lnTo>
                  <a:pt x="1352549" y="5043805"/>
                </a:lnTo>
                <a:lnTo>
                  <a:pt x="1352549" y="5036185"/>
                </a:lnTo>
                <a:lnTo>
                  <a:pt x="1383030" y="5036185"/>
                </a:lnTo>
                <a:lnTo>
                  <a:pt x="1383030" y="5043805"/>
                </a:lnTo>
                <a:close/>
              </a:path>
              <a:path w="5555615" h="5043805">
                <a:moveTo>
                  <a:pt x="1329689" y="5043805"/>
                </a:moveTo>
                <a:lnTo>
                  <a:pt x="1299210" y="5043805"/>
                </a:lnTo>
                <a:lnTo>
                  <a:pt x="1299210" y="5036185"/>
                </a:lnTo>
                <a:lnTo>
                  <a:pt x="1329689" y="5036185"/>
                </a:lnTo>
                <a:lnTo>
                  <a:pt x="1329689" y="5043805"/>
                </a:lnTo>
                <a:close/>
              </a:path>
              <a:path w="5555615" h="5043805">
                <a:moveTo>
                  <a:pt x="1276349" y="5043805"/>
                </a:moveTo>
                <a:lnTo>
                  <a:pt x="1245869" y="5043805"/>
                </a:lnTo>
                <a:lnTo>
                  <a:pt x="1245869" y="5036185"/>
                </a:lnTo>
                <a:lnTo>
                  <a:pt x="1276349" y="5036185"/>
                </a:lnTo>
                <a:lnTo>
                  <a:pt x="1276349" y="5043805"/>
                </a:lnTo>
                <a:close/>
              </a:path>
              <a:path w="5555615" h="5043805">
                <a:moveTo>
                  <a:pt x="1223010" y="5043805"/>
                </a:moveTo>
                <a:lnTo>
                  <a:pt x="1192530" y="5043805"/>
                </a:lnTo>
                <a:lnTo>
                  <a:pt x="1192530" y="5036185"/>
                </a:lnTo>
                <a:lnTo>
                  <a:pt x="1223010" y="5036185"/>
                </a:lnTo>
                <a:lnTo>
                  <a:pt x="1223010" y="5043805"/>
                </a:lnTo>
                <a:close/>
              </a:path>
              <a:path w="5555615" h="5043805">
                <a:moveTo>
                  <a:pt x="1169669" y="5043805"/>
                </a:moveTo>
                <a:lnTo>
                  <a:pt x="1139189" y="5043805"/>
                </a:lnTo>
                <a:lnTo>
                  <a:pt x="1139189" y="5036185"/>
                </a:lnTo>
                <a:lnTo>
                  <a:pt x="1169669" y="5036185"/>
                </a:lnTo>
                <a:lnTo>
                  <a:pt x="1169669" y="5043805"/>
                </a:lnTo>
                <a:close/>
              </a:path>
              <a:path w="5555615" h="5043805">
                <a:moveTo>
                  <a:pt x="1116330" y="5043805"/>
                </a:moveTo>
                <a:lnTo>
                  <a:pt x="1085849" y="5043805"/>
                </a:lnTo>
                <a:lnTo>
                  <a:pt x="1085849" y="5036185"/>
                </a:lnTo>
                <a:lnTo>
                  <a:pt x="1116330" y="5036185"/>
                </a:lnTo>
                <a:lnTo>
                  <a:pt x="1116330" y="5043805"/>
                </a:lnTo>
                <a:close/>
              </a:path>
              <a:path w="5555615" h="5043805">
                <a:moveTo>
                  <a:pt x="1062989" y="5043805"/>
                </a:moveTo>
                <a:lnTo>
                  <a:pt x="1032510" y="5043805"/>
                </a:lnTo>
                <a:lnTo>
                  <a:pt x="1032510" y="5036185"/>
                </a:lnTo>
                <a:lnTo>
                  <a:pt x="1062989" y="5036185"/>
                </a:lnTo>
                <a:lnTo>
                  <a:pt x="1062989" y="5043805"/>
                </a:lnTo>
                <a:close/>
              </a:path>
              <a:path w="5555615" h="5043805">
                <a:moveTo>
                  <a:pt x="1009649" y="5043805"/>
                </a:moveTo>
                <a:lnTo>
                  <a:pt x="979169" y="5043805"/>
                </a:lnTo>
                <a:lnTo>
                  <a:pt x="979169" y="5036185"/>
                </a:lnTo>
                <a:lnTo>
                  <a:pt x="1009649" y="5036185"/>
                </a:lnTo>
                <a:lnTo>
                  <a:pt x="1009649" y="5043805"/>
                </a:lnTo>
                <a:close/>
              </a:path>
              <a:path w="5555615" h="5043805">
                <a:moveTo>
                  <a:pt x="956310" y="5043805"/>
                </a:moveTo>
                <a:lnTo>
                  <a:pt x="925830" y="5043805"/>
                </a:lnTo>
                <a:lnTo>
                  <a:pt x="925830" y="5036185"/>
                </a:lnTo>
                <a:lnTo>
                  <a:pt x="956310" y="5036185"/>
                </a:lnTo>
                <a:lnTo>
                  <a:pt x="956310" y="5043805"/>
                </a:lnTo>
                <a:close/>
              </a:path>
              <a:path w="5555615" h="5043805">
                <a:moveTo>
                  <a:pt x="902969" y="5043805"/>
                </a:moveTo>
                <a:lnTo>
                  <a:pt x="872489" y="5043805"/>
                </a:lnTo>
                <a:lnTo>
                  <a:pt x="872489" y="5036185"/>
                </a:lnTo>
                <a:lnTo>
                  <a:pt x="902969" y="5036185"/>
                </a:lnTo>
                <a:lnTo>
                  <a:pt x="902969" y="5043805"/>
                </a:lnTo>
                <a:close/>
              </a:path>
              <a:path w="5555615" h="5043805">
                <a:moveTo>
                  <a:pt x="849630" y="5043805"/>
                </a:moveTo>
                <a:lnTo>
                  <a:pt x="819149" y="5043805"/>
                </a:lnTo>
                <a:lnTo>
                  <a:pt x="819149" y="5036185"/>
                </a:lnTo>
                <a:lnTo>
                  <a:pt x="849630" y="5036185"/>
                </a:lnTo>
                <a:lnTo>
                  <a:pt x="849630" y="5043805"/>
                </a:lnTo>
                <a:close/>
              </a:path>
              <a:path w="5555615" h="5043805">
                <a:moveTo>
                  <a:pt x="796289" y="5043805"/>
                </a:moveTo>
                <a:lnTo>
                  <a:pt x="765810" y="5043805"/>
                </a:lnTo>
                <a:lnTo>
                  <a:pt x="765810" y="5036185"/>
                </a:lnTo>
                <a:lnTo>
                  <a:pt x="796289" y="5036185"/>
                </a:lnTo>
                <a:lnTo>
                  <a:pt x="796289" y="5043805"/>
                </a:lnTo>
                <a:close/>
              </a:path>
              <a:path w="5555615" h="5043805">
                <a:moveTo>
                  <a:pt x="742949" y="5043805"/>
                </a:moveTo>
                <a:lnTo>
                  <a:pt x="712469" y="5043805"/>
                </a:lnTo>
                <a:lnTo>
                  <a:pt x="712469" y="5036185"/>
                </a:lnTo>
                <a:lnTo>
                  <a:pt x="742949" y="5036185"/>
                </a:lnTo>
                <a:lnTo>
                  <a:pt x="742949" y="5043805"/>
                </a:lnTo>
                <a:close/>
              </a:path>
              <a:path w="5555615" h="5043805">
                <a:moveTo>
                  <a:pt x="689610" y="5043805"/>
                </a:moveTo>
                <a:lnTo>
                  <a:pt x="659130" y="5043805"/>
                </a:lnTo>
                <a:lnTo>
                  <a:pt x="659130" y="5036185"/>
                </a:lnTo>
                <a:lnTo>
                  <a:pt x="689610" y="5036185"/>
                </a:lnTo>
                <a:lnTo>
                  <a:pt x="689610" y="5043805"/>
                </a:lnTo>
                <a:close/>
              </a:path>
              <a:path w="5555615" h="5043805">
                <a:moveTo>
                  <a:pt x="636269" y="5043805"/>
                </a:moveTo>
                <a:lnTo>
                  <a:pt x="605789" y="5043805"/>
                </a:lnTo>
                <a:lnTo>
                  <a:pt x="605789" y="5036185"/>
                </a:lnTo>
                <a:lnTo>
                  <a:pt x="636269" y="5036185"/>
                </a:lnTo>
                <a:lnTo>
                  <a:pt x="636269" y="5043805"/>
                </a:lnTo>
                <a:close/>
              </a:path>
              <a:path w="5555615" h="5043805">
                <a:moveTo>
                  <a:pt x="582930" y="5043805"/>
                </a:moveTo>
                <a:lnTo>
                  <a:pt x="552449" y="5043805"/>
                </a:lnTo>
                <a:lnTo>
                  <a:pt x="552449" y="5036185"/>
                </a:lnTo>
                <a:lnTo>
                  <a:pt x="582930" y="5036185"/>
                </a:lnTo>
                <a:lnTo>
                  <a:pt x="582930" y="5043805"/>
                </a:lnTo>
                <a:close/>
              </a:path>
              <a:path w="5555615" h="5043805">
                <a:moveTo>
                  <a:pt x="529589" y="5043805"/>
                </a:moveTo>
                <a:lnTo>
                  <a:pt x="499110" y="5043805"/>
                </a:lnTo>
                <a:lnTo>
                  <a:pt x="499110" y="5036185"/>
                </a:lnTo>
                <a:lnTo>
                  <a:pt x="529589" y="5036185"/>
                </a:lnTo>
                <a:lnTo>
                  <a:pt x="529589" y="5043805"/>
                </a:lnTo>
                <a:close/>
              </a:path>
              <a:path w="5555615" h="5043805">
                <a:moveTo>
                  <a:pt x="476249" y="5043805"/>
                </a:moveTo>
                <a:lnTo>
                  <a:pt x="445769" y="5043805"/>
                </a:lnTo>
                <a:lnTo>
                  <a:pt x="445769" y="5036185"/>
                </a:lnTo>
                <a:lnTo>
                  <a:pt x="476249" y="5036185"/>
                </a:lnTo>
                <a:lnTo>
                  <a:pt x="476249" y="5043805"/>
                </a:lnTo>
                <a:close/>
              </a:path>
              <a:path w="5555615" h="5043805">
                <a:moveTo>
                  <a:pt x="422910" y="5043805"/>
                </a:moveTo>
                <a:lnTo>
                  <a:pt x="392430" y="5043805"/>
                </a:lnTo>
                <a:lnTo>
                  <a:pt x="392430" y="5036185"/>
                </a:lnTo>
                <a:lnTo>
                  <a:pt x="422910" y="5036185"/>
                </a:lnTo>
                <a:lnTo>
                  <a:pt x="422910" y="5043805"/>
                </a:lnTo>
                <a:close/>
              </a:path>
              <a:path w="5555615" h="5043805">
                <a:moveTo>
                  <a:pt x="369569" y="5043805"/>
                </a:moveTo>
                <a:lnTo>
                  <a:pt x="339089" y="5043805"/>
                </a:lnTo>
                <a:lnTo>
                  <a:pt x="339089" y="5036185"/>
                </a:lnTo>
                <a:lnTo>
                  <a:pt x="369569" y="5036185"/>
                </a:lnTo>
                <a:lnTo>
                  <a:pt x="369569" y="5043805"/>
                </a:lnTo>
                <a:close/>
              </a:path>
              <a:path w="5555615" h="5043805">
                <a:moveTo>
                  <a:pt x="316230" y="5043805"/>
                </a:moveTo>
                <a:lnTo>
                  <a:pt x="285749" y="5043805"/>
                </a:lnTo>
                <a:lnTo>
                  <a:pt x="285749" y="5036185"/>
                </a:lnTo>
                <a:lnTo>
                  <a:pt x="316230" y="5036185"/>
                </a:lnTo>
                <a:lnTo>
                  <a:pt x="316230" y="5043805"/>
                </a:lnTo>
                <a:close/>
              </a:path>
              <a:path w="5555615" h="5043805">
                <a:moveTo>
                  <a:pt x="262889" y="5043805"/>
                </a:moveTo>
                <a:lnTo>
                  <a:pt x="232410" y="5043805"/>
                </a:lnTo>
                <a:lnTo>
                  <a:pt x="232410" y="5036185"/>
                </a:lnTo>
                <a:lnTo>
                  <a:pt x="262889" y="5036185"/>
                </a:lnTo>
                <a:lnTo>
                  <a:pt x="262889" y="5043805"/>
                </a:lnTo>
                <a:close/>
              </a:path>
              <a:path w="5555615" h="5043805">
                <a:moveTo>
                  <a:pt x="209549" y="5043805"/>
                </a:moveTo>
                <a:lnTo>
                  <a:pt x="179069" y="5043805"/>
                </a:lnTo>
                <a:lnTo>
                  <a:pt x="179069" y="5036185"/>
                </a:lnTo>
                <a:lnTo>
                  <a:pt x="209549" y="5036185"/>
                </a:lnTo>
                <a:lnTo>
                  <a:pt x="209549" y="5043805"/>
                </a:lnTo>
                <a:close/>
              </a:path>
              <a:path w="5555615" h="5043805">
                <a:moveTo>
                  <a:pt x="156210" y="5043805"/>
                </a:moveTo>
                <a:lnTo>
                  <a:pt x="125730" y="5043805"/>
                </a:lnTo>
                <a:lnTo>
                  <a:pt x="125730" y="5036185"/>
                </a:lnTo>
                <a:lnTo>
                  <a:pt x="156210" y="5036185"/>
                </a:lnTo>
                <a:lnTo>
                  <a:pt x="156210" y="5043805"/>
                </a:lnTo>
                <a:close/>
              </a:path>
              <a:path w="5555615" h="5043805">
                <a:moveTo>
                  <a:pt x="102869" y="5043805"/>
                </a:moveTo>
                <a:lnTo>
                  <a:pt x="72389" y="5043805"/>
                </a:lnTo>
                <a:lnTo>
                  <a:pt x="72389" y="5036185"/>
                </a:lnTo>
                <a:lnTo>
                  <a:pt x="102869" y="5036185"/>
                </a:lnTo>
                <a:lnTo>
                  <a:pt x="102869" y="5043805"/>
                </a:lnTo>
                <a:close/>
              </a:path>
              <a:path w="5555615" h="5043805">
                <a:moveTo>
                  <a:pt x="49529" y="5043805"/>
                </a:moveTo>
                <a:lnTo>
                  <a:pt x="19050" y="5043805"/>
                </a:lnTo>
                <a:lnTo>
                  <a:pt x="19050" y="5036185"/>
                </a:lnTo>
                <a:lnTo>
                  <a:pt x="49529" y="5036185"/>
                </a:lnTo>
                <a:lnTo>
                  <a:pt x="49529" y="5043805"/>
                </a:lnTo>
                <a:close/>
              </a:path>
            </a:pathLst>
          </a:custGeom>
          <a:solidFill>
            <a:srgbClr val="5F95E6"/>
          </a:solidFill>
        </p:spPr>
        <p:txBody>
          <a:bodyPr wrap="square" lIns="0" tIns="0" rIns="0" bIns="0" rtlCol="0"/>
          <a:lstStyle/>
          <a:p>
            <a:endParaRPr/>
          </a:p>
        </p:txBody>
      </p:sp>
      <p:sp>
        <p:nvSpPr>
          <p:cNvPr id="7" name="object 7"/>
          <p:cNvSpPr txBox="1"/>
          <p:nvPr/>
        </p:nvSpPr>
        <p:spPr>
          <a:xfrm>
            <a:off x="6520180" y="1680210"/>
            <a:ext cx="5283200" cy="1094105"/>
          </a:xfrm>
          <a:prstGeom prst="rect">
            <a:avLst/>
          </a:prstGeom>
        </p:spPr>
        <p:txBody>
          <a:bodyPr vert="horz" wrap="square" lIns="0" tIns="12700" rIns="0" bIns="0" rtlCol="0">
            <a:spAutoFit/>
          </a:bodyPr>
          <a:lstStyle/>
          <a:p>
            <a:pPr marL="12700" marR="5080" algn="just">
              <a:lnSpc>
                <a:spcPct val="129900"/>
              </a:lnSpc>
              <a:spcBef>
                <a:spcPts val="100"/>
              </a:spcBef>
            </a:pPr>
            <a:r>
              <a:rPr sz="1800" spc="-5" dirty="0">
                <a:latin typeface="宋体"/>
                <a:cs typeface="宋体"/>
              </a:rPr>
              <a:t>提示语设计的核心技能体系不仅涵盖了技术层面的专业知识，更强调了认知能力、创新思维和软实力的重</a:t>
            </a:r>
            <a:r>
              <a:rPr sz="1800" spc="-20" dirty="0">
                <a:latin typeface="宋体"/>
                <a:cs typeface="宋体"/>
              </a:rPr>
              <a:t>要性。</a:t>
            </a:r>
            <a:endParaRPr sz="1800">
              <a:latin typeface="宋体"/>
              <a:cs typeface="宋体"/>
            </a:endParaRPr>
          </a:p>
        </p:txBody>
      </p:sp>
      <p:sp>
        <p:nvSpPr>
          <p:cNvPr id="8" name="object 8"/>
          <p:cNvSpPr txBox="1"/>
          <p:nvPr/>
        </p:nvSpPr>
        <p:spPr>
          <a:xfrm>
            <a:off x="6520180" y="3105150"/>
            <a:ext cx="5283200" cy="2875280"/>
          </a:xfrm>
          <a:prstGeom prst="rect">
            <a:avLst/>
          </a:prstGeom>
        </p:spPr>
        <p:txBody>
          <a:bodyPr vert="horz" wrap="square" lIns="0" tIns="12700" rIns="0" bIns="0" rtlCol="0">
            <a:spAutoFit/>
          </a:bodyPr>
          <a:lstStyle/>
          <a:p>
            <a:pPr marL="12700" marR="5080">
              <a:lnSpc>
                <a:spcPct val="129900"/>
              </a:lnSpc>
              <a:spcBef>
                <a:spcPts val="100"/>
              </a:spcBef>
            </a:pPr>
            <a:r>
              <a:rPr sz="1800" spc="-5" dirty="0">
                <a:latin typeface="宋体"/>
                <a:cs typeface="宋体"/>
              </a:rPr>
              <a:t>这些核心技能构成了提示语设计的基础，涵盖了从问题分析到创意生成，再到结果优化的全过程。</a:t>
            </a:r>
            <a:endParaRPr sz="1800">
              <a:latin typeface="宋体"/>
              <a:cs typeface="宋体"/>
            </a:endParaRPr>
          </a:p>
          <a:p>
            <a:pPr>
              <a:lnSpc>
                <a:spcPct val="100000"/>
              </a:lnSpc>
              <a:spcBef>
                <a:spcPts val="45"/>
              </a:spcBef>
            </a:pPr>
            <a:endParaRPr sz="2150">
              <a:latin typeface="宋体"/>
              <a:cs typeface="宋体"/>
            </a:endParaRPr>
          </a:p>
          <a:p>
            <a:pPr marL="12700" marR="5080" algn="just">
              <a:lnSpc>
                <a:spcPct val="129900"/>
              </a:lnSpc>
            </a:pPr>
            <a:r>
              <a:rPr sz="1800" spc="-5" dirty="0">
                <a:latin typeface="宋体"/>
                <a:cs typeface="宋体"/>
              </a:rPr>
              <a:t>语境理解能力使设计者能够在复杂的社会和文化背景下工作；抽象化能力有助于提高工作效率和拓展应用</a:t>
            </a:r>
            <a:r>
              <a:rPr sz="1800" dirty="0">
                <a:latin typeface="宋体"/>
                <a:cs typeface="宋体"/>
              </a:rPr>
              <a:t>范围；批判性思考是确保</a:t>
            </a:r>
            <a:r>
              <a:rPr sz="1800" spc="-10" dirty="0">
                <a:latin typeface="Arial"/>
                <a:cs typeface="Arial"/>
              </a:rPr>
              <a:t>AI</a:t>
            </a:r>
            <a:r>
              <a:rPr sz="1800" spc="-5" dirty="0">
                <a:latin typeface="宋体"/>
                <a:cs typeface="宋体"/>
              </a:rPr>
              <a:t>应用可靠性和公平性的关</a:t>
            </a:r>
            <a:r>
              <a:rPr sz="1800" dirty="0">
                <a:latin typeface="宋体"/>
                <a:cs typeface="宋体"/>
              </a:rPr>
              <a:t>键；创新思维能力推动了</a:t>
            </a:r>
            <a:r>
              <a:rPr sz="1800" spc="-10" dirty="0">
                <a:latin typeface="Arial"/>
                <a:cs typeface="Arial"/>
              </a:rPr>
              <a:t>AI</a:t>
            </a:r>
            <a:r>
              <a:rPr sz="1800" spc="-5" dirty="0">
                <a:latin typeface="宋体"/>
                <a:cs typeface="宋体"/>
              </a:rPr>
              <a:t>应用的边界拓展，而伦理</a:t>
            </a:r>
            <a:r>
              <a:rPr sz="1800" dirty="0">
                <a:latin typeface="宋体"/>
                <a:cs typeface="宋体"/>
              </a:rPr>
              <a:t>意识则确保了</a:t>
            </a:r>
            <a:r>
              <a:rPr sz="1800" spc="-10" dirty="0">
                <a:latin typeface="Arial"/>
                <a:cs typeface="Arial"/>
              </a:rPr>
              <a:t>AI</a:t>
            </a:r>
            <a:r>
              <a:rPr sz="1800" spc="-5" dirty="0">
                <a:latin typeface="宋体"/>
                <a:cs typeface="宋体"/>
              </a:rPr>
              <a:t>的发展与社会价值观相符。</a:t>
            </a:r>
            <a:endParaRPr sz="1800">
              <a:latin typeface="宋体"/>
              <a:cs typeface="宋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49591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提示语的</a:t>
            </a:r>
            <a:r>
              <a:rPr sz="4000" spc="270" dirty="0">
                <a:latin typeface="Arial"/>
                <a:cs typeface="Arial"/>
              </a:rPr>
              <a:t>DNA</a:t>
            </a:r>
            <a:r>
              <a:rPr sz="4000" spc="270" dirty="0"/>
              <a:t>：解构强大提示语的基本元</a:t>
            </a:r>
            <a:r>
              <a:rPr sz="4000" spc="-50" dirty="0"/>
              <a:t>素</a:t>
            </a:r>
            <a:endParaRPr sz="4000">
              <a:latin typeface="Arial"/>
              <a:cs typeface="Arial"/>
            </a:endParaRPr>
          </a:p>
        </p:txBody>
      </p:sp>
      <p:pic>
        <p:nvPicPr>
          <p:cNvPr id="3" name="object 3"/>
          <p:cNvPicPr/>
          <p:nvPr/>
        </p:nvPicPr>
        <p:blipFill>
          <a:blip r:embed="rId2" cstate="print"/>
          <a:stretch>
            <a:fillRect/>
          </a:stretch>
        </p:blipFill>
        <p:spPr>
          <a:xfrm>
            <a:off x="6306414" y="2578899"/>
            <a:ext cx="5512471" cy="3528622"/>
          </a:xfrm>
          <a:prstGeom prst="rect">
            <a:avLst/>
          </a:prstGeom>
        </p:spPr>
      </p:pic>
      <p:sp>
        <p:nvSpPr>
          <p:cNvPr id="4" name="object 4"/>
          <p:cNvSpPr/>
          <p:nvPr/>
        </p:nvSpPr>
        <p:spPr>
          <a:xfrm>
            <a:off x="504190" y="2401570"/>
            <a:ext cx="5632450" cy="1238250"/>
          </a:xfrm>
          <a:custGeom>
            <a:avLst/>
            <a:gdLst/>
            <a:ahLst/>
            <a:cxnLst/>
            <a:rect l="l" t="t" r="r" b="b"/>
            <a:pathLst>
              <a:path w="5632450" h="1238250">
                <a:moveTo>
                  <a:pt x="3809" y="1234439"/>
                </a:moveTo>
                <a:lnTo>
                  <a:pt x="0" y="1234439"/>
                </a:lnTo>
                <a:lnTo>
                  <a:pt x="0" y="1203959"/>
                </a:lnTo>
                <a:lnTo>
                  <a:pt x="7619" y="1203959"/>
                </a:lnTo>
                <a:lnTo>
                  <a:pt x="7619" y="1230629"/>
                </a:lnTo>
                <a:lnTo>
                  <a:pt x="3809" y="1230629"/>
                </a:lnTo>
                <a:lnTo>
                  <a:pt x="3809" y="1234439"/>
                </a:lnTo>
                <a:close/>
              </a:path>
              <a:path w="5632450" h="1238250">
                <a:moveTo>
                  <a:pt x="6350" y="1238250"/>
                </a:moveTo>
                <a:lnTo>
                  <a:pt x="3809" y="1238250"/>
                </a:lnTo>
                <a:lnTo>
                  <a:pt x="3809" y="1230629"/>
                </a:lnTo>
                <a:lnTo>
                  <a:pt x="6350" y="1230629"/>
                </a:lnTo>
                <a:lnTo>
                  <a:pt x="6350" y="1238250"/>
                </a:lnTo>
                <a:close/>
              </a:path>
              <a:path w="5632450" h="1238250">
                <a:moveTo>
                  <a:pt x="7619" y="1234439"/>
                </a:moveTo>
                <a:lnTo>
                  <a:pt x="6350" y="1234439"/>
                </a:lnTo>
                <a:lnTo>
                  <a:pt x="6350" y="1230629"/>
                </a:lnTo>
                <a:lnTo>
                  <a:pt x="7619" y="1230629"/>
                </a:lnTo>
                <a:lnTo>
                  <a:pt x="7619" y="1234439"/>
                </a:lnTo>
                <a:close/>
              </a:path>
              <a:path w="5632450" h="1238250">
                <a:moveTo>
                  <a:pt x="7619" y="1181100"/>
                </a:moveTo>
                <a:lnTo>
                  <a:pt x="0" y="1181100"/>
                </a:lnTo>
                <a:lnTo>
                  <a:pt x="0" y="1150619"/>
                </a:lnTo>
                <a:lnTo>
                  <a:pt x="7619" y="1150619"/>
                </a:lnTo>
                <a:lnTo>
                  <a:pt x="7619" y="1181100"/>
                </a:lnTo>
                <a:close/>
              </a:path>
              <a:path w="5632450" h="1238250">
                <a:moveTo>
                  <a:pt x="7619" y="1127759"/>
                </a:moveTo>
                <a:lnTo>
                  <a:pt x="0" y="1127759"/>
                </a:lnTo>
                <a:lnTo>
                  <a:pt x="0" y="1097279"/>
                </a:lnTo>
                <a:lnTo>
                  <a:pt x="7619" y="1097279"/>
                </a:lnTo>
                <a:lnTo>
                  <a:pt x="7619" y="1127759"/>
                </a:lnTo>
                <a:close/>
              </a:path>
              <a:path w="5632450" h="1238250">
                <a:moveTo>
                  <a:pt x="7619" y="1074419"/>
                </a:moveTo>
                <a:lnTo>
                  <a:pt x="0" y="1074419"/>
                </a:lnTo>
                <a:lnTo>
                  <a:pt x="0" y="1043939"/>
                </a:lnTo>
                <a:lnTo>
                  <a:pt x="7619" y="1043939"/>
                </a:lnTo>
                <a:lnTo>
                  <a:pt x="7619" y="1074419"/>
                </a:lnTo>
                <a:close/>
              </a:path>
              <a:path w="5632450" h="1238250">
                <a:moveTo>
                  <a:pt x="7619" y="1021079"/>
                </a:moveTo>
                <a:lnTo>
                  <a:pt x="0" y="1021079"/>
                </a:lnTo>
                <a:lnTo>
                  <a:pt x="0" y="990600"/>
                </a:lnTo>
                <a:lnTo>
                  <a:pt x="7619" y="990600"/>
                </a:lnTo>
                <a:lnTo>
                  <a:pt x="7619" y="1021079"/>
                </a:lnTo>
                <a:close/>
              </a:path>
              <a:path w="5632450" h="1238250">
                <a:moveTo>
                  <a:pt x="7619" y="967739"/>
                </a:moveTo>
                <a:lnTo>
                  <a:pt x="0" y="967739"/>
                </a:lnTo>
                <a:lnTo>
                  <a:pt x="0" y="937259"/>
                </a:lnTo>
                <a:lnTo>
                  <a:pt x="7619" y="937259"/>
                </a:lnTo>
                <a:lnTo>
                  <a:pt x="7619" y="967739"/>
                </a:lnTo>
                <a:close/>
              </a:path>
              <a:path w="5632450" h="1238250">
                <a:moveTo>
                  <a:pt x="7619" y="914400"/>
                </a:moveTo>
                <a:lnTo>
                  <a:pt x="0" y="914400"/>
                </a:lnTo>
                <a:lnTo>
                  <a:pt x="0" y="883919"/>
                </a:lnTo>
                <a:lnTo>
                  <a:pt x="7619" y="883919"/>
                </a:lnTo>
                <a:lnTo>
                  <a:pt x="7619" y="914400"/>
                </a:lnTo>
                <a:close/>
              </a:path>
              <a:path w="5632450" h="1238250">
                <a:moveTo>
                  <a:pt x="7619" y="861059"/>
                </a:moveTo>
                <a:lnTo>
                  <a:pt x="0" y="861059"/>
                </a:lnTo>
                <a:lnTo>
                  <a:pt x="0" y="830579"/>
                </a:lnTo>
                <a:lnTo>
                  <a:pt x="7619" y="830579"/>
                </a:lnTo>
                <a:lnTo>
                  <a:pt x="7619" y="861059"/>
                </a:lnTo>
                <a:close/>
              </a:path>
              <a:path w="5632450" h="1238250">
                <a:moveTo>
                  <a:pt x="7619" y="807719"/>
                </a:moveTo>
                <a:lnTo>
                  <a:pt x="0" y="807719"/>
                </a:lnTo>
                <a:lnTo>
                  <a:pt x="0" y="777239"/>
                </a:lnTo>
                <a:lnTo>
                  <a:pt x="7619" y="777239"/>
                </a:lnTo>
                <a:lnTo>
                  <a:pt x="7619" y="807719"/>
                </a:lnTo>
                <a:close/>
              </a:path>
              <a:path w="5632450" h="1238250">
                <a:moveTo>
                  <a:pt x="7619" y="754379"/>
                </a:moveTo>
                <a:lnTo>
                  <a:pt x="0" y="754379"/>
                </a:lnTo>
                <a:lnTo>
                  <a:pt x="0" y="723899"/>
                </a:lnTo>
                <a:lnTo>
                  <a:pt x="7619" y="723899"/>
                </a:lnTo>
                <a:lnTo>
                  <a:pt x="7619" y="754379"/>
                </a:lnTo>
                <a:close/>
              </a:path>
              <a:path w="5632450" h="1238250">
                <a:moveTo>
                  <a:pt x="7619" y="701039"/>
                </a:moveTo>
                <a:lnTo>
                  <a:pt x="0" y="701039"/>
                </a:lnTo>
                <a:lnTo>
                  <a:pt x="0" y="670559"/>
                </a:lnTo>
                <a:lnTo>
                  <a:pt x="7619" y="670559"/>
                </a:lnTo>
                <a:lnTo>
                  <a:pt x="7619" y="701039"/>
                </a:lnTo>
                <a:close/>
              </a:path>
              <a:path w="5632450" h="1238250">
                <a:moveTo>
                  <a:pt x="7619" y="647699"/>
                </a:moveTo>
                <a:lnTo>
                  <a:pt x="0" y="647699"/>
                </a:lnTo>
                <a:lnTo>
                  <a:pt x="0" y="617219"/>
                </a:lnTo>
                <a:lnTo>
                  <a:pt x="7619" y="617219"/>
                </a:lnTo>
                <a:lnTo>
                  <a:pt x="7619" y="647699"/>
                </a:lnTo>
                <a:close/>
              </a:path>
              <a:path w="5632450" h="1238250">
                <a:moveTo>
                  <a:pt x="7619" y="594359"/>
                </a:moveTo>
                <a:lnTo>
                  <a:pt x="0" y="594359"/>
                </a:lnTo>
                <a:lnTo>
                  <a:pt x="0" y="563879"/>
                </a:lnTo>
                <a:lnTo>
                  <a:pt x="7619" y="563879"/>
                </a:lnTo>
                <a:lnTo>
                  <a:pt x="7619" y="594359"/>
                </a:lnTo>
                <a:close/>
              </a:path>
              <a:path w="5632450" h="1238250">
                <a:moveTo>
                  <a:pt x="7619" y="541019"/>
                </a:moveTo>
                <a:lnTo>
                  <a:pt x="0" y="541019"/>
                </a:lnTo>
                <a:lnTo>
                  <a:pt x="0" y="510539"/>
                </a:lnTo>
                <a:lnTo>
                  <a:pt x="7619" y="510539"/>
                </a:lnTo>
                <a:lnTo>
                  <a:pt x="7619" y="541019"/>
                </a:lnTo>
                <a:close/>
              </a:path>
              <a:path w="5632450" h="1238250">
                <a:moveTo>
                  <a:pt x="7619" y="487679"/>
                </a:moveTo>
                <a:lnTo>
                  <a:pt x="0" y="487679"/>
                </a:lnTo>
                <a:lnTo>
                  <a:pt x="0" y="457199"/>
                </a:lnTo>
                <a:lnTo>
                  <a:pt x="7619" y="457199"/>
                </a:lnTo>
                <a:lnTo>
                  <a:pt x="7619" y="487679"/>
                </a:lnTo>
                <a:close/>
              </a:path>
              <a:path w="5632450" h="1238250">
                <a:moveTo>
                  <a:pt x="7619" y="434339"/>
                </a:moveTo>
                <a:lnTo>
                  <a:pt x="0" y="434339"/>
                </a:lnTo>
                <a:lnTo>
                  <a:pt x="0" y="403859"/>
                </a:lnTo>
                <a:lnTo>
                  <a:pt x="7619" y="403859"/>
                </a:lnTo>
                <a:lnTo>
                  <a:pt x="7619" y="434339"/>
                </a:lnTo>
                <a:close/>
              </a:path>
              <a:path w="5632450" h="1238250">
                <a:moveTo>
                  <a:pt x="7619" y="380999"/>
                </a:moveTo>
                <a:lnTo>
                  <a:pt x="0" y="380999"/>
                </a:lnTo>
                <a:lnTo>
                  <a:pt x="0" y="350519"/>
                </a:lnTo>
                <a:lnTo>
                  <a:pt x="7619" y="350519"/>
                </a:lnTo>
                <a:lnTo>
                  <a:pt x="7619" y="380999"/>
                </a:lnTo>
                <a:close/>
              </a:path>
              <a:path w="5632450" h="1238250">
                <a:moveTo>
                  <a:pt x="7619" y="327659"/>
                </a:moveTo>
                <a:lnTo>
                  <a:pt x="0" y="327659"/>
                </a:lnTo>
                <a:lnTo>
                  <a:pt x="0" y="297179"/>
                </a:lnTo>
                <a:lnTo>
                  <a:pt x="7619" y="297179"/>
                </a:lnTo>
                <a:lnTo>
                  <a:pt x="7619" y="327659"/>
                </a:lnTo>
                <a:close/>
              </a:path>
              <a:path w="5632450" h="1238250">
                <a:moveTo>
                  <a:pt x="7619" y="274319"/>
                </a:moveTo>
                <a:lnTo>
                  <a:pt x="0" y="274319"/>
                </a:lnTo>
                <a:lnTo>
                  <a:pt x="0" y="243839"/>
                </a:lnTo>
                <a:lnTo>
                  <a:pt x="7619" y="243839"/>
                </a:lnTo>
                <a:lnTo>
                  <a:pt x="7619" y="274319"/>
                </a:lnTo>
                <a:close/>
              </a:path>
              <a:path w="5632450" h="1238250">
                <a:moveTo>
                  <a:pt x="7619" y="220979"/>
                </a:moveTo>
                <a:lnTo>
                  <a:pt x="0" y="220979"/>
                </a:lnTo>
                <a:lnTo>
                  <a:pt x="0" y="190499"/>
                </a:lnTo>
                <a:lnTo>
                  <a:pt x="7619" y="190499"/>
                </a:lnTo>
                <a:lnTo>
                  <a:pt x="7619" y="220979"/>
                </a:lnTo>
                <a:close/>
              </a:path>
              <a:path w="5632450" h="1238250">
                <a:moveTo>
                  <a:pt x="7619" y="167639"/>
                </a:moveTo>
                <a:lnTo>
                  <a:pt x="0" y="167639"/>
                </a:lnTo>
                <a:lnTo>
                  <a:pt x="0" y="137159"/>
                </a:lnTo>
                <a:lnTo>
                  <a:pt x="7619" y="137159"/>
                </a:lnTo>
                <a:lnTo>
                  <a:pt x="7619" y="167639"/>
                </a:lnTo>
                <a:close/>
              </a:path>
              <a:path w="5632450" h="1238250">
                <a:moveTo>
                  <a:pt x="7619" y="114299"/>
                </a:moveTo>
                <a:lnTo>
                  <a:pt x="0" y="114299"/>
                </a:lnTo>
                <a:lnTo>
                  <a:pt x="0" y="83819"/>
                </a:lnTo>
                <a:lnTo>
                  <a:pt x="7619" y="83819"/>
                </a:lnTo>
                <a:lnTo>
                  <a:pt x="7619" y="114299"/>
                </a:lnTo>
                <a:close/>
              </a:path>
              <a:path w="5632450" h="1238250">
                <a:moveTo>
                  <a:pt x="7619" y="60959"/>
                </a:moveTo>
                <a:lnTo>
                  <a:pt x="0" y="60959"/>
                </a:lnTo>
                <a:lnTo>
                  <a:pt x="0" y="30479"/>
                </a:lnTo>
                <a:lnTo>
                  <a:pt x="7619" y="30479"/>
                </a:lnTo>
                <a:lnTo>
                  <a:pt x="7619" y="60959"/>
                </a:lnTo>
                <a:close/>
              </a:path>
              <a:path w="5632450" h="1238250">
                <a:moveTo>
                  <a:pt x="3809" y="7619"/>
                </a:moveTo>
                <a:lnTo>
                  <a:pt x="0" y="7619"/>
                </a:lnTo>
                <a:lnTo>
                  <a:pt x="0" y="0"/>
                </a:lnTo>
                <a:lnTo>
                  <a:pt x="30479" y="0"/>
                </a:lnTo>
                <a:lnTo>
                  <a:pt x="30479" y="3809"/>
                </a:lnTo>
                <a:lnTo>
                  <a:pt x="7619" y="3809"/>
                </a:lnTo>
                <a:lnTo>
                  <a:pt x="3809" y="7619"/>
                </a:lnTo>
                <a:close/>
              </a:path>
              <a:path w="5632450" h="1238250">
                <a:moveTo>
                  <a:pt x="7619" y="7619"/>
                </a:moveTo>
                <a:lnTo>
                  <a:pt x="3809" y="7619"/>
                </a:lnTo>
                <a:lnTo>
                  <a:pt x="7619" y="3809"/>
                </a:lnTo>
                <a:lnTo>
                  <a:pt x="7619" y="7619"/>
                </a:lnTo>
                <a:close/>
              </a:path>
              <a:path w="5632450" h="1238250">
                <a:moveTo>
                  <a:pt x="30479" y="7619"/>
                </a:moveTo>
                <a:lnTo>
                  <a:pt x="7619" y="7619"/>
                </a:lnTo>
                <a:lnTo>
                  <a:pt x="7619" y="3809"/>
                </a:lnTo>
                <a:lnTo>
                  <a:pt x="30479" y="3809"/>
                </a:lnTo>
                <a:lnTo>
                  <a:pt x="30479" y="7619"/>
                </a:lnTo>
                <a:close/>
              </a:path>
              <a:path w="5632450" h="1238250">
                <a:moveTo>
                  <a:pt x="83819" y="7619"/>
                </a:moveTo>
                <a:lnTo>
                  <a:pt x="53339" y="7619"/>
                </a:lnTo>
                <a:lnTo>
                  <a:pt x="53339" y="0"/>
                </a:lnTo>
                <a:lnTo>
                  <a:pt x="83819" y="0"/>
                </a:lnTo>
                <a:lnTo>
                  <a:pt x="83819" y="7619"/>
                </a:lnTo>
                <a:close/>
              </a:path>
              <a:path w="5632450" h="1238250">
                <a:moveTo>
                  <a:pt x="137159" y="7619"/>
                </a:moveTo>
                <a:lnTo>
                  <a:pt x="106679" y="7619"/>
                </a:lnTo>
                <a:lnTo>
                  <a:pt x="106679" y="0"/>
                </a:lnTo>
                <a:lnTo>
                  <a:pt x="137159" y="0"/>
                </a:lnTo>
                <a:lnTo>
                  <a:pt x="137159" y="7619"/>
                </a:lnTo>
                <a:close/>
              </a:path>
              <a:path w="5632450" h="1238250">
                <a:moveTo>
                  <a:pt x="190500" y="7619"/>
                </a:moveTo>
                <a:lnTo>
                  <a:pt x="160019" y="7619"/>
                </a:lnTo>
                <a:lnTo>
                  <a:pt x="160019" y="0"/>
                </a:lnTo>
                <a:lnTo>
                  <a:pt x="190500" y="0"/>
                </a:lnTo>
                <a:lnTo>
                  <a:pt x="190500" y="7619"/>
                </a:lnTo>
                <a:close/>
              </a:path>
              <a:path w="5632450" h="1238250">
                <a:moveTo>
                  <a:pt x="243839" y="7619"/>
                </a:moveTo>
                <a:lnTo>
                  <a:pt x="213359" y="7619"/>
                </a:lnTo>
                <a:lnTo>
                  <a:pt x="213359" y="0"/>
                </a:lnTo>
                <a:lnTo>
                  <a:pt x="243839" y="0"/>
                </a:lnTo>
                <a:lnTo>
                  <a:pt x="243839" y="7619"/>
                </a:lnTo>
                <a:close/>
              </a:path>
              <a:path w="5632450" h="1238250">
                <a:moveTo>
                  <a:pt x="297180" y="7619"/>
                </a:moveTo>
                <a:lnTo>
                  <a:pt x="266700" y="7619"/>
                </a:lnTo>
                <a:lnTo>
                  <a:pt x="266700" y="0"/>
                </a:lnTo>
                <a:lnTo>
                  <a:pt x="297180" y="0"/>
                </a:lnTo>
                <a:lnTo>
                  <a:pt x="297180" y="7619"/>
                </a:lnTo>
                <a:close/>
              </a:path>
              <a:path w="5632450" h="1238250">
                <a:moveTo>
                  <a:pt x="350519" y="7619"/>
                </a:moveTo>
                <a:lnTo>
                  <a:pt x="320040" y="7619"/>
                </a:lnTo>
                <a:lnTo>
                  <a:pt x="320040" y="0"/>
                </a:lnTo>
                <a:lnTo>
                  <a:pt x="350519" y="0"/>
                </a:lnTo>
                <a:lnTo>
                  <a:pt x="350519" y="7619"/>
                </a:lnTo>
                <a:close/>
              </a:path>
              <a:path w="5632450" h="1238250">
                <a:moveTo>
                  <a:pt x="403859" y="7619"/>
                </a:moveTo>
                <a:lnTo>
                  <a:pt x="373379" y="7619"/>
                </a:lnTo>
                <a:lnTo>
                  <a:pt x="373379" y="0"/>
                </a:lnTo>
                <a:lnTo>
                  <a:pt x="403859" y="0"/>
                </a:lnTo>
                <a:lnTo>
                  <a:pt x="403859" y="7619"/>
                </a:lnTo>
                <a:close/>
              </a:path>
              <a:path w="5632450" h="1238250">
                <a:moveTo>
                  <a:pt x="457200" y="7619"/>
                </a:moveTo>
                <a:lnTo>
                  <a:pt x="426719" y="7619"/>
                </a:lnTo>
                <a:lnTo>
                  <a:pt x="426719" y="0"/>
                </a:lnTo>
                <a:lnTo>
                  <a:pt x="457200" y="0"/>
                </a:lnTo>
                <a:lnTo>
                  <a:pt x="457200" y="7619"/>
                </a:lnTo>
                <a:close/>
              </a:path>
              <a:path w="5632450" h="1238250">
                <a:moveTo>
                  <a:pt x="510540" y="7619"/>
                </a:moveTo>
                <a:lnTo>
                  <a:pt x="480059" y="7619"/>
                </a:lnTo>
                <a:lnTo>
                  <a:pt x="480059" y="0"/>
                </a:lnTo>
                <a:lnTo>
                  <a:pt x="510540" y="0"/>
                </a:lnTo>
                <a:lnTo>
                  <a:pt x="510540" y="7619"/>
                </a:lnTo>
                <a:close/>
              </a:path>
              <a:path w="5632450" h="1238250">
                <a:moveTo>
                  <a:pt x="563879" y="7619"/>
                </a:moveTo>
                <a:lnTo>
                  <a:pt x="533400" y="7619"/>
                </a:lnTo>
                <a:lnTo>
                  <a:pt x="533400" y="0"/>
                </a:lnTo>
                <a:lnTo>
                  <a:pt x="563879" y="0"/>
                </a:lnTo>
                <a:lnTo>
                  <a:pt x="563879" y="7619"/>
                </a:lnTo>
                <a:close/>
              </a:path>
              <a:path w="5632450" h="1238250">
                <a:moveTo>
                  <a:pt x="617219" y="7619"/>
                </a:moveTo>
                <a:lnTo>
                  <a:pt x="586740" y="7619"/>
                </a:lnTo>
                <a:lnTo>
                  <a:pt x="586740" y="0"/>
                </a:lnTo>
                <a:lnTo>
                  <a:pt x="617219" y="0"/>
                </a:lnTo>
                <a:lnTo>
                  <a:pt x="617219" y="7619"/>
                </a:lnTo>
                <a:close/>
              </a:path>
              <a:path w="5632450" h="1238250">
                <a:moveTo>
                  <a:pt x="670560" y="7619"/>
                </a:moveTo>
                <a:lnTo>
                  <a:pt x="640079" y="7619"/>
                </a:lnTo>
                <a:lnTo>
                  <a:pt x="640079" y="0"/>
                </a:lnTo>
                <a:lnTo>
                  <a:pt x="670560" y="0"/>
                </a:lnTo>
                <a:lnTo>
                  <a:pt x="670560" y="7619"/>
                </a:lnTo>
                <a:close/>
              </a:path>
              <a:path w="5632450" h="1238250">
                <a:moveTo>
                  <a:pt x="723900" y="7619"/>
                </a:moveTo>
                <a:lnTo>
                  <a:pt x="693419" y="7619"/>
                </a:lnTo>
                <a:lnTo>
                  <a:pt x="693419" y="0"/>
                </a:lnTo>
                <a:lnTo>
                  <a:pt x="723900" y="0"/>
                </a:lnTo>
                <a:lnTo>
                  <a:pt x="723900" y="7619"/>
                </a:lnTo>
                <a:close/>
              </a:path>
              <a:path w="5632450" h="1238250">
                <a:moveTo>
                  <a:pt x="777240" y="7619"/>
                </a:moveTo>
                <a:lnTo>
                  <a:pt x="746760" y="7619"/>
                </a:lnTo>
                <a:lnTo>
                  <a:pt x="746760" y="0"/>
                </a:lnTo>
                <a:lnTo>
                  <a:pt x="777240" y="0"/>
                </a:lnTo>
                <a:lnTo>
                  <a:pt x="777240" y="7619"/>
                </a:lnTo>
                <a:close/>
              </a:path>
              <a:path w="5632450" h="1238250">
                <a:moveTo>
                  <a:pt x="830579" y="7619"/>
                </a:moveTo>
                <a:lnTo>
                  <a:pt x="800100" y="7619"/>
                </a:lnTo>
                <a:lnTo>
                  <a:pt x="800100" y="0"/>
                </a:lnTo>
                <a:lnTo>
                  <a:pt x="830579" y="0"/>
                </a:lnTo>
                <a:lnTo>
                  <a:pt x="830579" y="7619"/>
                </a:lnTo>
                <a:close/>
              </a:path>
              <a:path w="5632450" h="1238250">
                <a:moveTo>
                  <a:pt x="883919" y="7619"/>
                </a:moveTo>
                <a:lnTo>
                  <a:pt x="853440" y="7619"/>
                </a:lnTo>
                <a:lnTo>
                  <a:pt x="853440" y="0"/>
                </a:lnTo>
                <a:lnTo>
                  <a:pt x="883919" y="0"/>
                </a:lnTo>
                <a:lnTo>
                  <a:pt x="883919" y="7619"/>
                </a:lnTo>
                <a:close/>
              </a:path>
              <a:path w="5632450" h="1238250">
                <a:moveTo>
                  <a:pt x="937260" y="7619"/>
                </a:moveTo>
                <a:lnTo>
                  <a:pt x="906779" y="7619"/>
                </a:lnTo>
                <a:lnTo>
                  <a:pt x="906779" y="0"/>
                </a:lnTo>
                <a:lnTo>
                  <a:pt x="937260" y="0"/>
                </a:lnTo>
                <a:lnTo>
                  <a:pt x="937260" y="7619"/>
                </a:lnTo>
                <a:close/>
              </a:path>
              <a:path w="5632450" h="1238250">
                <a:moveTo>
                  <a:pt x="990600" y="7619"/>
                </a:moveTo>
                <a:lnTo>
                  <a:pt x="960119" y="7619"/>
                </a:lnTo>
                <a:lnTo>
                  <a:pt x="960119" y="0"/>
                </a:lnTo>
                <a:lnTo>
                  <a:pt x="990600" y="0"/>
                </a:lnTo>
                <a:lnTo>
                  <a:pt x="990600" y="7619"/>
                </a:lnTo>
                <a:close/>
              </a:path>
              <a:path w="5632450" h="1238250">
                <a:moveTo>
                  <a:pt x="1043940" y="7619"/>
                </a:moveTo>
                <a:lnTo>
                  <a:pt x="1013460" y="7619"/>
                </a:lnTo>
                <a:lnTo>
                  <a:pt x="1013460" y="0"/>
                </a:lnTo>
                <a:lnTo>
                  <a:pt x="1043940" y="0"/>
                </a:lnTo>
                <a:lnTo>
                  <a:pt x="1043940" y="7619"/>
                </a:lnTo>
                <a:close/>
              </a:path>
              <a:path w="5632450" h="1238250">
                <a:moveTo>
                  <a:pt x="1097280" y="7619"/>
                </a:moveTo>
                <a:lnTo>
                  <a:pt x="1066800" y="7619"/>
                </a:lnTo>
                <a:lnTo>
                  <a:pt x="1066800" y="0"/>
                </a:lnTo>
                <a:lnTo>
                  <a:pt x="1097280" y="0"/>
                </a:lnTo>
                <a:lnTo>
                  <a:pt x="1097280" y="7619"/>
                </a:lnTo>
                <a:close/>
              </a:path>
              <a:path w="5632450" h="1238250">
                <a:moveTo>
                  <a:pt x="1150620" y="7619"/>
                </a:moveTo>
                <a:lnTo>
                  <a:pt x="1120140" y="7619"/>
                </a:lnTo>
                <a:lnTo>
                  <a:pt x="1120140" y="0"/>
                </a:lnTo>
                <a:lnTo>
                  <a:pt x="1150620" y="0"/>
                </a:lnTo>
                <a:lnTo>
                  <a:pt x="1150620" y="7619"/>
                </a:lnTo>
                <a:close/>
              </a:path>
              <a:path w="5632450" h="1238250">
                <a:moveTo>
                  <a:pt x="1203960" y="7619"/>
                </a:moveTo>
                <a:lnTo>
                  <a:pt x="1173480" y="7619"/>
                </a:lnTo>
                <a:lnTo>
                  <a:pt x="1173480" y="0"/>
                </a:lnTo>
                <a:lnTo>
                  <a:pt x="1203960" y="0"/>
                </a:lnTo>
                <a:lnTo>
                  <a:pt x="1203960" y="7619"/>
                </a:lnTo>
                <a:close/>
              </a:path>
              <a:path w="5632450" h="1238250">
                <a:moveTo>
                  <a:pt x="1257299" y="7619"/>
                </a:moveTo>
                <a:lnTo>
                  <a:pt x="1226820" y="7619"/>
                </a:lnTo>
                <a:lnTo>
                  <a:pt x="1226820" y="0"/>
                </a:lnTo>
                <a:lnTo>
                  <a:pt x="1257299" y="0"/>
                </a:lnTo>
                <a:lnTo>
                  <a:pt x="1257299" y="7619"/>
                </a:lnTo>
                <a:close/>
              </a:path>
              <a:path w="5632450" h="1238250">
                <a:moveTo>
                  <a:pt x="1310640" y="7619"/>
                </a:moveTo>
                <a:lnTo>
                  <a:pt x="1280160" y="7619"/>
                </a:lnTo>
                <a:lnTo>
                  <a:pt x="1280160" y="0"/>
                </a:lnTo>
                <a:lnTo>
                  <a:pt x="1310640" y="0"/>
                </a:lnTo>
                <a:lnTo>
                  <a:pt x="1310640" y="7619"/>
                </a:lnTo>
                <a:close/>
              </a:path>
              <a:path w="5632450" h="1238250">
                <a:moveTo>
                  <a:pt x="1363980" y="7619"/>
                </a:moveTo>
                <a:lnTo>
                  <a:pt x="1333499" y="7619"/>
                </a:lnTo>
                <a:lnTo>
                  <a:pt x="1333499" y="0"/>
                </a:lnTo>
                <a:lnTo>
                  <a:pt x="1363980" y="0"/>
                </a:lnTo>
                <a:lnTo>
                  <a:pt x="1363980" y="7619"/>
                </a:lnTo>
                <a:close/>
              </a:path>
              <a:path w="5632450" h="1238250">
                <a:moveTo>
                  <a:pt x="1417320" y="7619"/>
                </a:moveTo>
                <a:lnTo>
                  <a:pt x="1386840" y="7619"/>
                </a:lnTo>
                <a:lnTo>
                  <a:pt x="1386840" y="0"/>
                </a:lnTo>
                <a:lnTo>
                  <a:pt x="1417320" y="0"/>
                </a:lnTo>
                <a:lnTo>
                  <a:pt x="1417320" y="7619"/>
                </a:lnTo>
                <a:close/>
              </a:path>
              <a:path w="5632450" h="1238250">
                <a:moveTo>
                  <a:pt x="1470660" y="7619"/>
                </a:moveTo>
                <a:lnTo>
                  <a:pt x="1440180" y="7619"/>
                </a:lnTo>
                <a:lnTo>
                  <a:pt x="1440180" y="0"/>
                </a:lnTo>
                <a:lnTo>
                  <a:pt x="1470660" y="0"/>
                </a:lnTo>
                <a:lnTo>
                  <a:pt x="1470660" y="7619"/>
                </a:lnTo>
                <a:close/>
              </a:path>
              <a:path w="5632450" h="1238250">
                <a:moveTo>
                  <a:pt x="1523999" y="7619"/>
                </a:moveTo>
                <a:lnTo>
                  <a:pt x="1493520" y="7619"/>
                </a:lnTo>
                <a:lnTo>
                  <a:pt x="1493520" y="0"/>
                </a:lnTo>
                <a:lnTo>
                  <a:pt x="1523999" y="0"/>
                </a:lnTo>
                <a:lnTo>
                  <a:pt x="1523999" y="7619"/>
                </a:lnTo>
                <a:close/>
              </a:path>
              <a:path w="5632450" h="1238250">
                <a:moveTo>
                  <a:pt x="1577340" y="7619"/>
                </a:moveTo>
                <a:lnTo>
                  <a:pt x="1546860" y="7619"/>
                </a:lnTo>
                <a:lnTo>
                  <a:pt x="1546860" y="0"/>
                </a:lnTo>
                <a:lnTo>
                  <a:pt x="1577340" y="0"/>
                </a:lnTo>
                <a:lnTo>
                  <a:pt x="1577340" y="7619"/>
                </a:lnTo>
                <a:close/>
              </a:path>
              <a:path w="5632450" h="1238250">
                <a:moveTo>
                  <a:pt x="1630679" y="7619"/>
                </a:moveTo>
                <a:lnTo>
                  <a:pt x="1600199" y="7619"/>
                </a:lnTo>
                <a:lnTo>
                  <a:pt x="1600199" y="0"/>
                </a:lnTo>
                <a:lnTo>
                  <a:pt x="1630679" y="0"/>
                </a:lnTo>
                <a:lnTo>
                  <a:pt x="1630679" y="7619"/>
                </a:lnTo>
                <a:close/>
              </a:path>
              <a:path w="5632450" h="1238250">
                <a:moveTo>
                  <a:pt x="1684020" y="7619"/>
                </a:moveTo>
                <a:lnTo>
                  <a:pt x="1653539" y="7619"/>
                </a:lnTo>
                <a:lnTo>
                  <a:pt x="1653539" y="0"/>
                </a:lnTo>
                <a:lnTo>
                  <a:pt x="1684020" y="0"/>
                </a:lnTo>
                <a:lnTo>
                  <a:pt x="1684020" y="7619"/>
                </a:lnTo>
                <a:close/>
              </a:path>
              <a:path w="5632450" h="1238250">
                <a:moveTo>
                  <a:pt x="1737360" y="7619"/>
                </a:moveTo>
                <a:lnTo>
                  <a:pt x="1706879" y="7619"/>
                </a:lnTo>
                <a:lnTo>
                  <a:pt x="1706879" y="0"/>
                </a:lnTo>
                <a:lnTo>
                  <a:pt x="1737360" y="0"/>
                </a:lnTo>
                <a:lnTo>
                  <a:pt x="1737360" y="7619"/>
                </a:lnTo>
                <a:close/>
              </a:path>
              <a:path w="5632450" h="1238250">
                <a:moveTo>
                  <a:pt x="1790700" y="7619"/>
                </a:moveTo>
                <a:lnTo>
                  <a:pt x="1760220" y="7619"/>
                </a:lnTo>
                <a:lnTo>
                  <a:pt x="1760220" y="0"/>
                </a:lnTo>
                <a:lnTo>
                  <a:pt x="1790700" y="0"/>
                </a:lnTo>
                <a:lnTo>
                  <a:pt x="1790700" y="7619"/>
                </a:lnTo>
                <a:close/>
              </a:path>
              <a:path w="5632450" h="1238250">
                <a:moveTo>
                  <a:pt x="1844039" y="7619"/>
                </a:moveTo>
                <a:lnTo>
                  <a:pt x="1813560" y="7619"/>
                </a:lnTo>
                <a:lnTo>
                  <a:pt x="1813560" y="0"/>
                </a:lnTo>
                <a:lnTo>
                  <a:pt x="1844039" y="0"/>
                </a:lnTo>
                <a:lnTo>
                  <a:pt x="1844039" y="7619"/>
                </a:lnTo>
                <a:close/>
              </a:path>
              <a:path w="5632450" h="1238250">
                <a:moveTo>
                  <a:pt x="1897379" y="7619"/>
                </a:moveTo>
                <a:lnTo>
                  <a:pt x="1866900" y="7619"/>
                </a:lnTo>
                <a:lnTo>
                  <a:pt x="1866900" y="0"/>
                </a:lnTo>
                <a:lnTo>
                  <a:pt x="1897379" y="0"/>
                </a:lnTo>
                <a:lnTo>
                  <a:pt x="1897379" y="7619"/>
                </a:lnTo>
                <a:close/>
              </a:path>
              <a:path w="5632450" h="1238250">
                <a:moveTo>
                  <a:pt x="1950720" y="7619"/>
                </a:moveTo>
                <a:lnTo>
                  <a:pt x="1920239" y="7619"/>
                </a:lnTo>
                <a:lnTo>
                  <a:pt x="1920239" y="0"/>
                </a:lnTo>
                <a:lnTo>
                  <a:pt x="1950720" y="0"/>
                </a:lnTo>
                <a:lnTo>
                  <a:pt x="1950720" y="7619"/>
                </a:lnTo>
                <a:close/>
              </a:path>
              <a:path w="5632450" h="1238250">
                <a:moveTo>
                  <a:pt x="2004060" y="7619"/>
                </a:moveTo>
                <a:lnTo>
                  <a:pt x="1973579" y="7619"/>
                </a:lnTo>
                <a:lnTo>
                  <a:pt x="1973579" y="0"/>
                </a:lnTo>
                <a:lnTo>
                  <a:pt x="2004060" y="0"/>
                </a:lnTo>
                <a:lnTo>
                  <a:pt x="2004060" y="7619"/>
                </a:lnTo>
                <a:close/>
              </a:path>
              <a:path w="5632450" h="1238250">
                <a:moveTo>
                  <a:pt x="2057400" y="7619"/>
                </a:moveTo>
                <a:lnTo>
                  <a:pt x="2026920" y="7619"/>
                </a:lnTo>
                <a:lnTo>
                  <a:pt x="2026920" y="0"/>
                </a:lnTo>
                <a:lnTo>
                  <a:pt x="2057400" y="0"/>
                </a:lnTo>
                <a:lnTo>
                  <a:pt x="2057400" y="7619"/>
                </a:lnTo>
                <a:close/>
              </a:path>
              <a:path w="5632450" h="1238250">
                <a:moveTo>
                  <a:pt x="2110740" y="7619"/>
                </a:moveTo>
                <a:lnTo>
                  <a:pt x="2080260" y="7619"/>
                </a:lnTo>
                <a:lnTo>
                  <a:pt x="2080260" y="0"/>
                </a:lnTo>
                <a:lnTo>
                  <a:pt x="2110740" y="0"/>
                </a:lnTo>
                <a:lnTo>
                  <a:pt x="2110740" y="7619"/>
                </a:lnTo>
                <a:close/>
              </a:path>
              <a:path w="5632450" h="1238250">
                <a:moveTo>
                  <a:pt x="2164079" y="7619"/>
                </a:moveTo>
                <a:lnTo>
                  <a:pt x="2133600" y="7619"/>
                </a:lnTo>
                <a:lnTo>
                  <a:pt x="2133600" y="0"/>
                </a:lnTo>
                <a:lnTo>
                  <a:pt x="2164079" y="0"/>
                </a:lnTo>
                <a:lnTo>
                  <a:pt x="2164079" y="7619"/>
                </a:lnTo>
                <a:close/>
              </a:path>
              <a:path w="5632450" h="1238250">
                <a:moveTo>
                  <a:pt x="2217420" y="7619"/>
                </a:moveTo>
                <a:lnTo>
                  <a:pt x="2186940" y="7619"/>
                </a:lnTo>
                <a:lnTo>
                  <a:pt x="2186940" y="0"/>
                </a:lnTo>
                <a:lnTo>
                  <a:pt x="2217420" y="0"/>
                </a:lnTo>
                <a:lnTo>
                  <a:pt x="2217420" y="7619"/>
                </a:lnTo>
                <a:close/>
              </a:path>
              <a:path w="5632450" h="1238250">
                <a:moveTo>
                  <a:pt x="2270760" y="7619"/>
                </a:moveTo>
                <a:lnTo>
                  <a:pt x="2240279" y="7619"/>
                </a:lnTo>
                <a:lnTo>
                  <a:pt x="2240279" y="0"/>
                </a:lnTo>
                <a:lnTo>
                  <a:pt x="2270760" y="0"/>
                </a:lnTo>
                <a:lnTo>
                  <a:pt x="2270760" y="7619"/>
                </a:lnTo>
                <a:close/>
              </a:path>
              <a:path w="5632450" h="1238250">
                <a:moveTo>
                  <a:pt x="2324100" y="7619"/>
                </a:moveTo>
                <a:lnTo>
                  <a:pt x="2293620" y="7619"/>
                </a:lnTo>
                <a:lnTo>
                  <a:pt x="2293620" y="0"/>
                </a:lnTo>
                <a:lnTo>
                  <a:pt x="2324100" y="0"/>
                </a:lnTo>
                <a:lnTo>
                  <a:pt x="2324100" y="7619"/>
                </a:lnTo>
                <a:close/>
              </a:path>
              <a:path w="5632450" h="1238250">
                <a:moveTo>
                  <a:pt x="2377440" y="7619"/>
                </a:moveTo>
                <a:lnTo>
                  <a:pt x="2346960" y="7619"/>
                </a:lnTo>
                <a:lnTo>
                  <a:pt x="2346960" y="0"/>
                </a:lnTo>
                <a:lnTo>
                  <a:pt x="2377440" y="0"/>
                </a:lnTo>
                <a:lnTo>
                  <a:pt x="2377440" y="7619"/>
                </a:lnTo>
                <a:close/>
              </a:path>
              <a:path w="5632450" h="1238250">
                <a:moveTo>
                  <a:pt x="2430779" y="7619"/>
                </a:moveTo>
                <a:lnTo>
                  <a:pt x="2400300" y="7619"/>
                </a:lnTo>
                <a:lnTo>
                  <a:pt x="2400300" y="0"/>
                </a:lnTo>
                <a:lnTo>
                  <a:pt x="2430779" y="0"/>
                </a:lnTo>
                <a:lnTo>
                  <a:pt x="2430779" y="7619"/>
                </a:lnTo>
                <a:close/>
              </a:path>
              <a:path w="5632450" h="1238250">
                <a:moveTo>
                  <a:pt x="2484120" y="7619"/>
                </a:moveTo>
                <a:lnTo>
                  <a:pt x="2453640" y="7619"/>
                </a:lnTo>
                <a:lnTo>
                  <a:pt x="2453640" y="0"/>
                </a:lnTo>
                <a:lnTo>
                  <a:pt x="2484120" y="0"/>
                </a:lnTo>
                <a:lnTo>
                  <a:pt x="2484120" y="7619"/>
                </a:lnTo>
                <a:close/>
              </a:path>
              <a:path w="5632450" h="1238250">
                <a:moveTo>
                  <a:pt x="2537460" y="7619"/>
                </a:moveTo>
                <a:lnTo>
                  <a:pt x="2506979" y="7619"/>
                </a:lnTo>
                <a:lnTo>
                  <a:pt x="2506979" y="0"/>
                </a:lnTo>
                <a:lnTo>
                  <a:pt x="2537460" y="0"/>
                </a:lnTo>
                <a:lnTo>
                  <a:pt x="2537460" y="7619"/>
                </a:lnTo>
                <a:close/>
              </a:path>
              <a:path w="5632450" h="1238250">
                <a:moveTo>
                  <a:pt x="2590800" y="7619"/>
                </a:moveTo>
                <a:lnTo>
                  <a:pt x="2560320" y="7619"/>
                </a:lnTo>
                <a:lnTo>
                  <a:pt x="2560320" y="0"/>
                </a:lnTo>
                <a:lnTo>
                  <a:pt x="2590800" y="0"/>
                </a:lnTo>
                <a:lnTo>
                  <a:pt x="2590800" y="7619"/>
                </a:lnTo>
                <a:close/>
              </a:path>
              <a:path w="5632450" h="1238250">
                <a:moveTo>
                  <a:pt x="2644140" y="7619"/>
                </a:moveTo>
                <a:lnTo>
                  <a:pt x="2613660" y="7619"/>
                </a:lnTo>
                <a:lnTo>
                  <a:pt x="2613660" y="0"/>
                </a:lnTo>
                <a:lnTo>
                  <a:pt x="2644140" y="0"/>
                </a:lnTo>
                <a:lnTo>
                  <a:pt x="2644140" y="7619"/>
                </a:lnTo>
                <a:close/>
              </a:path>
              <a:path w="5632450" h="1238250">
                <a:moveTo>
                  <a:pt x="2697479" y="7619"/>
                </a:moveTo>
                <a:lnTo>
                  <a:pt x="2667000" y="7619"/>
                </a:lnTo>
                <a:lnTo>
                  <a:pt x="2667000" y="0"/>
                </a:lnTo>
                <a:lnTo>
                  <a:pt x="2697479" y="0"/>
                </a:lnTo>
                <a:lnTo>
                  <a:pt x="2697479" y="7619"/>
                </a:lnTo>
                <a:close/>
              </a:path>
              <a:path w="5632450" h="1238250">
                <a:moveTo>
                  <a:pt x="2750820" y="7619"/>
                </a:moveTo>
                <a:lnTo>
                  <a:pt x="2720340" y="7619"/>
                </a:lnTo>
                <a:lnTo>
                  <a:pt x="2720340" y="0"/>
                </a:lnTo>
                <a:lnTo>
                  <a:pt x="2750820" y="0"/>
                </a:lnTo>
                <a:lnTo>
                  <a:pt x="2750820" y="7619"/>
                </a:lnTo>
                <a:close/>
              </a:path>
              <a:path w="5632450" h="1238250">
                <a:moveTo>
                  <a:pt x="2804160" y="7619"/>
                </a:moveTo>
                <a:lnTo>
                  <a:pt x="2773680" y="7619"/>
                </a:lnTo>
                <a:lnTo>
                  <a:pt x="2773680" y="0"/>
                </a:lnTo>
                <a:lnTo>
                  <a:pt x="2804160" y="0"/>
                </a:lnTo>
                <a:lnTo>
                  <a:pt x="2804160" y="7619"/>
                </a:lnTo>
                <a:close/>
              </a:path>
              <a:path w="5632450" h="1238250">
                <a:moveTo>
                  <a:pt x="2857500" y="7619"/>
                </a:moveTo>
                <a:lnTo>
                  <a:pt x="2827020" y="7619"/>
                </a:lnTo>
                <a:lnTo>
                  <a:pt x="2827020" y="0"/>
                </a:lnTo>
                <a:lnTo>
                  <a:pt x="2857500" y="0"/>
                </a:lnTo>
                <a:lnTo>
                  <a:pt x="2857500" y="7619"/>
                </a:lnTo>
                <a:close/>
              </a:path>
              <a:path w="5632450" h="1238250">
                <a:moveTo>
                  <a:pt x="2910840" y="7619"/>
                </a:moveTo>
                <a:lnTo>
                  <a:pt x="2880360" y="7619"/>
                </a:lnTo>
                <a:lnTo>
                  <a:pt x="2880360" y="0"/>
                </a:lnTo>
                <a:lnTo>
                  <a:pt x="2910840" y="0"/>
                </a:lnTo>
                <a:lnTo>
                  <a:pt x="2910840" y="7619"/>
                </a:lnTo>
                <a:close/>
              </a:path>
              <a:path w="5632450" h="1238250">
                <a:moveTo>
                  <a:pt x="2964180" y="7619"/>
                </a:moveTo>
                <a:lnTo>
                  <a:pt x="2933700" y="7619"/>
                </a:lnTo>
                <a:lnTo>
                  <a:pt x="2933700" y="0"/>
                </a:lnTo>
                <a:lnTo>
                  <a:pt x="2964180" y="0"/>
                </a:lnTo>
                <a:lnTo>
                  <a:pt x="2964180" y="7619"/>
                </a:lnTo>
                <a:close/>
              </a:path>
              <a:path w="5632450" h="1238250">
                <a:moveTo>
                  <a:pt x="3017520" y="7619"/>
                </a:moveTo>
                <a:lnTo>
                  <a:pt x="2987040" y="7619"/>
                </a:lnTo>
                <a:lnTo>
                  <a:pt x="2987040" y="0"/>
                </a:lnTo>
                <a:lnTo>
                  <a:pt x="3017520" y="0"/>
                </a:lnTo>
                <a:lnTo>
                  <a:pt x="3017520" y="7619"/>
                </a:lnTo>
                <a:close/>
              </a:path>
              <a:path w="5632450" h="1238250">
                <a:moveTo>
                  <a:pt x="3070860" y="7619"/>
                </a:moveTo>
                <a:lnTo>
                  <a:pt x="3040380" y="7619"/>
                </a:lnTo>
                <a:lnTo>
                  <a:pt x="3040380" y="0"/>
                </a:lnTo>
                <a:lnTo>
                  <a:pt x="3070860" y="0"/>
                </a:lnTo>
                <a:lnTo>
                  <a:pt x="3070860" y="7619"/>
                </a:lnTo>
                <a:close/>
              </a:path>
              <a:path w="5632450" h="1238250">
                <a:moveTo>
                  <a:pt x="3124200" y="7619"/>
                </a:moveTo>
                <a:lnTo>
                  <a:pt x="3093720" y="7619"/>
                </a:lnTo>
                <a:lnTo>
                  <a:pt x="3093720" y="0"/>
                </a:lnTo>
                <a:lnTo>
                  <a:pt x="3124200" y="0"/>
                </a:lnTo>
                <a:lnTo>
                  <a:pt x="3124200" y="7619"/>
                </a:lnTo>
                <a:close/>
              </a:path>
              <a:path w="5632450" h="1238250">
                <a:moveTo>
                  <a:pt x="3177540" y="7619"/>
                </a:moveTo>
                <a:lnTo>
                  <a:pt x="3147060" y="7619"/>
                </a:lnTo>
                <a:lnTo>
                  <a:pt x="3147060" y="0"/>
                </a:lnTo>
                <a:lnTo>
                  <a:pt x="3177540" y="0"/>
                </a:lnTo>
                <a:lnTo>
                  <a:pt x="3177540" y="7619"/>
                </a:lnTo>
                <a:close/>
              </a:path>
              <a:path w="5632450" h="1238250">
                <a:moveTo>
                  <a:pt x="3230880" y="7619"/>
                </a:moveTo>
                <a:lnTo>
                  <a:pt x="3200400" y="7619"/>
                </a:lnTo>
                <a:lnTo>
                  <a:pt x="3200400" y="0"/>
                </a:lnTo>
                <a:lnTo>
                  <a:pt x="3230880" y="0"/>
                </a:lnTo>
                <a:lnTo>
                  <a:pt x="3230880" y="7619"/>
                </a:lnTo>
                <a:close/>
              </a:path>
              <a:path w="5632450" h="1238250">
                <a:moveTo>
                  <a:pt x="3284220" y="7619"/>
                </a:moveTo>
                <a:lnTo>
                  <a:pt x="3253740" y="7619"/>
                </a:lnTo>
                <a:lnTo>
                  <a:pt x="3253740" y="0"/>
                </a:lnTo>
                <a:lnTo>
                  <a:pt x="3284220" y="0"/>
                </a:lnTo>
                <a:lnTo>
                  <a:pt x="3284220" y="7619"/>
                </a:lnTo>
                <a:close/>
              </a:path>
              <a:path w="5632450" h="1238250">
                <a:moveTo>
                  <a:pt x="3337560" y="7619"/>
                </a:moveTo>
                <a:lnTo>
                  <a:pt x="3307080" y="7619"/>
                </a:lnTo>
                <a:lnTo>
                  <a:pt x="3307080" y="0"/>
                </a:lnTo>
                <a:lnTo>
                  <a:pt x="3337560" y="0"/>
                </a:lnTo>
                <a:lnTo>
                  <a:pt x="3337560" y="7619"/>
                </a:lnTo>
                <a:close/>
              </a:path>
              <a:path w="5632450" h="1238250">
                <a:moveTo>
                  <a:pt x="3390900" y="7619"/>
                </a:moveTo>
                <a:lnTo>
                  <a:pt x="3360420" y="7619"/>
                </a:lnTo>
                <a:lnTo>
                  <a:pt x="3360420" y="0"/>
                </a:lnTo>
                <a:lnTo>
                  <a:pt x="3390900" y="0"/>
                </a:lnTo>
                <a:lnTo>
                  <a:pt x="3390900" y="7619"/>
                </a:lnTo>
                <a:close/>
              </a:path>
              <a:path w="5632450" h="1238250">
                <a:moveTo>
                  <a:pt x="3444240" y="7619"/>
                </a:moveTo>
                <a:lnTo>
                  <a:pt x="3413760" y="7619"/>
                </a:lnTo>
                <a:lnTo>
                  <a:pt x="3413760" y="0"/>
                </a:lnTo>
                <a:lnTo>
                  <a:pt x="3444240" y="0"/>
                </a:lnTo>
                <a:lnTo>
                  <a:pt x="3444240" y="7619"/>
                </a:lnTo>
                <a:close/>
              </a:path>
              <a:path w="5632450" h="1238250">
                <a:moveTo>
                  <a:pt x="3497580" y="7619"/>
                </a:moveTo>
                <a:lnTo>
                  <a:pt x="3467100" y="7619"/>
                </a:lnTo>
                <a:lnTo>
                  <a:pt x="3467100" y="0"/>
                </a:lnTo>
                <a:lnTo>
                  <a:pt x="3497580" y="0"/>
                </a:lnTo>
                <a:lnTo>
                  <a:pt x="3497580" y="7619"/>
                </a:lnTo>
                <a:close/>
              </a:path>
              <a:path w="5632450" h="1238250">
                <a:moveTo>
                  <a:pt x="3550920" y="7619"/>
                </a:moveTo>
                <a:lnTo>
                  <a:pt x="3520440" y="7619"/>
                </a:lnTo>
                <a:lnTo>
                  <a:pt x="3520440" y="0"/>
                </a:lnTo>
                <a:lnTo>
                  <a:pt x="3550920" y="0"/>
                </a:lnTo>
                <a:lnTo>
                  <a:pt x="3550920" y="7619"/>
                </a:lnTo>
                <a:close/>
              </a:path>
              <a:path w="5632450" h="1238250">
                <a:moveTo>
                  <a:pt x="3604260" y="7619"/>
                </a:moveTo>
                <a:lnTo>
                  <a:pt x="3573780" y="7619"/>
                </a:lnTo>
                <a:lnTo>
                  <a:pt x="3573780" y="0"/>
                </a:lnTo>
                <a:lnTo>
                  <a:pt x="3604260" y="0"/>
                </a:lnTo>
                <a:lnTo>
                  <a:pt x="3604260" y="7619"/>
                </a:lnTo>
                <a:close/>
              </a:path>
              <a:path w="5632450" h="1238250">
                <a:moveTo>
                  <a:pt x="3657600" y="7619"/>
                </a:moveTo>
                <a:lnTo>
                  <a:pt x="3627120" y="7619"/>
                </a:lnTo>
                <a:lnTo>
                  <a:pt x="3627120" y="0"/>
                </a:lnTo>
                <a:lnTo>
                  <a:pt x="3657600" y="0"/>
                </a:lnTo>
                <a:lnTo>
                  <a:pt x="3657600" y="7619"/>
                </a:lnTo>
                <a:close/>
              </a:path>
              <a:path w="5632450" h="1238250">
                <a:moveTo>
                  <a:pt x="3710940" y="7619"/>
                </a:moveTo>
                <a:lnTo>
                  <a:pt x="3680460" y="7619"/>
                </a:lnTo>
                <a:lnTo>
                  <a:pt x="3680460" y="0"/>
                </a:lnTo>
                <a:lnTo>
                  <a:pt x="3710940" y="0"/>
                </a:lnTo>
                <a:lnTo>
                  <a:pt x="3710940" y="7619"/>
                </a:lnTo>
                <a:close/>
              </a:path>
              <a:path w="5632450" h="1238250">
                <a:moveTo>
                  <a:pt x="3764280" y="7619"/>
                </a:moveTo>
                <a:lnTo>
                  <a:pt x="3733800" y="7619"/>
                </a:lnTo>
                <a:lnTo>
                  <a:pt x="3733800" y="0"/>
                </a:lnTo>
                <a:lnTo>
                  <a:pt x="3764280" y="0"/>
                </a:lnTo>
                <a:lnTo>
                  <a:pt x="3764280" y="7619"/>
                </a:lnTo>
                <a:close/>
              </a:path>
              <a:path w="5632450" h="1238250">
                <a:moveTo>
                  <a:pt x="3817620" y="7619"/>
                </a:moveTo>
                <a:lnTo>
                  <a:pt x="3787140" y="7619"/>
                </a:lnTo>
                <a:lnTo>
                  <a:pt x="3787140" y="0"/>
                </a:lnTo>
                <a:lnTo>
                  <a:pt x="3817620" y="0"/>
                </a:lnTo>
                <a:lnTo>
                  <a:pt x="3817620" y="7619"/>
                </a:lnTo>
                <a:close/>
              </a:path>
              <a:path w="5632450" h="1238250">
                <a:moveTo>
                  <a:pt x="3870960" y="7619"/>
                </a:moveTo>
                <a:lnTo>
                  <a:pt x="3840480" y="7619"/>
                </a:lnTo>
                <a:lnTo>
                  <a:pt x="3840480" y="0"/>
                </a:lnTo>
                <a:lnTo>
                  <a:pt x="3870960" y="0"/>
                </a:lnTo>
                <a:lnTo>
                  <a:pt x="3870960" y="7619"/>
                </a:lnTo>
                <a:close/>
              </a:path>
              <a:path w="5632450" h="1238250">
                <a:moveTo>
                  <a:pt x="3924300" y="7619"/>
                </a:moveTo>
                <a:lnTo>
                  <a:pt x="3893820" y="7619"/>
                </a:lnTo>
                <a:lnTo>
                  <a:pt x="3893820" y="0"/>
                </a:lnTo>
                <a:lnTo>
                  <a:pt x="3924300" y="0"/>
                </a:lnTo>
                <a:lnTo>
                  <a:pt x="3924300" y="7619"/>
                </a:lnTo>
                <a:close/>
              </a:path>
              <a:path w="5632450" h="1238250">
                <a:moveTo>
                  <a:pt x="3977640" y="7619"/>
                </a:moveTo>
                <a:lnTo>
                  <a:pt x="3947160" y="7619"/>
                </a:lnTo>
                <a:lnTo>
                  <a:pt x="3947160" y="0"/>
                </a:lnTo>
                <a:lnTo>
                  <a:pt x="3977640" y="0"/>
                </a:lnTo>
                <a:lnTo>
                  <a:pt x="3977640" y="7619"/>
                </a:lnTo>
                <a:close/>
              </a:path>
              <a:path w="5632450" h="1238250">
                <a:moveTo>
                  <a:pt x="4030980" y="7619"/>
                </a:moveTo>
                <a:lnTo>
                  <a:pt x="4000500" y="7619"/>
                </a:lnTo>
                <a:lnTo>
                  <a:pt x="4000500" y="0"/>
                </a:lnTo>
                <a:lnTo>
                  <a:pt x="4030980" y="0"/>
                </a:lnTo>
                <a:lnTo>
                  <a:pt x="4030980" y="7619"/>
                </a:lnTo>
                <a:close/>
              </a:path>
              <a:path w="5632450" h="1238250">
                <a:moveTo>
                  <a:pt x="4084320" y="7619"/>
                </a:moveTo>
                <a:lnTo>
                  <a:pt x="4053840" y="7619"/>
                </a:lnTo>
                <a:lnTo>
                  <a:pt x="4053840" y="0"/>
                </a:lnTo>
                <a:lnTo>
                  <a:pt x="4084320" y="0"/>
                </a:lnTo>
                <a:lnTo>
                  <a:pt x="4084320" y="7619"/>
                </a:lnTo>
                <a:close/>
              </a:path>
              <a:path w="5632450" h="1238250">
                <a:moveTo>
                  <a:pt x="4137660" y="7619"/>
                </a:moveTo>
                <a:lnTo>
                  <a:pt x="4107180" y="7619"/>
                </a:lnTo>
                <a:lnTo>
                  <a:pt x="4107180" y="0"/>
                </a:lnTo>
                <a:lnTo>
                  <a:pt x="4137660" y="0"/>
                </a:lnTo>
                <a:lnTo>
                  <a:pt x="4137660" y="7619"/>
                </a:lnTo>
                <a:close/>
              </a:path>
              <a:path w="5632450" h="1238250">
                <a:moveTo>
                  <a:pt x="4191000" y="7619"/>
                </a:moveTo>
                <a:lnTo>
                  <a:pt x="4160520" y="7619"/>
                </a:lnTo>
                <a:lnTo>
                  <a:pt x="4160520" y="0"/>
                </a:lnTo>
                <a:lnTo>
                  <a:pt x="4191000" y="0"/>
                </a:lnTo>
                <a:lnTo>
                  <a:pt x="4191000" y="7619"/>
                </a:lnTo>
                <a:close/>
              </a:path>
              <a:path w="5632450" h="1238250">
                <a:moveTo>
                  <a:pt x="4244340" y="7619"/>
                </a:moveTo>
                <a:lnTo>
                  <a:pt x="4213860" y="7619"/>
                </a:lnTo>
                <a:lnTo>
                  <a:pt x="4213860" y="0"/>
                </a:lnTo>
                <a:lnTo>
                  <a:pt x="4244340" y="0"/>
                </a:lnTo>
                <a:lnTo>
                  <a:pt x="4244340" y="7619"/>
                </a:lnTo>
                <a:close/>
              </a:path>
              <a:path w="5632450" h="1238250">
                <a:moveTo>
                  <a:pt x="4297680" y="7619"/>
                </a:moveTo>
                <a:lnTo>
                  <a:pt x="4267200" y="7619"/>
                </a:lnTo>
                <a:lnTo>
                  <a:pt x="4267200" y="0"/>
                </a:lnTo>
                <a:lnTo>
                  <a:pt x="4297680" y="0"/>
                </a:lnTo>
                <a:lnTo>
                  <a:pt x="4297680" y="7619"/>
                </a:lnTo>
                <a:close/>
              </a:path>
              <a:path w="5632450" h="1238250">
                <a:moveTo>
                  <a:pt x="4351020" y="7619"/>
                </a:moveTo>
                <a:lnTo>
                  <a:pt x="4320540" y="7619"/>
                </a:lnTo>
                <a:lnTo>
                  <a:pt x="4320540" y="0"/>
                </a:lnTo>
                <a:lnTo>
                  <a:pt x="4351020" y="0"/>
                </a:lnTo>
                <a:lnTo>
                  <a:pt x="4351020" y="7619"/>
                </a:lnTo>
                <a:close/>
              </a:path>
              <a:path w="5632450" h="1238250">
                <a:moveTo>
                  <a:pt x="4404360" y="7619"/>
                </a:moveTo>
                <a:lnTo>
                  <a:pt x="4373880" y="7619"/>
                </a:lnTo>
                <a:lnTo>
                  <a:pt x="4373880" y="0"/>
                </a:lnTo>
                <a:lnTo>
                  <a:pt x="4404360" y="0"/>
                </a:lnTo>
                <a:lnTo>
                  <a:pt x="4404360" y="7619"/>
                </a:lnTo>
                <a:close/>
              </a:path>
              <a:path w="5632450" h="1238250">
                <a:moveTo>
                  <a:pt x="4457700" y="7619"/>
                </a:moveTo>
                <a:lnTo>
                  <a:pt x="4427220" y="7619"/>
                </a:lnTo>
                <a:lnTo>
                  <a:pt x="4427220" y="0"/>
                </a:lnTo>
                <a:lnTo>
                  <a:pt x="4457700" y="0"/>
                </a:lnTo>
                <a:lnTo>
                  <a:pt x="4457700" y="7619"/>
                </a:lnTo>
                <a:close/>
              </a:path>
              <a:path w="5632450" h="1238250">
                <a:moveTo>
                  <a:pt x="4511040" y="7619"/>
                </a:moveTo>
                <a:lnTo>
                  <a:pt x="4480560" y="7619"/>
                </a:lnTo>
                <a:lnTo>
                  <a:pt x="4480560" y="0"/>
                </a:lnTo>
                <a:lnTo>
                  <a:pt x="4511040" y="0"/>
                </a:lnTo>
                <a:lnTo>
                  <a:pt x="4511040" y="7619"/>
                </a:lnTo>
                <a:close/>
              </a:path>
              <a:path w="5632450" h="1238250">
                <a:moveTo>
                  <a:pt x="4564380" y="7619"/>
                </a:moveTo>
                <a:lnTo>
                  <a:pt x="4533900" y="7619"/>
                </a:lnTo>
                <a:lnTo>
                  <a:pt x="4533900" y="0"/>
                </a:lnTo>
                <a:lnTo>
                  <a:pt x="4564380" y="0"/>
                </a:lnTo>
                <a:lnTo>
                  <a:pt x="4564380" y="7619"/>
                </a:lnTo>
                <a:close/>
              </a:path>
              <a:path w="5632450" h="1238250">
                <a:moveTo>
                  <a:pt x="4617720" y="7619"/>
                </a:moveTo>
                <a:lnTo>
                  <a:pt x="4587240" y="7619"/>
                </a:lnTo>
                <a:lnTo>
                  <a:pt x="4587240" y="0"/>
                </a:lnTo>
                <a:lnTo>
                  <a:pt x="4617720" y="0"/>
                </a:lnTo>
                <a:lnTo>
                  <a:pt x="4617720" y="7619"/>
                </a:lnTo>
                <a:close/>
              </a:path>
              <a:path w="5632450" h="1238250">
                <a:moveTo>
                  <a:pt x="4671060" y="7619"/>
                </a:moveTo>
                <a:lnTo>
                  <a:pt x="4640580" y="7619"/>
                </a:lnTo>
                <a:lnTo>
                  <a:pt x="4640580" y="0"/>
                </a:lnTo>
                <a:lnTo>
                  <a:pt x="4671060" y="0"/>
                </a:lnTo>
                <a:lnTo>
                  <a:pt x="4671060" y="7619"/>
                </a:lnTo>
                <a:close/>
              </a:path>
              <a:path w="5632450" h="1238250">
                <a:moveTo>
                  <a:pt x="4724400" y="7619"/>
                </a:moveTo>
                <a:lnTo>
                  <a:pt x="4693920" y="7619"/>
                </a:lnTo>
                <a:lnTo>
                  <a:pt x="4693920" y="0"/>
                </a:lnTo>
                <a:lnTo>
                  <a:pt x="4724400" y="0"/>
                </a:lnTo>
                <a:lnTo>
                  <a:pt x="4724400" y="7619"/>
                </a:lnTo>
                <a:close/>
              </a:path>
              <a:path w="5632450" h="1238250">
                <a:moveTo>
                  <a:pt x="4777740" y="7619"/>
                </a:moveTo>
                <a:lnTo>
                  <a:pt x="4747260" y="7619"/>
                </a:lnTo>
                <a:lnTo>
                  <a:pt x="4747260" y="0"/>
                </a:lnTo>
                <a:lnTo>
                  <a:pt x="4777740" y="0"/>
                </a:lnTo>
                <a:lnTo>
                  <a:pt x="4777740" y="7619"/>
                </a:lnTo>
                <a:close/>
              </a:path>
              <a:path w="5632450" h="1238250">
                <a:moveTo>
                  <a:pt x="4831080" y="7619"/>
                </a:moveTo>
                <a:lnTo>
                  <a:pt x="4800600" y="7619"/>
                </a:lnTo>
                <a:lnTo>
                  <a:pt x="4800600" y="0"/>
                </a:lnTo>
                <a:lnTo>
                  <a:pt x="4831080" y="0"/>
                </a:lnTo>
                <a:lnTo>
                  <a:pt x="4831080" y="7619"/>
                </a:lnTo>
                <a:close/>
              </a:path>
              <a:path w="5632450" h="1238250">
                <a:moveTo>
                  <a:pt x="4884420" y="7619"/>
                </a:moveTo>
                <a:lnTo>
                  <a:pt x="4853940" y="7619"/>
                </a:lnTo>
                <a:lnTo>
                  <a:pt x="4853940" y="0"/>
                </a:lnTo>
                <a:lnTo>
                  <a:pt x="4884420" y="0"/>
                </a:lnTo>
                <a:lnTo>
                  <a:pt x="4884420" y="7619"/>
                </a:lnTo>
                <a:close/>
              </a:path>
              <a:path w="5632450" h="1238250">
                <a:moveTo>
                  <a:pt x="4937760" y="7619"/>
                </a:moveTo>
                <a:lnTo>
                  <a:pt x="4907280" y="7619"/>
                </a:lnTo>
                <a:lnTo>
                  <a:pt x="4907280" y="0"/>
                </a:lnTo>
                <a:lnTo>
                  <a:pt x="4937760" y="0"/>
                </a:lnTo>
                <a:lnTo>
                  <a:pt x="4937760" y="7619"/>
                </a:lnTo>
                <a:close/>
              </a:path>
              <a:path w="5632450" h="1238250">
                <a:moveTo>
                  <a:pt x="4991100" y="7619"/>
                </a:moveTo>
                <a:lnTo>
                  <a:pt x="4960620" y="7619"/>
                </a:lnTo>
                <a:lnTo>
                  <a:pt x="4960620" y="0"/>
                </a:lnTo>
                <a:lnTo>
                  <a:pt x="4991100" y="0"/>
                </a:lnTo>
                <a:lnTo>
                  <a:pt x="4991100" y="7619"/>
                </a:lnTo>
                <a:close/>
              </a:path>
              <a:path w="5632450" h="1238250">
                <a:moveTo>
                  <a:pt x="5044440" y="7619"/>
                </a:moveTo>
                <a:lnTo>
                  <a:pt x="5013960" y="7619"/>
                </a:lnTo>
                <a:lnTo>
                  <a:pt x="5013960" y="0"/>
                </a:lnTo>
                <a:lnTo>
                  <a:pt x="5044440" y="0"/>
                </a:lnTo>
                <a:lnTo>
                  <a:pt x="5044440" y="7619"/>
                </a:lnTo>
                <a:close/>
              </a:path>
              <a:path w="5632450" h="1238250">
                <a:moveTo>
                  <a:pt x="5097780" y="7619"/>
                </a:moveTo>
                <a:lnTo>
                  <a:pt x="5067300" y="7619"/>
                </a:lnTo>
                <a:lnTo>
                  <a:pt x="5067300" y="0"/>
                </a:lnTo>
                <a:lnTo>
                  <a:pt x="5097780" y="0"/>
                </a:lnTo>
                <a:lnTo>
                  <a:pt x="5097780" y="7619"/>
                </a:lnTo>
                <a:close/>
              </a:path>
              <a:path w="5632450" h="1238250">
                <a:moveTo>
                  <a:pt x="5151120" y="7619"/>
                </a:moveTo>
                <a:lnTo>
                  <a:pt x="5120640" y="7619"/>
                </a:lnTo>
                <a:lnTo>
                  <a:pt x="5120640" y="0"/>
                </a:lnTo>
                <a:lnTo>
                  <a:pt x="5151120" y="0"/>
                </a:lnTo>
                <a:lnTo>
                  <a:pt x="5151120" y="7619"/>
                </a:lnTo>
                <a:close/>
              </a:path>
              <a:path w="5632450" h="1238250">
                <a:moveTo>
                  <a:pt x="5204460" y="7619"/>
                </a:moveTo>
                <a:lnTo>
                  <a:pt x="5173980" y="7619"/>
                </a:lnTo>
                <a:lnTo>
                  <a:pt x="5173980" y="0"/>
                </a:lnTo>
                <a:lnTo>
                  <a:pt x="5204460" y="0"/>
                </a:lnTo>
                <a:lnTo>
                  <a:pt x="5204460" y="7619"/>
                </a:lnTo>
                <a:close/>
              </a:path>
              <a:path w="5632450" h="1238250">
                <a:moveTo>
                  <a:pt x="5257800" y="7619"/>
                </a:moveTo>
                <a:lnTo>
                  <a:pt x="5227320" y="7619"/>
                </a:lnTo>
                <a:lnTo>
                  <a:pt x="5227320" y="0"/>
                </a:lnTo>
                <a:lnTo>
                  <a:pt x="5257800" y="0"/>
                </a:lnTo>
                <a:lnTo>
                  <a:pt x="5257800" y="7619"/>
                </a:lnTo>
                <a:close/>
              </a:path>
              <a:path w="5632450" h="1238250">
                <a:moveTo>
                  <a:pt x="5311140" y="7619"/>
                </a:moveTo>
                <a:lnTo>
                  <a:pt x="5280660" y="7619"/>
                </a:lnTo>
                <a:lnTo>
                  <a:pt x="5280660" y="0"/>
                </a:lnTo>
                <a:lnTo>
                  <a:pt x="5311140" y="0"/>
                </a:lnTo>
                <a:lnTo>
                  <a:pt x="5311140" y="7619"/>
                </a:lnTo>
                <a:close/>
              </a:path>
              <a:path w="5632450" h="1238250">
                <a:moveTo>
                  <a:pt x="5364480" y="7619"/>
                </a:moveTo>
                <a:lnTo>
                  <a:pt x="5334000" y="7619"/>
                </a:lnTo>
                <a:lnTo>
                  <a:pt x="5334000" y="0"/>
                </a:lnTo>
                <a:lnTo>
                  <a:pt x="5364480" y="0"/>
                </a:lnTo>
                <a:lnTo>
                  <a:pt x="5364480" y="7619"/>
                </a:lnTo>
                <a:close/>
              </a:path>
              <a:path w="5632450" h="1238250">
                <a:moveTo>
                  <a:pt x="5417820" y="7619"/>
                </a:moveTo>
                <a:lnTo>
                  <a:pt x="5387340" y="7619"/>
                </a:lnTo>
                <a:lnTo>
                  <a:pt x="5387340" y="0"/>
                </a:lnTo>
                <a:lnTo>
                  <a:pt x="5417820" y="0"/>
                </a:lnTo>
                <a:lnTo>
                  <a:pt x="5417820" y="7619"/>
                </a:lnTo>
                <a:close/>
              </a:path>
              <a:path w="5632450" h="1238250">
                <a:moveTo>
                  <a:pt x="5471160" y="7619"/>
                </a:moveTo>
                <a:lnTo>
                  <a:pt x="5440680" y="7619"/>
                </a:lnTo>
                <a:lnTo>
                  <a:pt x="5440680" y="0"/>
                </a:lnTo>
                <a:lnTo>
                  <a:pt x="5471160" y="0"/>
                </a:lnTo>
                <a:lnTo>
                  <a:pt x="5471160" y="7619"/>
                </a:lnTo>
                <a:close/>
              </a:path>
              <a:path w="5632450" h="1238250">
                <a:moveTo>
                  <a:pt x="5524500" y="7619"/>
                </a:moveTo>
                <a:lnTo>
                  <a:pt x="5494020" y="7619"/>
                </a:lnTo>
                <a:lnTo>
                  <a:pt x="5494020" y="0"/>
                </a:lnTo>
                <a:lnTo>
                  <a:pt x="5524500" y="0"/>
                </a:lnTo>
                <a:lnTo>
                  <a:pt x="5524500" y="7619"/>
                </a:lnTo>
                <a:close/>
              </a:path>
              <a:path w="5632450" h="1238250">
                <a:moveTo>
                  <a:pt x="5577840" y="7619"/>
                </a:moveTo>
                <a:lnTo>
                  <a:pt x="5547360" y="7619"/>
                </a:lnTo>
                <a:lnTo>
                  <a:pt x="5547360" y="0"/>
                </a:lnTo>
                <a:lnTo>
                  <a:pt x="5577840" y="0"/>
                </a:lnTo>
                <a:lnTo>
                  <a:pt x="5577840" y="7619"/>
                </a:lnTo>
                <a:close/>
              </a:path>
              <a:path w="5632450" h="1238250">
                <a:moveTo>
                  <a:pt x="5624830" y="7619"/>
                </a:moveTo>
                <a:lnTo>
                  <a:pt x="5600700" y="7619"/>
                </a:lnTo>
                <a:lnTo>
                  <a:pt x="5600700" y="0"/>
                </a:lnTo>
                <a:lnTo>
                  <a:pt x="5632450" y="0"/>
                </a:lnTo>
                <a:lnTo>
                  <a:pt x="5632450" y="3809"/>
                </a:lnTo>
                <a:lnTo>
                  <a:pt x="5624830" y="3809"/>
                </a:lnTo>
                <a:lnTo>
                  <a:pt x="5624830" y="7619"/>
                </a:lnTo>
                <a:close/>
              </a:path>
              <a:path w="5632450" h="1238250">
                <a:moveTo>
                  <a:pt x="5628640" y="7619"/>
                </a:moveTo>
                <a:lnTo>
                  <a:pt x="5624830" y="7619"/>
                </a:lnTo>
                <a:lnTo>
                  <a:pt x="5624830" y="3809"/>
                </a:lnTo>
                <a:lnTo>
                  <a:pt x="5628640" y="7619"/>
                </a:lnTo>
                <a:close/>
              </a:path>
              <a:path w="5632450" h="1238250">
                <a:moveTo>
                  <a:pt x="5632450" y="6349"/>
                </a:moveTo>
                <a:lnTo>
                  <a:pt x="5627370" y="6349"/>
                </a:lnTo>
                <a:lnTo>
                  <a:pt x="5624830" y="3809"/>
                </a:lnTo>
                <a:lnTo>
                  <a:pt x="5632450" y="3809"/>
                </a:lnTo>
                <a:lnTo>
                  <a:pt x="5632450" y="6349"/>
                </a:lnTo>
                <a:close/>
              </a:path>
              <a:path w="5632450" h="1238250">
                <a:moveTo>
                  <a:pt x="5632450" y="59689"/>
                </a:moveTo>
                <a:lnTo>
                  <a:pt x="5624830" y="59689"/>
                </a:lnTo>
                <a:lnTo>
                  <a:pt x="5624830" y="29209"/>
                </a:lnTo>
                <a:lnTo>
                  <a:pt x="5632450" y="29209"/>
                </a:lnTo>
                <a:lnTo>
                  <a:pt x="5632450" y="59689"/>
                </a:lnTo>
                <a:close/>
              </a:path>
              <a:path w="5632450" h="1238250">
                <a:moveTo>
                  <a:pt x="5632450" y="113029"/>
                </a:moveTo>
                <a:lnTo>
                  <a:pt x="5624830" y="113029"/>
                </a:lnTo>
                <a:lnTo>
                  <a:pt x="5624830" y="82549"/>
                </a:lnTo>
                <a:lnTo>
                  <a:pt x="5632450" y="82549"/>
                </a:lnTo>
                <a:lnTo>
                  <a:pt x="5632450" y="113029"/>
                </a:lnTo>
                <a:close/>
              </a:path>
              <a:path w="5632450" h="1238250">
                <a:moveTo>
                  <a:pt x="5632450" y="166369"/>
                </a:moveTo>
                <a:lnTo>
                  <a:pt x="5624830" y="166369"/>
                </a:lnTo>
                <a:lnTo>
                  <a:pt x="5624830" y="135889"/>
                </a:lnTo>
                <a:lnTo>
                  <a:pt x="5632450" y="135889"/>
                </a:lnTo>
                <a:lnTo>
                  <a:pt x="5632450" y="166369"/>
                </a:lnTo>
                <a:close/>
              </a:path>
              <a:path w="5632450" h="1238250">
                <a:moveTo>
                  <a:pt x="5632450" y="219709"/>
                </a:moveTo>
                <a:lnTo>
                  <a:pt x="5624830" y="219709"/>
                </a:lnTo>
                <a:lnTo>
                  <a:pt x="5624830" y="189229"/>
                </a:lnTo>
                <a:lnTo>
                  <a:pt x="5632450" y="189229"/>
                </a:lnTo>
                <a:lnTo>
                  <a:pt x="5632450" y="219709"/>
                </a:lnTo>
                <a:close/>
              </a:path>
              <a:path w="5632450" h="1238250">
                <a:moveTo>
                  <a:pt x="5632450" y="273049"/>
                </a:moveTo>
                <a:lnTo>
                  <a:pt x="5624830" y="273049"/>
                </a:lnTo>
                <a:lnTo>
                  <a:pt x="5624830" y="242569"/>
                </a:lnTo>
                <a:lnTo>
                  <a:pt x="5632450" y="242569"/>
                </a:lnTo>
                <a:lnTo>
                  <a:pt x="5632450" y="273049"/>
                </a:lnTo>
                <a:close/>
              </a:path>
              <a:path w="5632450" h="1238250">
                <a:moveTo>
                  <a:pt x="5632450" y="326389"/>
                </a:moveTo>
                <a:lnTo>
                  <a:pt x="5624830" y="326389"/>
                </a:lnTo>
                <a:lnTo>
                  <a:pt x="5624830" y="295909"/>
                </a:lnTo>
                <a:lnTo>
                  <a:pt x="5632450" y="295909"/>
                </a:lnTo>
                <a:lnTo>
                  <a:pt x="5632450" y="326389"/>
                </a:lnTo>
                <a:close/>
              </a:path>
              <a:path w="5632450" h="1238250">
                <a:moveTo>
                  <a:pt x="5632450" y="379729"/>
                </a:moveTo>
                <a:lnTo>
                  <a:pt x="5624830" y="379729"/>
                </a:lnTo>
                <a:lnTo>
                  <a:pt x="5624830" y="349249"/>
                </a:lnTo>
                <a:lnTo>
                  <a:pt x="5632450" y="349249"/>
                </a:lnTo>
                <a:lnTo>
                  <a:pt x="5632450" y="379729"/>
                </a:lnTo>
                <a:close/>
              </a:path>
              <a:path w="5632450" h="1238250">
                <a:moveTo>
                  <a:pt x="5632450" y="433069"/>
                </a:moveTo>
                <a:lnTo>
                  <a:pt x="5624830" y="433069"/>
                </a:lnTo>
                <a:lnTo>
                  <a:pt x="5624830" y="402589"/>
                </a:lnTo>
                <a:lnTo>
                  <a:pt x="5632450" y="402589"/>
                </a:lnTo>
                <a:lnTo>
                  <a:pt x="5632450" y="433069"/>
                </a:lnTo>
                <a:close/>
              </a:path>
              <a:path w="5632450" h="1238250">
                <a:moveTo>
                  <a:pt x="5632450" y="486409"/>
                </a:moveTo>
                <a:lnTo>
                  <a:pt x="5624830" y="486409"/>
                </a:lnTo>
                <a:lnTo>
                  <a:pt x="5624830" y="455929"/>
                </a:lnTo>
                <a:lnTo>
                  <a:pt x="5632450" y="455929"/>
                </a:lnTo>
                <a:lnTo>
                  <a:pt x="5632450" y="486409"/>
                </a:lnTo>
                <a:close/>
              </a:path>
              <a:path w="5632450" h="1238250">
                <a:moveTo>
                  <a:pt x="5632450" y="539749"/>
                </a:moveTo>
                <a:lnTo>
                  <a:pt x="5624830" y="539749"/>
                </a:lnTo>
                <a:lnTo>
                  <a:pt x="5624830" y="509269"/>
                </a:lnTo>
                <a:lnTo>
                  <a:pt x="5632450" y="509269"/>
                </a:lnTo>
                <a:lnTo>
                  <a:pt x="5632450" y="539749"/>
                </a:lnTo>
                <a:close/>
              </a:path>
              <a:path w="5632450" h="1238250">
                <a:moveTo>
                  <a:pt x="5632450" y="593089"/>
                </a:moveTo>
                <a:lnTo>
                  <a:pt x="5624830" y="593089"/>
                </a:lnTo>
                <a:lnTo>
                  <a:pt x="5624830" y="562609"/>
                </a:lnTo>
                <a:lnTo>
                  <a:pt x="5632450" y="562609"/>
                </a:lnTo>
                <a:lnTo>
                  <a:pt x="5632450" y="593089"/>
                </a:lnTo>
                <a:close/>
              </a:path>
              <a:path w="5632450" h="1238250">
                <a:moveTo>
                  <a:pt x="5632450" y="646429"/>
                </a:moveTo>
                <a:lnTo>
                  <a:pt x="5624830" y="646429"/>
                </a:lnTo>
                <a:lnTo>
                  <a:pt x="5624830" y="615949"/>
                </a:lnTo>
                <a:lnTo>
                  <a:pt x="5632450" y="615949"/>
                </a:lnTo>
                <a:lnTo>
                  <a:pt x="5632450" y="646429"/>
                </a:lnTo>
                <a:close/>
              </a:path>
              <a:path w="5632450" h="1238250">
                <a:moveTo>
                  <a:pt x="5632450" y="699769"/>
                </a:moveTo>
                <a:lnTo>
                  <a:pt x="5624830" y="699769"/>
                </a:lnTo>
                <a:lnTo>
                  <a:pt x="5624830" y="669289"/>
                </a:lnTo>
                <a:lnTo>
                  <a:pt x="5632450" y="669289"/>
                </a:lnTo>
                <a:lnTo>
                  <a:pt x="5632450" y="699769"/>
                </a:lnTo>
                <a:close/>
              </a:path>
              <a:path w="5632450" h="1238250">
                <a:moveTo>
                  <a:pt x="5632450" y="753109"/>
                </a:moveTo>
                <a:lnTo>
                  <a:pt x="5624830" y="753109"/>
                </a:lnTo>
                <a:lnTo>
                  <a:pt x="5624830" y="722629"/>
                </a:lnTo>
                <a:lnTo>
                  <a:pt x="5632450" y="722629"/>
                </a:lnTo>
                <a:lnTo>
                  <a:pt x="5632450" y="753109"/>
                </a:lnTo>
                <a:close/>
              </a:path>
              <a:path w="5632450" h="1238250">
                <a:moveTo>
                  <a:pt x="5632450" y="806449"/>
                </a:moveTo>
                <a:lnTo>
                  <a:pt x="5624830" y="806449"/>
                </a:lnTo>
                <a:lnTo>
                  <a:pt x="5624830" y="775969"/>
                </a:lnTo>
                <a:lnTo>
                  <a:pt x="5632450" y="775969"/>
                </a:lnTo>
                <a:lnTo>
                  <a:pt x="5632450" y="806449"/>
                </a:lnTo>
                <a:close/>
              </a:path>
              <a:path w="5632450" h="1238250">
                <a:moveTo>
                  <a:pt x="5632450" y="859789"/>
                </a:moveTo>
                <a:lnTo>
                  <a:pt x="5624830" y="859789"/>
                </a:lnTo>
                <a:lnTo>
                  <a:pt x="5624830" y="829309"/>
                </a:lnTo>
                <a:lnTo>
                  <a:pt x="5632450" y="829309"/>
                </a:lnTo>
                <a:lnTo>
                  <a:pt x="5632450" y="859789"/>
                </a:lnTo>
                <a:close/>
              </a:path>
              <a:path w="5632450" h="1238250">
                <a:moveTo>
                  <a:pt x="5632450" y="913129"/>
                </a:moveTo>
                <a:lnTo>
                  <a:pt x="5624830" y="913129"/>
                </a:lnTo>
                <a:lnTo>
                  <a:pt x="5624830" y="882650"/>
                </a:lnTo>
                <a:lnTo>
                  <a:pt x="5632450" y="882650"/>
                </a:lnTo>
                <a:lnTo>
                  <a:pt x="5632450" y="913129"/>
                </a:lnTo>
                <a:close/>
              </a:path>
              <a:path w="5632450" h="1238250">
                <a:moveTo>
                  <a:pt x="5632450" y="966469"/>
                </a:moveTo>
                <a:lnTo>
                  <a:pt x="5624830" y="966469"/>
                </a:lnTo>
                <a:lnTo>
                  <a:pt x="5624830" y="935989"/>
                </a:lnTo>
                <a:lnTo>
                  <a:pt x="5632450" y="935989"/>
                </a:lnTo>
                <a:lnTo>
                  <a:pt x="5632450" y="966469"/>
                </a:lnTo>
                <a:close/>
              </a:path>
              <a:path w="5632450" h="1238250">
                <a:moveTo>
                  <a:pt x="5632450" y="1019809"/>
                </a:moveTo>
                <a:lnTo>
                  <a:pt x="5624830" y="1019809"/>
                </a:lnTo>
                <a:lnTo>
                  <a:pt x="5624830" y="989329"/>
                </a:lnTo>
                <a:lnTo>
                  <a:pt x="5632450" y="989329"/>
                </a:lnTo>
                <a:lnTo>
                  <a:pt x="5632450" y="1019809"/>
                </a:lnTo>
                <a:close/>
              </a:path>
              <a:path w="5632450" h="1238250">
                <a:moveTo>
                  <a:pt x="5632450" y="1073150"/>
                </a:moveTo>
                <a:lnTo>
                  <a:pt x="5624830" y="1073150"/>
                </a:lnTo>
                <a:lnTo>
                  <a:pt x="5624830" y="1042669"/>
                </a:lnTo>
                <a:lnTo>
                  <a:pt x="5632450" y="1042669"/>
                </a:lnTo>
                <a:lnTo>
                  <a:pt x="5632450" y="1073150"/>
                </a:lnTo>
                <a:close/>
              </a:path>
              <a:path w="5632450" h="1238250">
                <a:moveTo>
                  <a:pt x="5632450" y="1126489"/>
                </a:moveTo>
                <a:lnTo>
                  <a:pt x="5624830" y="1126489"/>
                </a:lnTo>
                <a:lnTo>
                  <a:pt x="5624830" y="1096009"/>
                </a:lnTo>
                <a:lnTo>
                  <a:pt x="5632450" y="1096009"/>
                </a:lnTo>
                <a:lnTo>
                  <a:pt x="5632450" y="1126489"/>
                </a:lnTo>
                <a:close/>
              </a:path>
              <a:path w="5632450" h="1238250">
                <a:moveTo>
                  <a:pt x="5632450" y="1179829"/>
                </a:moveTo>
                <a:lnTo>
                  <a:pt x="5624830" y="1179829"/>
                </a:lnTo>
                <a:lnTo>
                  <a:pt x="5624830" y="1149350"/>
                </a:lnTo>
                <a:lnTo>
                  <a:pt x="5632450" y="1149350"/>
                </a:lnTo>
                <a:lnTo>
                  <a:pt x="5632450" y="1179829"/>
                </a:lnTo>
                <a:close/>
              </a:path>
              <a:path w="5632450" h="1238250">
                <a:moveTo>
                  <a:pt x="5632450" y="1233169"/>
                </a:moveTo>
                <a:lnTo>
                  <a:pt x="5624830" y="1233169"/>
                </a:lnTo>
                <a:lnTo>
                  <a:pt x="5624830" y="1202689"/>
                </a:lnTo>
                <a:lnTo>
                  <a:pt x="5632450" y="1202689"/>
                </a:lnTo>
                <a:lnTo>
                  <a:pt x="5632450" y="1233169"/>
                </a:lnTo>
                <a:close/>
              </a:path>
              <a:path w="5632450" h="1238250">
                <a:moveTo>
                  <a:pt x="5607050" y="1238250"/>
                </a:moveTo>
                <a:lnTo>
                  <a:pt x="5576570" y="1238250"/>
                </a:lnTo>
                <a:lnTo>
                  <a:pt x="5576570" y="1230629"/>
                </a:lnTo>
                <a:lnTo>
                  <a:pt x="5607050" y="1230629"/>
                </a:lnTo>
                <a:lnTo>
                  <a:pt x="5607050" y="1238250"/>
                </a:lnTo>
                <a:close/>
              </a:path>
              <a:path w="5632450" h="1238250">
                <a:moveTo>
                  <a:pt x="5553710" y="1238250"/>
                </a:moveTo>
                <a:lnTo>
                  <a:pt x="5523230" y="1238250"/>
                </a:lnTo>
                <a:lnTo>
                  <a:pt x="5523230" y="1230629"/>
                </a:lnTo>
                <a:lnTo>
                  <a:pt x="5553710" y="1230629"/>
                </a:lnTo>
                <a:lnTo>
                  <a:pt x="5553710" y="1238250"/>
                </a:lnTo>
                <a:close/>
              </a:path>
              <a:path w="5632450" h="1238250">
                <a:moveTo>
                  <a:pt x="5500370" y="1238250"/>
                </a:moveTo>
                <a:lnTo>
                  <a:pt x="5469890" y="1238250"/>
                </a:lnTo>
                <a:lnTo>
                  <a:pt x="5469890" y="1230629"/>
                </a:lnTo>
                <a:lnTo>
                  <a:pt x="5500370" y="1230629"/>
                </a:lnTo>
                <a:lnTo>
                  <a:pt x="5500370" y="1238250"/>
                </a:lnTo>
                <a:close/>
              </a:path>
              <a:path w="5632450" h="1238250">
                <a:moveTo>
                  <a:pt x="5447030" y="1238250"/>
                </a:moveTo>
                <a:lnTo>
                  <a:pt x="5416550" y="1238250"/>
                </a:lnTo>
                <a:lnTo>
                  <a:pt x="5416550" y="1230629"/>
                </a:lnTo>
                <a:lnTo>
                  <a:pt x="5447030" y="1230629"/>
                </a:lnTo>
                <a:lnTo>
                  <a:pt x="5447030" y="1238250"/>
                </a:lnTo>
                <a:close/>
              </a:path>
              <a:path w="5632450" h="1238250">
                <a:moveTo>
                  <a:pt x="5393690" y="1238250"/>
                </a:moveTo>
                <a:lnTo>
                  <a:pt x="5363210" y="1238250"/>
                </a:lnTo>
                <a:lnTo>
                  <a:pt x="5363210" y="1230629"/>
                </a:lnTo>
                <a:lnTo>
                  <a:pt x="5393690" y="1230629"/>
                </a:lnTo>
                <a:lnTo>
                  <a:pt x="5393690" y="1238250"/>
                </a:lnTo>
                <a:close/>
              </a:path>
              <a:path w="5632450" h="1238250">
                <a:moveTo>
                  <a:pt x="5340350" y="1238250"/>
                </a:moveTo>
                <a:lnTo>
                  <a:pt x="5309870" y="1238250"/>
                </a:lnTo>
                <a:lnTo>
                  <a:pt x="5309870" y="1230629"/>
                </a:lnTo>
                <a:lnTo>
                  <a:pt x="5340350" y="1230629"/>
                </a:lnTo>
                <a:lnTo>
                  <a:pt x="5340350" y="1238250"/>
                </a:lnTo>
                <a:close/>
              </a:path>
              <a:path w="5632450" h="1238250">
                <a:moveTo>
                  <a:pt x="5287010" y="1238250"/>
                </a:moveTo>
                <a:lnTo>
                  <a:pt x="5256530" y="1238250"/>
                </a:lnTo>
                <a:lnTo>
                  <a:pt x="5256530" y="1230629"/>
                </a:lnTo>
                <a:lnTo>
                  <a:pt x="5287010" y="1230629"/>
                </a:lnTo>
                <a:lnTo>
                  <a:pt x="5287010" y="1238250"/>
                </a:lnTo>
                <a:close/>
              </a:path>
              <a:path w="5632450" h="1238250">
                <a:moveTo>
                  <a:pt x="5233670" y="1238250"/>
                </a:moveTo>
                <a:lnTo>
                  <a:pt x="5203190" y="1238250"/>
                </a:lnTo>
                <a:lnTo>
                  <a:pt x="5203190" y="1230629"/>
                </a:lnTo>
                <a:lnTo>
                  <a:pt x="5233670" y="1230629"/>
                </a:lnTo>
                <a:lnTo>
                  <a:pt x="5233670" y="1238250"/>
                </a:lnTo>
                <a:close/>
              </a:path>
              <a:path w="5632450" h="1238250">
                <a:moveTo>
                  <a:pt x="5180330" y="1238250"/>
                </a:moveTo>
                <a:lnTo>
                  <a:pt x="5149850" y="1238250"/>
                </a:lnTo>
                <a:lnTo>
                  <a:pt x="5149850" y="1230629"/>
                </a:lnTo>
                <a:lnTo>
                  <a:pt x="5180330" y="1230629"/>
                </a:lnTo>
                <a:lnTo>
                  <a:pt x="5180330" y="1238250"/>
                </a:lnTo>
                <a:close/>
              </a:path>
              <a:path w="5632450" h="1238250">
                <a:moveTo>
                  <a:pt x="5126990" y="1238250"/>
                </a:moveTo>
                <a:lnTo>
                  <a:pt x="5096510" y="1238250"/>
                </a:lnTo>
                <a:lnTo>
                  <a:pt x="5096510" y="1230629"/>
                </a:lnTo>
                <a:lnTo>
                  <a:pt x="5126990" y="1230629"/>
                </a:lnTo>
                <a:lnTo>
                  <a:pt x="5126990" y="1238250"/>
                </a:lnTo>
                <a:close/>
              </a:path>
              <a:path w="5632450" h="1238250">
                <a:moveTo>
                  <a:pt x="5073650" y="1238250"/>
                </a:moveTo>
                <a:lnTo>
                  <a:pt x="5043170" y="1238250"/>
                </a:lnTo>
                <a:lnTo>
                  <a:pt x="5043170" y="1230629"/>
                </a:lnTo>
                <a:lnTo>
                  <a:pt x="5073650" y="1230629"/>
                </a:lnTo>
                <a:lnTo>
                  <a:pt x="5073650" y="1238250"/>
                </a:lnTo>
                <a:close/>
              </a:path>
              <a:path w="5632450" h="1238250">
                <a:moveTo>
                  <a:pt x="5020310" y="1238250"/>
                </a:moveTo>
                <a:lnTo>
                  <a:pt x="4989830" y="1238250"/>
                </a:lnTo>
                <a:lnTo>
                  <a:pt x="4989830" y="1230629"/>
                </a:lnTo>
                <a:lnTo>
                  <a:pt x="5020310" y="1230629"/>
                </a:lnTo>
                <a:lnTo>
                  <a:pt x="5020310" y="1238250"/>
                </a:lnTo>
                <a:close/>
              </a:path>
              <a:path w="5632450" h="1238250">
                <a:moveTo>
                  <a:pt x="4966970" y="1238250"/>
                </a:moveTo>
                <a:lnTo>
                  <a:pt x="4936490" y="1238250"/>
                </a:lnTo>
                <a:lnTo>
                  <a:pt x="4936490" y="1230629"/>
                </a:lnTo>
                <a:lnTo>
                  <a:pt x="4966970" y="1230629"/>
                </a:lnTo>
                <a:lnTo>
                  <a:pt x="4966970" y="1238250"/>
                </a:lnTo>
                <a:close/>
              </a:path>
              <a:path w="5632450" h="1238250">
                <a:moveTo>
                  <a:pt x="4913630" y="1238250"/>
                </a:moveTo>
                <a:lnTo>
                  <a:pt x="4883150" y="1238250"/>
                </a:lnTo>
                <a:lnTo>
                  <a:pt x="4883150" y="1230629"/>
                </a:lnTo>
                <a:lnTo>
                  <a:pt x="4913630" y="1230629"/>
                </a:lnTo>
                <a:lnTo>
                  <a:pt x="4913630" y="1238250"/>
                </a:lnTo>
                <a:close/>
              </a:path>
              <a:path w="5632450" h="1238250">
                <a:moveTo>
                  <a:pt x="4860290" y="1238250"/>
                </a:moveTo>
                <a:lnTo>
                  <a:pt x="4829810" y="1238250"/>
                </a:lnTo>
                <a:lnTo>
                  <a:pt x="4829810" y="1230629"/>
                </a:lnTo>
                <a:lnTo>
                  <a:pt x="4860290" y="1230629"/>
                </a:lnTo>
                <a:lnTo>
                  <a:pt x="4860290" y="1238250"/>
                </a:lnTo>
                <a:close/>
              </a:path>
              <a:path w="5632450" h="1238250">
                <a:moveTo>
                  <a:pt x="4806950" y="1238250"/>
                </a:moveTo>
                <a:lnTo>
                  <a:pt x="4776470" y="1238250"/>
                </a:lnTo>
                <a:lnTo>
                  <a:pt x="4776470" y="1230629"/>
                </a:lnTo>
                <a:lnTo>
                  <a:pt x="4806950" y="1230629"/>
                </a:lnTo>
                <a:lnTo>
                  <a:pt x="4806950" y="1238250"/>
                </a:lnTo>
                <a:close/>
              </a:path>
              <a:path w="5632450" h="1238250">
                <a:moveTo>
                  <a:pt x="4753610" y="1238250"/>
                </a:moveTo>
                <a:lnTo>
                  <a:pt x="4723130" y="1238250"/>
                </a:lnTo>
                <a:lnTo>
                  <a:pt x="4723130" y="1230629"/>
                </a:lnTo>
                <a:lnTo>
                  <a:pt x="4753610" y="1230629"/>
                </a:lnTo>
                <a:lnTo>
                  <a:pt x="4753610" y="1238250"/>
                </a:lnTo>
                <a:close/>
              </a:path>
              <a:path w="5632450" h="1238250">
                <a:moveTo>
                  <a:pt x="4700270" y="1238250"/>
                </a:moveTo>
                <a:lnTo>
                  <a:pt x="4669790" y="1238250"/>
                </a:lnTo>
                <a:lnTo>
                  <a:pt x="4669790" y="1230629"/>
                </a:lnTo>
                <a:lnTo>
                  <a:pt x="4700270" y="1230629"/>
                </a:lnTo>
                <a:lnTo>
                  <a:pt x="4700270" y="1238250"/>
                </a:lnTo>
                <a:close/>
              </a:path>
              <a:path w="5632450" h="1238250">
                <a:moveTo>
                  <a:pt x="4646930" y="1238250"/>
                </a:moveTo>
                <a:lnTo>
                  <a:pt x="4616450" y="1238250"/>
                </a:lnTo>
                <a:lnTo>
                  <a:pt x="4616450" y="1230629"/>
                </a:lnTo>
                <a:lnTo>
                  <a:pt x="4646930" y="1230629"/>
                </a:lnTo>
                <a:lnTo>
                  <a:pt x="4646930" y="1238250"/>
                </a:lnTo>
                <a:close/>
              </a:path>
              <a:path w="5632450" h="1238250">
                <a:moveTo>
                  <a:pt x="4593590" y="1238250"/>
                </a:moveTo>
                <a:lnTo>
                  <a:pt x="4563110" y="1238250"/>
                </a:lnTo>
                <a:lnTo>
                  <a:pt x="4563110" y="1230629"/>
                </a:lnTo>
                <a:lnTo>
                  <a:pt x="4593590" y="1230629"/>
                </a:lnTo>
                <a:lnTo>
                  <a:pt x="4593590" y="1238250"/>
                </a:lnTo>
                <a:close/>
              </a:path>
              <a:path w="5632450" h="1238250">
                <a:moveTo>
                  <a:pt x="4540250" y="1238250"/>
                </a:moveTo>
                <a:lnTo>
                  <a:pt x="4509770" y="1238250"/>
                </a:lnTo>
                <a:lnTo>
                  <a:pt x="4509770" y="1230629"/>
                </a:lnTo>
                <a:lnTo>
                  <a:pt x="4540250" y="1230629"/>
                </a:lnTo>
                <a:lnTo>
                  <a:pt x="4540250" y="1238250"/>
                </a:lnTo>
                <a:close/>
              </a:path>
              <a:path w="5632450" h="1238250">
                <a:moveTo>
                  <a:pt x="4486910" y="1238250"/>
                </a:moveTo>
                <a:lnTo>
                  <a:pt x="4456430" y="1238250"/>
                </a:lnTo>
                <a:lnTo>
                  <a:pt x="4456430" y="1230629"/>
                </a:lnTo>
                <a:lnTo>
                  <a:pt x="4486910" y="1230629"/>
                </a:lnTo>
                <a:lnTo>
                  <a:pt x="4486910" y="1238250"/>
                </a:lnTo>
                <a:close/>
              </a:path>
              <a:path w="5632450" h="1238250">
                <a:moveTo>
                  <a:pt x="4433570" y="1238250"/>
                </a:moveTo>
                <a:lnTo>
                  <a:pt x="4403090" y="1238250"/>
                </a:lnTo>
                <a:lnTo>
                  <a:pt x="4403090" y="1230629"/>
                </a:lnTo>
                <a:lnTo>
                  <a:pt x="4433570" y="1230629"/>
                </a:lnTo>
                <a:lnTo>
                  <a:pt x="4433570" y="1238250"/>
                </a:lnTo>
                <a:close/>
              </a:path>
              <a:path w="5632450" h="1238250">
                <a:moveTo>
                  <a:pt x="4380230" y="1238250"/>
                </a:moveTo>
                <a:lnTo>
                  <a:pt x="4349750" y="1238250"/>
                </a:lnTo>
                <a:lnTo>
                  <a:pt x="4349750" y="1230629"/>
                </a:lnTo>
                <a:lnTo>
                  <a:pt x="4380230" y="1230629"/>
                </a:lnTo>
                <a:lnTo>
                  <a:pt x="4380230" y="1238250"/>
                </a:lnTo>
                <a:close/>
              </a:path>
              <a:path w="5632450" h="1238250">
                <a:moveTo>
                  <a:pt x="4326890" y="1238250"/>
                </a:moveTo>
                <a:lnTo>
                  <a:pt x="4296410" y="1238250"/>
                </a:lnTo>
                <a:lnTo>
                  <a:pt x="4296410" y="1230629"/>
                </a:lnTo>
                <a:lnTo>
                  <a:pt x="4326890" y="1230629"/>
                </a:lnTo>
                <a:lnTo>
                  <a:pt x="4326890" y="1238250"/>
                </a:lnTo>
                <a:close/>
              </a:path>
              <a:path w="5632450" h="1238250">
                <a:moveTo>
                  <a:pt x="4273550" y="1238250"/>
                </a:moveTo>
                <a:lnTo>
                  <a:pt x="4243070" y="1238250"/>
                </a:lnTo>
                <a:lnTo>
                  <a:pt x="4243070" y="1230629"/>
                </a:lnTo>
                <a:lnTo>
                  <a:pt x="4273550" y="1230629"/>
                </a:lnTo>
                <a:lnTo>
                  <a:pt x="4273550" y="1238250"/>
                </a:lnTo>
                <a:close/>
              </a:path>
              <a:path w="5632450" h="1238250">
                <a:moveTo>
                  <a:pt x="4220210" y="1238250"/>
                </a:moveTo>
                <a:lnTo>
                  <a:pt x="4189730" y="1238250"/>
                </a:lnTo>
                <a:lnTo>
                  <a:pt x="4189730" y="1230629"/>
                </a:lnTo>
                <a:lnTo>
                  <a:pt x="4220210" y="1230629"/>
                </a:lnTo>
                <a:lnTo>
                  <a:pt x="4220210" y="1238250"/>
                </a:lnTo>
                <a:close/>
              </a:path>
              <a:path w="5632450" h="1238250">
                <a:moveTo>
                  <a:pt x="4166870" y="1238250"/>
                </a:moveTo>
                <a:lnTo>
                  <a:pt x="4136390" y="1238250"/>
                </a:lnTo>
                <a:lnTo>
                  <a:pt x="4136390" y="1230629"/>
                </a:lnTo>
                <a:lnTo>
                  <a:pt x="4166870" y="1230629"/>
                </a:lnTo>
                <a:lnTo>
                  <a:pt x="4166870" y="1238250"/>
                </a:lnTo>
                <a:close/>
              </a:path>
              <a:path w="5632450" h="1238250">
                <a:moveTo>
                  <a:pt x="4113530" y="1238250"/>
                </a:moveTo>
                <a:lnTo>
                  <a:pt x="4083050" y="1238250"/>
                </a:lnTo>
                <a:lnTo>
                  <a:pt x="4083050" y="1230629"/>
                </a:lnTo>
                <a:lnTo>
                  <a:pt x="4113530" y="1230629"/>
                </a:lnTo>
                <a:lnTo>
                  <a:pt x="4113530" y="1238250"/>
                </a:lnTo>
                <a:close/>
              </a:path>
              <a:path w="5632450" h="1238250">
                <a:moveTo>
                  <a:pt x="4060190" y="1238250"/>
                </a:moveTo>
                <a:lnTo>
                  <a:pt x="4029710" y="1238250"/>
                </a:lnTo>
                <a:lnTo>
                  <a:pt x="4029710" y="1230629"/>
                </a:lnTo>
                <a:lnTo>
                  <a:pt x="4060190" y="1230629"/>
                </a:lnTo>
                <a:lnTo>
                  <a:pt x="4060190" y="1238250"/>
                </a:lnTo>
                <a:close/>
              </a:path>
              <a:path w="5632450" h="1238250">
                <a:moveTo>
                  <a:pt x="4006850" y="1238250"/>
                </a:moveTo>
                <a:lnTo>
                  <a:pt x="3976370" y="1238250"/>
                </a:lnTo>
                <a:lnTo>
                  <a:pt x="3976370" y="1230629"/>
                </a:lnTo>
                <a:lnTo>
                  <a:pt x="4006850" y="1230629"/>
                </a:lnTo>
                <a:lnTo>
                  <a:pt x="4006850" y="1238250"/>
                </a:lnTo>
                <a:close/>
              </a:path>
              <a:path w="5632450" h="1238250">
                <a:moveTo>
                  <a:pt x="3953510" y="1238250"/>
                </a:moveTo>
                <a:lnTo>
                  <a:pt x="3923030" y="1238250"/>
                </a:lnTo>
                <a:lnTo>
                  <a:pt x="3923030" y="1230629"/>
                </a:lnTo>
                <a:lnTo>
                  <a:pt x="3953510" y="1230629"/>
                </a:lnTo>
                <a:lnTo>
                  <a:pt x="3953510" y="1238250"/>
                </a:lnTo>
                <a:close/>
              </a:path>
              <a:path w="5632450" h="1238250">
                <a:moveTo>
                  <a:pt x="3900170" y="1238250"/>
                </a:moveTo>
                <a:lnTo>
                  <a:pt x="3869690" y="1238250"/>
                </a:lnTo>
                <a:lnTo>
                  <a:pt x="3869690" y="1230629"/>
                </a:lnTo>
                <a:lnTo>
                  <a:pt x="3900170" y="1230629"/>
                </a:lnTo>
                <a:lnTo>
                  <a:pt x="3900170" y="1238250"/>
                </a:lnTo>
                <a:close/>
              </a:path>
              <a:path w="5632450" h="1238250">
                <a:moveTo>
                  <a:pt x="3846830" y="1238250"/>
                </a:moveTo>
                <a:lnTo>
                  <a:pt x="3816350" y="1238250"/>
                </a:lnTo>
                <a:lnTo>
                  <a:pt x="3816350" y="1230629"/>
                </a:lnTo>
                <a:lnTo>
                  <a:pt x="3846830" y="1230629"/>
                </a:lnTo>
                <a:lnTo>
                  <a:pt x="3846830" y="1238250"/>
                </a:lnTo>
                <a:close/>
              </a:path>
              <a:path w="5632450" h="1238250">
                <a:moveTo>
                  <a:pt x="3793490" y="1238250"/>
                </a:moveTo>
                <a:lnTo>
                  <a:pt x="3763010" y="1238250"/>
                </a:lnTo>
                <a:lnTo>
                  <a:pt x="3763010" y="1230629"/>
                </a:lnTo>
                <a:lnTo>
                  <a:pt x="3793490" y="1230629"/>
                </a:lnTo>
                <a:lnTo>
                  <a:pt x="3793490" y="1238250"/>
                </a:lnTo>
                <a:close/>
              </a:path>
              <a:path w="5632450" h="1238250">
                <a:moveTo>
                  <a:pt x="3740150" y="1238250"/>
                </a:moveTo>
                <a:lnTo>
                  <a:pt x="3709670" y="1238250"/>
                </a:lnTo>
                <a:lnTo>
                  <a:pt x="3709670" y="1230629"/>
                </a:lnTo>
                <a:lnTo>
                  <a:pt x="3740150" y="1230629"/>
                </a:lnTo>
                <a:lnTo>
                  <a:pt x="3740150" y="1238250"/>
                </a:lnTo>
                <a:close/>
              </a:path>
              <a:path w="5632450" h="1238250">
                <a:moveTo>
                  <a:pt x="3686810" y="1238250"/>
                </a:moveTo>
                <a:lnTo>
                  <a:pt x="3656330" y="1238250"/>
                </a:lnTo>
                <a:lnTo>
                  <a:pt x="3656330" y="1230629"/>
                </a:lnTo>
                <a:lnTo>
                  <a:pt x="3686810" y="1230629"/>
                </a:lnTo>
                <a:lnTo>
                  <a:pt x="3686810" y="1238250"/>
                </a:lnTo>
                <a:close/>
              </a:path>
              <a:path w="5632450" h="1238250">
                <a:moveTo>
                  <a:pt x="3633470" y="1238250"/>
                </a:moveTo>
                <a:lnTo>
                  <a:pt x="3602990" y="1238250"/>
                </a:lnTo>
                <a:lnTo>
                  <a:pt x="3602990" y="1230629"/>
                </a:lnTo>
                <a:lnTo>
                  <a:pt x="3633470" y="1230629"/>
                </a:lnTo>
                <a:lnTo>
                  <a:pt x="3633470" y="1238250"/>
                </a:lnTo>
                <a:close/>
              </a:path>
              <a:path w="5632450" h="1238250">
                <a:moveTo>
                  <a:pt x="3580130" y="1238250"/>
                </a:moveTo>
                <a:lnTo>
                  <a:pt x="3549650" y="1238250"/>
                </a:lnTo>
                <a:lnTo>
                  <a:pt x="3549650" y="1230629"/>
                </a:lnTo>
                <a:lnTo>
                  <a:pt x="3580130" y="1230629"/>
                </a:lnTo>
                <a:lnTo>
                  <a:pt x="3580130" y="1238250"/>
                </a:lnTo>
                <a:close/>
              </a:path>
              <a:path w="5632450" h="1238250">
                <a:moveTo>
                  <a:pt x="3526790" y="1238250"/>
                </a:moveTo>
                <a:lnTo>
                  <a:pt x="3496310" y="1238250"/>
                </a:lnTo>
                <a:lnTo>
                  <a:pt x="3496310" y="1230629"/>
                </a:lnTo>
                <a:lnTo>
                  <a:pt x="3526790" y="1230629"/>
                </a:lnTo>
                <a:lnTo>
                  <a:pt x="3526790" y="1238250"/>
                </a:lnTo>
                <a:close/>
              </a:path>
              <a:path w="5632450" h="1238250">
                <a:moveTo>
                  <a:pt x="3473450" y="1238250"/>
                </a:moveTo>
                <a:lnTo>
                  <a:pt x="3442970" y="1238250"/>
                </a:lnTo>
                <a:lnTo>
                  <a:pt x="3442970" y="1230629"/>
                </a:lnTo>
                <a:lnTo>
                  <a:pt x="3473450" y="1230629"/>
                </a:lnTo>
                <a:lnTo>
                  <a:pt x="3473450" y="1238250"/>
                </a:lnTo>
                <a:close/>
              </a:path>
              <a:path w="5632450" h="1238250">
                <a:moveTo>
                  <a:pt x="3420110" y="1238250"/>
                </a:moveTo>
                <a:lnTo>
                  <a:pt x="3389630" y="1238250"/>
                </a:lnTo>
                <a:lnTo>
                  <a:pt x="3389630" y="1230629"/>
                </a:lnTo>
                <a:lnTo>
                  <a:pt x="3420110" y="1230629"/>
                </a:lnTo>
                <a:lnTo>
                  <a:pt x="3420110" y="1238250"/>
                </a:lnTo>
                <a:close/>
              </a:path>
              <a:path w="5632450" h="1238250">
                <a:moveTo>
                  <a:pt x="3366770" y="1238250"/>
                </a:moveTo>
                <a:lnTo>
                  <a:pt x="3336290" y="1238250"/>
                </a:lnTo>
                <a:lnTo>
                  <a:pt x="3336290" y="1230629"/>
                </a:lnTo>
                <a:lnTo>
                  <a:pt x="3366770" y="1230629"/>
                </a:lnTo>
                <a:lnTo>
                  <a:pt x="3366770" y="1238250"/>
                </a:lnTo>
                <a:close/>
              </a:path>
              <a:path w="5632450" h="1238250">
                <a:moveTo>
                  <a:pt x="3313430" y="1238250"/>
                </a:moveTo>
                <a:lnTo>
                  <a:pt x="3282950" y="1238250"/>
                </a:lnTo>
                <a:lnTo>
                  <a:pt x="3282950" y="1230629"/>
                </a:lnTo>
                <a:lnTo>
                  <a:pt x="3313430" y="1230629"/>
                </a:lnTo>
                <a:lnTo>
                  <a:pt x="3313430" y="1238250"/>
                </a:lnTo>
                <a:close/>
              </a:path>
              <a:path w="5632450" h="1238250">
                <a:moveTo>
                  <a:pt x="3260090" y="1238250"/>
                </a:moveTo>
                <a:lnTo>
                  <a:pt x="3229610" y="1238250"/>
                </a:lnTo>
                <a:lnTo>
                  <a:pt x="3229610" y="1230629"/>
                </a:lnTo>
                <a:lnTo>
                  <a:pt x="3260090" y="1230629"/>
                </a:lnTo>
                <a:lnTo>
                  <a:pt x="3260090" y="1238250"/>
                </a:lnTo>
                <a:close/>
              </a:path>
              <a:path w="5632450" h="1238250">
                <a:moveTo>
                  <a:pt x="3206750" y="1238250"/>
                </a:moveTo>
                <a:lnTo>
                  <a:pt x="3176270" y="1238250"/>
                </a:lnTo>
                <a:lnTo>
                  <a:pt x="3176270" y="1230629"/>
                </a:lnTo>
                <a:lnTo>
                  <a:pt x="3206750" y="1230629"/>
                </a:lnTo>
                <a:lnTo>
                  <a:pt x="3206750" y="1238250"/>
                </a:lnTo>
                <a:close/>
              </a:path>
              <a:path w="5632450" h="1238250">
                <a:moveTo>
                  <a:pt x="3153410" y="1238250"/>
                </a:moveTo>
                <a:lnTo>
                  <a:pt x="3122930" y="1238250"/>
                </a:lnTo>
                <a:lnTo>
                  <a:pt x="3122930" y="1230629"/>
                </a:lnTo>
                <a:lnTo>
                  <a:pt x="3153410" y="1230629"/>
                </a:lnTo>
                <a:lnTo>
                  <a:pt x="3153410" y="1238250"/>
                </a:lnTo>
                <a:close/>
              </a:path>
              <a:path w="5632450" h="1238250">
                <a:moveTo>
                  <a:pt x="3100070" y="1238250"/>
                </a:moveTo>
                <a:lnTo>
                  <a:pt x="3069590" y="1238250"/>
                </a:lnTo>
                <a:lnTo>
                  <a:pt x="3069590" y="1230629"/>
                </a:lnTo>
                <a:lnTo>
                  <a:pt x="3100070" y="1230629"/>
                </a:lnTo>
                <a:lnTo>
                  <a:pt x="3100070" y="1238250"/>
                </a:lnTo>
                <a:close/>
              </a:path>
              <a:path w="5632450" h="1238250">
                <a:moveTo>
                  <a:pt x="3046730" y="1238250"/>
                </a:moveTo>
                <a:lnTo>
                  <a:pt x="3016250" y="1238250"/>
                </a:lnTo>
                <a:lnTo>
                  <a:pt x="3016250" y="1230629"/>
                </a:lnTo>
                <a:lnTo>
                  <a:pt x="3046730" y="1230629"/>
                </a:lnTo>
                <a:lnTo>
                  <a:pt x="3046730" y="1238250"/>
                </a:lnTo>
                <a:close/>
              </a:path>
              <a:path w="5632450" h="1238250">
                <a:moveTo>
                  <a:pt x="2993390" y="1238250"/>
                </a:moveTo>
                <a:lnTo>
                  <a:pt x="2962910" y="1238250"/>
                </a:lnTo>
                <a:lnTo>
                  <a:pt x="2962910" y="1230629"/>
                </a:lnTo>
                <a:lnTo>
                  <a:pt x="2993390" y="1230629"/>
                </a:lnTo>
                <a:lnTo>
                  <a:pt x="2993390" y="1238250"/>
                </a:lnTo>
                <a:close/>
              </a:path>
              <a:path w="5632450" h="1238250">
                <a:moveTo>
                  <a:pt x="2940050" y="1238250"/>
                </a:moveTo>
                <a:lnTo>
                  <a:pt x="2909570" y="1238250"/>
                </a:lnTo>
                <a:lnTo>
                  <a:pt x="2909570" y="1230629"/>
                </a:lnTo>
                <a:lnTo>
                  <a:pt x="2940050" y="1230629"/>
                </a:lnTo>
                <a:lnTo>
                  <a:pt x="2940050" y="1238250"/>
                </a:lnTo>
                <a:close/>
              </a:path>
              <a:path w="5632450" h="1238250">
                <a:moveTo>
                  <a:pt x="2886710" y="1238250"/>
                </a:moveTo>
                <a:lnTo>
                  <a:pt x="2856230" y="1238250"/>
                </a:lnTo>
                <a:lnTo>
                  <a:pt x="2856230" y="1230629"/>
                </a:lnTo>
                <a:lnTo>
                  <a:pt x="2886710" y="1230629"/>
                </a:lnTo>
                <a:lnTo>
                  <a:pt x="2886710" y="1238250"/>
                </a:lnTo>
                <a:close/>
              </a:path>
              <a:path w="5632450" h="1238250">
                <a:moveTo>
                  <a:pt x="2833370" y="1238250"/>
                </a:moveTo>
                <a:lnTo>
                  <a:pt x="2802890" y="1238250"/>
                </a:lnTo>
                <a:lnTo>
                  <a:pt x="2802890" y="1230629"/>
                </a:lnTo>
                <a:lnTo>
                  <a:pt x="2833370" y="1230629"/>
                </a:lnTo>
                <a:lnTo>
                  <a:pt x="2833370" y="1238250"/>
                </a:lnTo>
                <a:close/>
              </a:path>
              <a:path w="5632450" h="1238250">
                <a:moveTo>
                  <a:pt x="2780030" y="1238250"/>
                </a:moveTo>
                <a:lnTo>
                  <a:pt x="2749550" y="1238250"/>
                </a:lnTo>
                <a:lnTo>
                  <a:pt x="2749550" y="1230629"/>
                </a:lnTo>
                <a:lnTo>
                  <a:pt x="2780030" y="1230629"/>
                </a:lnTo>
                <a:lnTo>
                  <a:pt x="2780030" y="1238250"/>
                </a:lnTo>
                <a:close/>
              </a:path>
              <a:path w="5632450" h="1238250">
                <a:moveTo>
                  <a:pt x="2726690" y="1238250"/>
                </a:moveTo>
                <a:lnTo>
                  <a:pt x="2696210" y="1238250"/>
                </a:lnTo>
                <a:lnTo>
                  <a:pt x="2696210" y="1230629"/>
                </a:lnTo>
                <a:lnTo>
                  <a:pt x="2726690" y="1230629"/>
                </a:lnTo>
                <a:lnTo>
                  <a:pt x="2726690" y="1238250"/>
                </a:lnTo>
                <a:close/>
              </a:path>
              <a:path w="5632450" h="1238250">
                <a:moveTo>
                  <a:pt x="2673350" y="1238250"/>
                </a:moveTo>
                <a:lnTo>
                  <a:pt x="2642870" y="1238250"/>
                </a:lnTo>
                <a:lnTo>
                  <a:pt x="2642870" y="1230629"/>
                </a:lnTo>
                <a:lnTo>
                  <a:pt x="2673350" y="1230629"/>
                </a:lnTo>
                <a:lnTo>
                  <a:pt x="2673350" y="1238250"/>
                </a:lnTo>
                <a:close/>
              </a:path>
              <a:path w="5632450" h="1238250">
                <a:moveTo>
                  <a:pt x="2620010" y="1238250"/>
                </a:moveTo>
                <a:lnTo>
                  <a:pt x="2589529" y="1238250"/>
                </a:lnTo>
                <a:lnTo>
                  <a:pt x="2589529" y="1230629"/>
                </a:lnTo>
                <a:lnTo>
                  <a:pt x="2620010" y="1230629"/>
                </a:lnTo>
                <a:lnTo>
                  <a:pt x="2620010" y="1238250"/>
                </a:lnTo>
                <a:close/>
              </a:path>
              <a:path w="5632450" h="1238250">
                <a:moveTo>
                  <a:pt x="2566670" y="1238250"/>
                </a:moveTo>
                <a:lnTo>
                  <a:pt x="2536190" y="1238250"/>
                </a:lnTo>
                <a:lnTo>
                  <a:pt x="2536190" y="1230629"/>
                </a:lnTo>
                <a:lnTo>
                  <a:pt x="2566670" y="1230629"/>
                </a:lnTo>
                <a:lnTo>
                  <a:pt x="2566670" y="1238250"/>
                </a:lnTo>
                <a:close/>
              </a:path>
              <a:path w="5632450" h="1238250">
                <a:moveTo>
                  <a:pt x="2513329" y="1238250"/>
                </a:moveTo>
                <a:lnTo>
                  <a:pt x="2482850" y="1238250"/>
                </a:lnTo>
                <a:lnTo>
                  <a:pt x="2482850" y="1230629"/>
                </a:lnTo>
                <a:lnTo>
                  <a:pt x="2513329" y="1230629"/>
                </a:lnTo>
                <a:lnTo>
                  <a:pt x="2513329" y="1238250"/>
                </a:lnTo>
                <a:close/>
              </a:path>
              <a:path w="5632450" h="1238250">
                <a:moveTo>
                  <a:pt x="2459990" y="1238250"/>
                </a:moveTo>
                <a:lnTo>
                  <a:pt x="2429510" y="1238250"/>
                </a:lnTo>
                <a:lnTo>
                  <a:pt x="2429510" y="1230629"/>
                </a:lnTo>
                <a:lnTo>
                  <a:pt x="2459990" y="1230629"/>
                </a:lnTo>
                <a:lnTo>
                  <a:pt x="2459990" y="1238250"/>
                </a:lnTo>
                <a:close/>
              </a:path>
              <a:path w="5632450" h="1238250">
                <a:moveTo>
                  <a:pt x="2406650" y="1238250"/>
                </a:moveTo>
                <a:lnTo>
                  <a:pt x="2376170" y="1238250"/>
                </a:lnTo>
                <a:lnTo>
                  <a:pt x="2376170" y="1230629"/>
                </a:lnTo>
                <a:lnTo>
                  <a:pt x="2406650" y="1230629"/>
                </a:lnTo>
                <a:lnTo>
                  <a:pt x="2406650" y="1238250"/>
                </a:lnTo>
                <a:close/>
              </a:path>
              <a:path w="5632450" h="1238250">
                <a:moveTo>
                  <a:pt x="2353310" y="1238250"/>
                </a:moveTo>
                <a:lnTo>
                  <a:pt x="2322829" y="1238250"/>
                </a:lnTo>
                <a:lnTo>
                  <a:pt x="2322829" y="1230629"/>
                </a:lnTo>
                <a:lnTo>
                  <a:pt x="2353310" y="1230629"/>
                </a:lnTo>
                <a:lnTo>
                  <a:pt x="2353310" y="1238250"/>
                </a:lnTo>
                <a:close/>
              </a:path>
              <a:path w="5632450" h="1238250">
                <a:moveTo>
                  <a:pt x="2299970" y="1238250"/>
                </a:moveTo>
                <a:lnTo>
                  <a:pt x="2269490" y="1238250"/>
                </a:lnTo>
                <a:lnTo>
                  <a:pt x="2269490" y="1230629"/>
                </a:lnTo>
                <a:lnTo>
                  <a:pt x="2299970" y="1230629"/>
                </a:lnTo>
                <a:lnTo>
                  <a:pt x="2299970" y="1238250"/>
                </a:lnTo>
                <a:close/>
              </a:path>
              <a:path w="5632450" h="1238250">
                <a:moveTo>
                  <a:pt x="2246629" y="1238250"/>
                </a:moveTo>
                <a:lnTo>
                  <a:pt x="2216150" y="1238250"/>
                </a:lnTo>
                <a:lnTo>
                  <a:pt x="2216150" y="1230629"/>
                </a:lnTo>
                <a:lnTo>
                  <a:pt x="2246629" y="1230629"/>
                </a:lnTo>
                <a:lnTo>
                  <a:pt x="2246629" y="1238250"/>
                </a:lnTo>
                <a:close/>
              </a:path>
              <a:path w="5632450" h="1238250">
                <a:moveTo>
                  <a:pt x="2193290" y="1238250"/>
                </a:moveTo>
                <a:lnTo>
                  <a:pt x="2162810" y="1238250"/>
                </a:lnTo>
                <a:lnTo>
                  <a:pt x="2162810" y="1230629"/>
                </a:lnTo>
                <a:lnTo>
                  <a:pt x="2193290" y="1230629"/>
                </a:lnTo>
                <a:lnTo>
                  <a:pt x="2193290" y="1238250"/>
                </a:lnTo>
                <a:close/>
              </a:path>
              <a:path w="5632450" h="1238250">
                <a:moveTo>
                  <a:pt x="2139950" y="1238250"/>
                </a:moveTo>
                <a:lnTo>
                  <a:pt x="2109470" y="1238250"/>
                </a:lnTo>
                <a:lnTo>
                  <a:pt x="2109470" y="1230629"/>
                </a:lnTo>
                <a:lnTo>
                  <a:pt x="2139950" y="1230629"/>
                </a:lnTo>
                <a:lnTo>
                  <a:pt x="2139950" y="1238250"/>
                </a:lnTo>
                <a:close/>
              </a:path>
              <a:path w="5632450" h="1238250">
                <a:moveTo>
                  <a:pt x="2086610" y="1238250"/>
                </a:moveTo>
                <a:lnTo>
                  <a:pt x="2056129" y="1238250"/>
                </a:lnTo>
                <a:lnTo>
                  <a:pt x="2056129" y="1230629"/>
                </a:lnTo>
                <a:lnTo>
                  <a:pt x="2086610" y="1230629"/>
                </a:lnTo>
                <a:lnTo>
                  <a:pt x="2086610" y="1238250"/>
                </a:lnTo>
                <a:close/>
              </a:path>
              <a:path w="5632450" h="1238250">
                <a:moveTo>
                  <a:pt x="2033270" y="1238250"/>
                </a:moveTo>
                <a:lnTo>
                  <a:pt x="2002789" y="1238250"/>
                </a:lnTo>
                <a:lnTo>
                  <a:pt x="2002789" y="1230629"/>
                </a:lnTo>
                <a:lnTo>
                  <a:pt x="2033270" y="1230629"/>
                </a:lnTo>
                <a:lnTo>
                  <a:pt x="2033270" y="1238250"/>
                </a:lnTo>
                <a:close/>
              </a:path>
              <a:path w="5632450" h="1238250">
                <a:moveTo>
                  <a:pt x="1979929" y="1238250"/>
                </a:moveTo>
                <a:lnTo>
                  <a:pt x="1949450" y="1238250"/>
                </a:lnTo>
                <a:lnTo>
                  <a:pt x="1949450" y="1230629"/>
                </a:lnTo>
                <a:lnTo>
                  <a:pt x="1979929" y="1230629"/>
                </a:lnTo>
                <a:lnTo>
                  <a:pt x="1979929" y="1238250"/>
                </a:lnTo>
                <a:close/>
              </a:path>
              <a:path w="5632450" h="1238250">
                <a:moveTo>
                  <a:pt x="1926589" y="1238250"/>
                </a:moveTo>
                <a:lnTo>
                  <a:pt x="1896110" y="1238250"/>
                </a:lnTo>
                <a:lnTo>
                  <a:pt x="1896110" y="1230629"/>
                </a:lnTo>
                <a:lnTo>
                  <a:pt x="1926589" y="1230629"/>
                </a:lnTo>
                <a:lnTo>
                  <a:pt x="1926589" y="1238250"/>
                </a:lnTo>
                <a:close/>
              </a:path>
              <a:path w="5632450" h="1238250">
                <a:moveTo>
                  <a:pt x="1873250" y="1238250"/>
                </a:moveTo>
                <a:lnTo>
                  <a:pt x="1842770" y="1238250"/>
                </a:lnTo>
                <a:lnTo>
                  <a:pt x="1842770" y="1230629"/>
                </a:lnTo>
                <a:lnTo>
                  <a:pt x="1873250" y="1230629"/>
                </a:lnTo>
                <a:lnTo>
                  <a:pt x="1873250" y="1238250"/>
                </a:lnTo>
                <a:close/>
              </a:path>
              <a:path w="5632450" h="1238250">
                <a:moveTo>
                  <a:pt x="1819910" y="1238250"/>
                </a:moveTo>
                <a:lnTo>
                  <a:pt x="1789429" y="1238250"/>
                </a:lnTo>
                <a:lnTo>
                  <a:pt x="1789429" y="1230629"/>
                </a:lnTo>
                <a:lnTo>
                  <a:pt x="1819910" y="1230629"/>
                </a:lnTo>
                <a:lnTo>
                  <a:pt x="1819910" y="1238250"/>
                </a:lnTo>
                <a:close/>
              </a:path>
              <a:path w="5632450" h="1238250">
                <a:moveTo>
                  <a:pt x="1766570" y="1238250"/>
                </a:moveTo>
                <a:lnTo>
                  <a:pt x="1736089" y="1238250"/>
                </a:lnTo>
                <a:lnTo>
                  <a:pt x="1736089" y="1230629"/>
                </a:lnTo>
                <a:lnTo>
                  <a:pt x="1766570" y="1230629"/>
                </a:lnTo>
                <a:lnTo>
                  <a:pt x="1766570" y="1238250"/>
                </a:lnTo>
                <a:close/>
              </a:path>
              <a:path w="5632450" h="1238250">
                <a:moveTo>
                  <a:pt x="1713229" y="1238250"/>
                </a:moveTo>
                <a:lnTo>
                  <a:pt x="1682750" y="1238250"/>
                </a:lnTo>
                <a:lnTo>
                  <a:pt x="1682750" y="1230629"/>
                </a:lnTo>
                <a:lnTo>
                  <a:pt x="1713229" y="1230629"/>
                </a:lnTo>
                <a:lnTo>
                  <a:pt x="1713229" y="1238250"/>
                </a:lnTo>
                <a:close/>
              </a:path>
              <a:path w="5632450" h="1238250">
                <a:moveTo>
                  <a:pt x="1659889" y="1238250"/>
                </a:moveTo>
                <a:lnTo>
                  <a:pt x="1629410" y="1238250"/>
                </a:lnTo>
                <a:lnTo>
                  <a:pt x="1629410" y="1230629"/>
                </a:lnTo>
                <a:lnTo>
                  <a:pt x="1659889" y="1230629"/>
                </a:lnTo>
                <a:lnTo>
                  <a:pt x="1659889" y="1238250"/>
                </a:lnTo>
                <a:close/>
              </a:path>
              <a:path w="5632450" h="1238250">
                <a:moveTo>
                  <a:pt x="1606549" y="1238250"/>
                </a:moveTo>
                <a:lnTo>
                  <a:pt x="1576070" y="1238250"/>
                </a:lnTo>
                <a:lnTo>
                  <a:pt x="1576070" y="1230629"/>
                </a:lnTo>
                <a:lnTo>
                  <a:pt x="1606549" y="1230629"/>
                </a:lnTo>
                <a:lnTo>
                  <a:pt x="1606549" y="1238250"/>
                </a:lnTo>
                <a:close/>
              </a:path>
              <a:path w="5632450" h="1238250">
                <a:moveTo>
                  <a:pt x="1553210" y="1238250"/>
                </a:moveTo>
                <a:lnTo>
                  <a:pt x="1522730" y="1238250"/>
                </a:lnTo>
                <a:lnTo>
                  <a:pt x="1522730" y="1230629"/>
                </a:lnTo>
                <a:lnTo>
                  <a:pt x="1553210" y="1230629"/>
                </a:lnTo>
                <a:lnTo>
                  <a:pt x="1553210" y="1238250"/>
                </a:lnTo>
                <a:close/>
              </a:path>
              <a:path w="5632450" h="1238250">
                <a:moveTo>
                  <a:pt x="1499870" y="1238250"/>
                </a:moveTo>
                <a:lnTo>
                  <a:pt x="1469390" y="1238250"/>
                </a:lnTo>
                <a:lnTo>
                  <a:pt x="1469390" y="1230629"/>
                </a:lnTo>
                <a:lnTo>
                  <a:pt x="1499870" y="1230629"/>
                </a:lnTo>
                <a:lnTo>
                  <a:pt x="1499870" y="1238250"/>
                </a:lnTo>
                <a:close/>
              </a:path>
              <a:path w="5632450" h="1238250">
                <a:moveTo>
                  <a:pt x="1446530" y="1238250"/>
                </a:moveTo>
                <a:lnTo>
                  <a:pt x="1416049" y="1238250"/>
                </a:lnTo>
                <a:lnTo>
                  <a:pt x="1416049" y="1230629"/>
                </a:lnTo>
                <a:lnTo>
                  <a:pt x="1446530" y="1230629"/>
                </a:lnTo>
                <a:lnTo>
                  <a:pt x="1446530" y="1238250"/>
                </a:lnTo>
                <a:close/>
              </a:path>
              <a:path w="5632450" h="1238250">
                <a:moveTo>
                  <a:pt x="1393190" y="1238250"/>
                </a:moveTo>
                <a:lnTo>
                  <a:pt x="1362710" y="1238250"/>
                </a:lnTo>
                <a:lnTo>
                  <a:pt x="1362710" y="1230629"/>
                </a:lnTo>
                <a:lnTo>
                  <a:pt x="1393190" y="1230629"/>
                </a:lnTo>
                <a:lnTo>
                  <a:pt x="1393190" y="1238250"/>
                </a:lnTo>
                <a:close/>
              </a:path>
              <a:path w="5632450" h="1238250">
                <a:moveTo>
                  <a:pt x="1339849" y="1238250"/>
                </a:moveTo>
                <a:lnTo>
                  <a:pt x="1309370" y="1238250"/>
                </a:lnTo>
                <a:lnTo>
                  <a:pt x="1309370" y="1230629"/>
                </a:lnTo>
                <a:lnTo>
                  <a:pt x="1339849" y="1230629"/>
                </a:lnTo>
                <a:lnTo>
                  <a:pt x="1339849" y="1238250"/>
                </a:lnTo>
                <a:close/>
              </a:path>
              <a:path w="5632450" h="1238250">
                <a:moveTo>
                  <a:pt x="1286510" y="1238250"/>
                </a:moveTo>
                <a:lnTo>
                  <a:pt x="1256030" y="1238250"/>
                </a:lnTo>
                <a:lnTo>
                  <a:pt x="1256030" y="1230629"/>
                </a:lnTo>
                <a:lnTo>
                  <a:pt x="1286510" y="1230629"/>
                </a:lnTo>
                <a:lnTo>
                  <a:pt x="1286510" y="1238250"/>
                </a:lnTo>
                <a:close/>
              </a:path>
              <a:path w="5632450" h="1238250">
                <a:moveTo>
                  <a:pt x="1233170" y="1238250"/>
                </a:moveTo>
                <a:lnTo>
                  <a:pt x="1202690" y="1238250"/>
                </a:lnTo>
                <a:lnTo>
                  <a:pt x="1202690" y="1230629"/>
                </a:lnTo>
                <a:lnTo>
                  <a:pt x="1233170" y="1230629"/>
                </a:lnTo>
                <a:lnTo>
                  <a:pt x="1233170" y="1238250"/>
                </a:lnTo>
                <a:close/>
              </a:path>
              <a:path w="5632450" h="1238250">
                <a:moveTo>
                  <a:pt x="1179830" y="1238250"/>
                </a:moveTo>
                <a:lnTo>
                  <a:pt x="1149349" y="1238250"/>
                </a:lnTo>
                <a:lnTo>
                  <a:pt x="1149349" y="1230629"/>
                </a:lnTo>
                <a:lnTo>
                  <a:pt x="1179830" y="1230629"/>
                </a:lnTo>
                <a:lnTo>
                  <a:pt x="1179830" y="1238250"/>
                </a:lnTo>
                <a:close/>
              </a:path>
              <a:path w="5632450" h="1238250">
                <a:moveTo>
                  <a:pt x="1126490" y="1238250"/>
                </a:moveTo>
                <a:lnTo>
                  <a:pt x="1096010" y="1238250"/>
                </a:lnTo>
                <a:lnTo>
                  <a:pt x="1096010" y="1230629"/>
                </a:lnTo>
                <a:lnTo>
                  <a:pt x="1126490" y="1230629"/>
                </a:lnTo>
                <a:lnTo>
                  <a:pt x="1126490" y="1238250"/>
                </a:lnTo>
                <a:close/>
              </a:path>
              <a:path w="5632450" h="1238250">
                <a:moveTo>
                  <a:pt x="1073150" y="1238250"/>
                </a:moveTo>
                <a:lnTo>
                  <a:pt x="1042669" y="1238250"/>
                </a:lnTo>
                <a:lnTo>
                  <a:pt x="1042669" y="1230629"/>
                </a:lnTo>
                <a:lnTo>
                  <a:pt x="1073150" y="1230629"/>
                </a:lnTo>
                <a:lnTo>
                  <a:pt x="1073150" y="1238250"/>
                </a:lnTo>
                <a:close/>
              </a:path>
              <a:path w="5632450" h="1238250">
                <a:moveTo>
                  <a:pt x="1019810" y="1238250"/>
                </a:moveTo>
                <a:lnTo>
                  <a:pt x="989329" y="1238250"/>
                </a:lnTo>
                <a:lnTo>
                  <a:pt x="989329" y="1230629"/>
                </a:lnTo>
                <a:lnTo>
                  <a:pt x="1019810" y="1230629"/>
                </a:lnTo>
                <a:lnTo>
                  <a:pt x="1019810" y="1238250"/>
                </a:lnTo>
                <a:close/>
              </a:path>
              <a:path w="5632450" h="1238250">
                <a:moveTo>
                  <a:pt x="966469" y="1238250"/>
                </a:moveTo>
                <a:lnTo>
                  <a:pt x="935990" y="1238250"/>
                </a:lnTo>
                <a:lnTo>
                  <a:pt x="935990" y="1230629"/>
                </a:lnTo>
                <a:lnTo>
                  <a:pt x="966469" y="1230629"/>
                </a:lnTo>
                <a:lnTo>
                  <a:pt x="966469" y="1238250"/>
                </a:lnTo>
                <a:close/>
              </a:path>
              <a:path w="5632450" h="1238250">
                <a:moveTo>
                  <a:pt x="913129" y="1238250"/>
                </a:moveTo>
                <a:lnTo>
                  <a:pt x="882650" y="1238250"/>
                </a:lnTo>
                <a:lnTo>
                  <a:pt x="882650" y="1230629"/>
                </a:lnTo>
                <a:lnTo>
                  <a:pt x="913129" y="1230629"/>
                </a:lnTo>
                <a:lnTo>
                  <a:pt x="913129" y="1238250"/>
                </a:lnTo>
                <a:close/>
              </a:path>
              <a:path w="5632450" h="1238250">
                <a:moveTo>
                  <a:pt x="859790" y="1238250"/>
                </a:moveTo>
                <a:lnTo>
                  <a:pt x="829310" y="1238250"/>
                </a:lnTo>
                <a:lnTo>
                  <a:pt x="829310" y="1230629"/>
                </a:lnTo>
                <a:lnTo>
                  <a:pt x="859790" y="1230629"/>
                </a:lnTo>
                <a:lnTo>
                  <a:pt x="859790" y="1238250"/>
                </a:lnTo>
                <a:close/>
              </a:path>
              <a:path w="5632450" h="1238250">
                <a:moveTo>
                  <a:pt x="806450" y="1238250"/>
                </a:moveTo>
                <a:lnTo>
                  <a:pt x="775969" y="1238250"/>
                </a:lnTo>
                <a:lnTo>
                  <a:pt x="775969" y="1230629"/>
                </a:lnTo>
                <a:lnTo>
                  <a:pt x="806450" y="1230629"/>
                </a:lnTo>
                <a:lnTo>
                  <a:pt x="806450" y="1238250"/>
                </a:lnTo>
                <a:close/>
              </a:path>
              <a:path w="5632450" h="1238250">
                <a:moveTo>
                  <a:pt x="753110" y="1238250"/>
                </a:moveTo>
                <a:lnTo>
                  <a:pt x="722629" y="1238250"/>
                </a:lnTo>
                <a:lnTo>
                  <a:pt x="722629" y="1230629"/>
                </a:lnTo>
                <a:lnTo>
                  <a:pt x="753110" y="1230629"/>
                </a:lnTo>
                <a:lnTo>
                  <a:pt x="753110" y="1238250"/>
                </a:lnTo>
                <a:close/>
              </a:path>
              <a:path w="5632450" h="1238250">
                <a:moveTo>
                  <a:pt x="699769" y="1238250"/>
                </a:moveTo>
                <a:lnTo>
                  <a:pt x="669290" y="1238250"/>
                </a:lnTo>
                <a:lnTo>
                  <a:pt x="669290" y="1230629"/>
                </a:lnTo>
                <a:lnTo>
                  <a:pt x="699769" y="1230629"/>
                </a:lnTo>
                <a:lnTo>
                  <a:pt x="699769" y="1238250"/>
                </a:lnTo>
                <a:close/>
              </a:path>
              <a:path w="5632450" h="1238250">
                <a:moveTo>
                  <a:pt x="646429" y="1238250"/>
                </a:moveTo>
                <a:lnTo>
                  <a:pt x="615950" y="1238250"/>
                </a:lnTo>
                <a:lnTo>
                  <a:pt x="615950" y="1230629"/>
                </a:lnTo>
                <a:lnTo>
                  <a:pt x="646429" y="1230629"/>
                </a:lnTo>
                <a:lnTo>
                  <a:pt x="646429" y="1238250"/>
                </a:lnTo>
                <a:close/>
              </a:path>
              <a:path w="5632450" h="1238250">
                <a:moveTo>
                  <a:pt x="593090" y="1238250"/>
                </a:moveTo>
                <a:lnTo>
                  <a:pt x="562610" y="1238250"/>
                </a:lnTo>
                <a:lnTo>
                  <a:pt x="562610" y="1230629"/>
                </a:lnTo>
                <a:lnTo>
                  <a:pt x="593090" y="1230629"/>
                </a:lnTo>
                <a:lnTo>
                  <a:pt x="593090" y="1238250"/>
                </a:lnTo>
                <a:close/>
              </a:path>
              <a:path w="5632450" h="1238250">
                <a:moveTo>
                  <a:pt x="539750" y="1238250"/>
                </a:moveTo>
                <a:lnTo>
                  <a:pt x="509269" y="1238250"/>
                </a:lnTo>
                <a:lnTo>
                  <a:pt x="509269" y="1230629"/>
                </a:lnTo>
                <a:lnTo>
                  <a:pt x="539750" y="1230629"/>
                </a:lnTo>
                <a:lnTo>
                  <a:pt x="539750" y="1238250"/>
                </a:lnTo>
                <a:close/>
              </a:path>
              <a:path w="5632450" h="1238250">
                <a:moveTo>
                  <a:pt x="486409" y="1238250"/>
                </a:moveTo>
                <a:lnTo>
                  <a:pt x="455929" y="1238250"/>
                </a:lnTo>
                <a:lnTo>
                  <a:pt x="455929" y="1230629"/>
                </a:lnTo>
                <a:lnTo>
                  <a:pt x="486409" y="1230629"/>
                </a:lnTo>
                <a:lnTo>
                  <a:pt x="486409" y="1238250"/>
                </a:lnTo>
                <a:close/>
              </a:path>
              <a:path w="5632450" h="1238250">
                <a:moveTo>
                  <a:pt x="433069" y="1238250"/>
                </a:moveTo>
                <a:lnTo>
                  <a:pt x="402590" y="1238250"/>
                </a:lnTo>
                <a:lnTo>
                  <a:pt x="402590" y="1230629"/>
                </a:lnTo>
                <a:lnTo>
                  <a:pt x="433069" y="1230629"/>
                </a:lnTo>
                <a:lnTo>
                  <a:pt x="433069" y="1238250"/>
                </a:lnTo>
                <a:close/>
              </a:path>
              <a:path w="5632450" h="1238250">
                <a:moveTo>
                  <a:pt x="379729" y="1238250"/>
                </a:moveTo>
                <a:lnTo>
                  <a:pt x="349250" y="1238250"/>
                </a:lnTo>
                <a:lnTo>
                  <a:pt x="349250" y="1230629"/>
                </a:lnTo>
                <a:lnTo>
                  <a:pt x="379729" y="1230629"/>
                </a:lnTo>
                <a:lnTo>
                  <a:pt x="379729" y="1238250"/>
                </a:lnTo>
                <a:close/>
              </a:path>
              <a:path w="5632450" h="1238250">
                <a:moveTo>
                  <a:pt x="326390" y="1238250"/>
                </a:moveTo>
                <a:lnTo>
                  <a:pt x="295909" y="1238250"/>
                </a:lnTo>
                <a:lnTo>
                  <a:pt x="295909" y="1230629"/>
                </a:lnTo>
                <a:lnTo>
                  <a:pt x="326390" y="1230629"/>
                </a:lnTo>
                <a:lnTo>
                  <a:pt x="326390" y="1238250"/>
                </a:lnTo>
                <a:close/>
              </a:path>
              <a:path w="5632450" h="1238250">
                <a:moveTo>
                  <a:pt x="273050" y="1238250"/>
                </a:moveTo>
                <a:lnTo>
                  <a:pt x="242569" y="1238250"/>
                </a:lnTo>
                <a:lnTo>
                  <a:pt x="242569" y="1230629"/>
                </a:lnTo>
                <a:lnTo>
                  <a:pt x="273050" y="1230629"/>
                </a:lnTo>
                <a:lnTo>
                  <a:pt x="273050" y="1238250"/>
                </a:lnTo>
                <a:close/>
              </a:path>
              <a:path w="5632450" h="1238250">
                <a:moveTo>
                  <a:pt x="219709" y="1238250"/>
                </a:moveTo>
                <a:lnTo>
                  <a:pt x="189229" y="1238250"/>
                </a:lnTo>
                <a:lnTo>
                  <a:pt x="189229" y="1230629"/>
                </a:lnTo>
                <a:lnTo>
                  <a:pt x="219709" y="1230629"/>
                </a:lnTo>
                <a:lnTo>
                  <a:pt x="219709" y="1238250"/>
                </a:lnTo>
                <a:close/>
              </a:path>
              <a:path w="5632450" h="1238250">
                <a:moveTo>
                  <a:pt x="166369" y="1238250"/>
                </a:moveTo>
                <a:lnTo>
                  <a:pt x="135889" y="1238250"/>
                </a:lnTo>
                <a:lnTo>
                  <a:pt x="135889" y="1230629"/>
                </a:lnTo>
                <a:lnTo>
                  <a:pt x="166369" y="1230629"/>
                </a:lnTo>
                <a:lnTo>
                  <a:pt x="166369" y="1238250"/>
                </a:lnTo>
                <a:close/>
              </a:path>
              <a:path w="5632450" h="1238250">
                <a:moveTo>
                  <a:pt x="113029" y="1238250"/>
                </a:moveTo>
                <a:lnTo>
                  <a:pt x="82550" y="1238250"/>
                </a:lnTo>
                <a:lnTo>
                  <a:pt x="82550" y="1230629"/>
                </a:lnTo>
                <a:lnTo>
                  <a:pt x="113029" y="1230629"/>
                </a:lnTo>
                <a:lnTo>
                  <a:pt x="113029" y="1238250"/>
                </a:lnTo>
                <a:close/>
              </a:path>
              <a:path w="5632450" h="1238250">
                <a:moveTo>
                  <a:pt x="59689" y="1238250"/>
                </a:moveTo>
                <a:lnTo>
                  <a:pt x="29209" y="1238250"/>
                </a:lnTo>
                <a:lnTo>
                  <a:pt x="29209" y="1230629"/>
                </a:lnTo>
                <a:lnTo>
                  <a:pt x="59689" y="1230629"/>
                </a:lnTo>
                <a:lnTo>
                  <a:pt x="59689" y="1238250"/>
                </a:lnTo>
                <a:close/>
              </a:path>
            </a:pathLst>
          </a:custGeom>
          <a:solidFill>
            <a:srgbClr val="5F95E6"/>
          </a:solidFill>
        </p:spPr>
        <p:txBody>
          <a:bodyPr wrap="square" lIns="0" tIns="0" rIns="0" bIns="0" rtlCol="0"/>
          <a:lstStyle/>
          <a:p>
            <a:endParaRPr/>
          </a:p>
        </p:txBody>
      </p:sp>
      <p:sp>
        <p:nvSpPr>
          <p:cNvPr id="5" name="object 5"/>
          <p:cNvSpPr/>
          <p:nvPr/>
        </p:nvSpPr>
        <p:spPr>
          <a:xfrm>
            <a:off x="504190" y="3803015"/>
            <a:ext cx="5632450" cy="1045844"/>
          </a:xfrm>
          <a:custGeom>
            <a:avLst/>
            <a:gdLst/>
            <a:ahLst/>
            <a:cxnLst/>
            <a:rect l="l" t="t" r="r" b="b"/>
            <a:pathLst>
              <a:path w="5632450" h="1045845">
                <a:moveTo>
                  <a:pt x="7619" y="1042035"/>
                </a:moveTo>
                <a:lnTo>
                  <a:pt x="0" y="1042035"/>
                </a:lnTo>
                <a:lnTo>
                  <a:pt x="0" y="1011555"/>
                </a:lnTo>
                <a:lnTo>
                  <a:pt x="7619" y="1011555"/>
                </a:lnTo>
                <a:lnTo>
                  <a:pt x="7619" y="1042035"/>
                </a:lnTo>
                <a:close/>
              </a:path>
              <a:path w="5632450" h="1045845">
                <a:moveTo>
                  <a:pt x="7619" y="988695"/>
                </a:moveTo>
                <a:lnTo>
                  <a:pt x="0" y="988695"/>
                </a:lnTo>
                <a:lnTo>
                  <a:pt x="0" y="958214"/>
                </a:lnTo>
                <a:lnTo>
                  <a:pt x="7619" y="958214"/>
                </a:lnTo>
                <a:lnTo>
                  <a:pt x="7619" y="988695"/>
                </a:lnTo>
                <a:close/>
              </a:path>
              <a:path w="5632450" h="1045845">
                <a:moveTo>
                  <a:pt x="7619" y="935355"/>
                </a:moveTo>
                <a:lnTo>
                  <a:pt x="0" y="935355"/>
                </a:lnTo>
                <a:lnTo>
                  <a:pt x="0" y="904875"/>
                </a:lnTo>
                <a:lnTo>
                  <a:pt x="7619" y="904875"/>
                </a:lnTo>
                <a:lnTo>
                  <a:pt x="7619" y="935355"/>
                </a:lnTo>
                <a:close/>
              </a:path>
              <a:path w="5632450" h="1045845">
                <a:moveTo>
                  <a:pt x="7619" y="882014"/>
                </a:moveTo>
                <a:lnTo>
                  <a:pt x="0" y="882014"/>
                </a:lnTo>
                <a:lnTo>
                  <a:pt x="0" y="851535"/>
                </a:lnTo>
                <a:lnTo>
                  <a:pt x="7619" y="851535"/>
                </a:lnTo>
                <a:lnTo>
                  <a:pt x="7619" y="882014"/>
                </a:lnTo>
                <a:close/>
              </a:path>
              <a:path w="5632450" h="1045845">
                <a:moveTo>
                  <a:pt x="7619" y="828675"/>
                </a:moveTo>
                <a:lnTo>
                  <a:pt x="0" y="828675"/>
                </a:lnTo>
                <a:lnTo>
                  <a:pt x="0" y="798195"/>
                </a:lnTo>
                <a:lnTo>
                  <a:pt x="7619" y="798195"/>
                </a:lnTo>
                <a:lnTo>
                  <a:pt x="7619" y="828675"/>
                </a:lnTo>
                <a:close/>
              </a:path>
              <a:path w="5632450" h="1045845">
                <a:moveTo>
                  <a:pt x="7619" y="775335"/>
                </a:moveTo>
                <a:lnTo>
                  <a:pt x="0" y="775335"/>
                </a:lnTo>
                <a:lnTo>
                  <a:pt x="0" y="744855"/>
                </a:lnTo>
                <a:lnTo>
                  <a:pt x="7619" y="744855"/>
                </a:lnTo>
                <a:lnTo>
                  <a:pt x="7619" y="775335"/>
                </a:lnTo>
                <a:close/>
              </a:path>
              <a:path w="5632450" h="1045845">
                <a:moveTo>
                  <a:pt x="7619" y="721995"/>
                </a:moveTo>
                <a:lnTo>
                  <a:pt x="0" y="721995"/>
                </a:lnTo>
                <a:lnTo>
                  <a:pt x="0" y="691514"/>
                </a:lnTo>
                <a:lnTo>
                  <a:pt x="7619" y="691514"/>
                </a:lnTo>
                <a:lnTo>
                  <a:pt x="7619" y="721995"/>
                </a:lnTo>
                <a:close/>
              </a:path>
              <a:path w="5632450" h="1045845">
                <a:moveTo>
                  <a:pt x="7619" y="668655"/>
                </a:moveTo>
                <a:lnTo>
                  <a:pt x="0" y="668655"/>
                </a:lnTo>
                <a:lnTo>
                  <a:pt x="0" y="638175"/>
                </a:lnTo>
                <a:lnTo>
                  <a:pt x="7619" y="638175"/>
                </a:lnTo>
                <a:lnTo>
                  <a:pt x="7619" y="668655"/>
                </a:lnTo>
                <a:close/>
              </a:path>
              <a:path w="5632450" h="1045845">
                <a:moveTo>
                  <a:pt x="7619" y="615314"/>
                </a:moveTo>
                <a:lnTo>
                  <a:pt x="0" y="615314"/>
                </a:lnTo>
                <a:lnTo>
                  <a:pt x="0" y="584835"/>
                </a:lnTo>
                <a:lnTo>
                  <a:pt x="7619" y="584835"/>
                </a:lnTo>
                <a:lnTo>
                  <a:pt x="7619" y="615314"/>
                </a:lnTo>
                <a:close/>
              </a:path>
              <a:path w="5632450" h="1045845">
                <a:moveTo>
                  <a:pt x="7619" y="561975"/>
                </a:moveTo>
                <a:lnTo>
                  <a:pt x="0" y="561975"/>
                </a:lnTo>
                <a:lnTo>
                  <a:pt x="0" y="531495"/>
                </a:lnTo>
                <a:lnTo>
                  <a:pt x="7619" y="531495"/>
                </a:lnTo>
                <a:lnTo>
                  <a:pt x="7619" y="561975"/>
                </a:lnTo>
                <a:close/>
              </a:path>
              <a:path w="5632450" h="1045845">
                <a:moveTo>
                  <a:pt x="7619" y="508635"/>
                </a:moveTo>
                <a:lnTo>
                  <a:pt x="0" y="508635"/>
                </a:lnTo>
                <a:lnTo>
                  <a:pt x="0" y="478155"/>
                </a:lnTo>
                <a:lnTo>
                  <a:pt x="7619" y="478155"/>
                </a:lnTo>
                <a:lnTo>
                  <a:pt x="7619" y="508635"/>
                </a:lnTo>
                <a:close/>
              </a:path>
              <a:path w="5632450" h="1045845">
                <a:moveTo>
                  <a:pt x="7619" y="455295"/>
                </a:moveTo>
                <a:lnTo>
                  <a:pt x="0" y="455295"/>
                </a:lnTo>
                <a:lnTo>
                  <a:pt x="0" y="424814"/>
                </a:lnTo>
                <a:lnTo>
                  <a:pt x="7619" y="424814"/>
                </a:lnTo>
                <a:lnTo>
                  <a:pt x="7619" y="455295"/>
                </a:lnTo>
                <a:close/>
              </a:path>
              <a:path w="5632450" h="1045845">
                <a:moveTo>
                  <a:pt x="7619" y="401955"/>
                </a:moveTo>
                <a:lnTo>
                  <a:pt x="0" y="401955"/>
                </a:lnTo>
                <a:lnTo>
                  <a:pt x="0" y="371475"/>
                </a:lnTo>
                <a:lnTo>
                  <a:pt x="7619" y="371475"/>
                </a:lnTo>
                <a:lnTo>
                  <a:pt x="7619" y="401955"/>
                </a:lnTo>
                <a:close/>
              </a:path>
              <a:path w="5632450" h="1045845">
                <a:moveTo>
                  <a:pt x="7619" y="348614"/>
                </a:moveTo>
                <a:lnTo>
                  <a:pt x="0" y="348614"/>
                </a:lnTo>
                <a:lnTo>
                  <a:pt x="0" y="318135"/>
                </a:lnTo>
                <a:lnTo>
                  <a:pt x="7619" y="318135"/>
                </a:lnTo>
                <a:lnTo>
                  <a:pt x="7619" y="348614"/>
                </a:lnTo>
                <a:close/>
              </a:path>
              <a:path w="5632450" h="1045845">
                <a:moveTo>
                  <a:pt x="7619" y="295275"/>
                </a:moveTo>
                <a:lnTo>
                  <a:pt x="0" y="295275"/>
                </a:lnTo>
                <a:lnTo>
                  <a:pt x="0" y="264795"/>
                </a:lnTo>
                <a:lnTo>
                  <a:pt x="7619" y="264795"/>
                </a:lnTo>
                <a:lnTo>
                  <a:pt x="7619" y="295275"/>
                </a:lnTo>
                <a:close/>
              </a:path>
              <a:path w="5632450" h="1045845">
                <a:moveTo>
                  <a:pt x="7619" y="241935"/>
                </a:moveTo>
                <a:lnTo>
                  <a:pt x="0" y="241935"/>
                </a:lnTo>
                <a:lnTo>
                  <a:pt x="0" y="211455"/>
                </a:lnTo>
                <a:lnTo>
                  <a:pt x="7619" y="211455"/>
                </a:lnTo>
                <a:lnTo>
                  <a:pt x="7619" y="241935"/>
                </a:lnTo>
                <a:close/>
              </a:path>
              <a:path w="5632450" h="1045845">
                <a:moveTo>
                  <a:pt x="7619" y="188595"/>
                </a:moveTo>
                <a:lnTo>
                  <a:pt x="0" y="188595"/>
                </a:lnTo>
                <a:lnTo>
                  <a:pt x="0" y="158114"/>
                </a:lnTo>
                <a:lnTo>
                  <a:pt x="7619" y="158114"/>
                </a:lnTo>
                <a:lnTo>
                  <a:pt x="7619" y="188595"/>
                </a:lnTo>
                <a:close/>
              </a:path>
              <a:path w="5632450" h="1045845">
                <a:moveTo>
                  <a:pt x="7619" y="135255"/>
                </a:moveTo>
                <a:lnTo>
                  <a:pt x="0" y="135255"/>
                </a:lnTo>
                <a:lnTo>
                  <a:pt x="0" y="104775"/>
                </a:lnTo>
                <a:lnTo>
                  <a:pt x="7619" y="104775"/>
                </a:lnTo>
                <a:lnTo>
                  <a:pt x="7619" y="135255"/>
                </a:lnTo>
                <a:close/>
              </a:path>
              <a:path w="5632450" h="1045845">
                <a:moveTo>
                  <a:pt x="7619" y="81914"/>
                </a:moveTo>
                <a:lnTo>
                  <a:pt x="0" y="81914"/>
                </a:lnTo>
                <a:lnTo>
                  <a:pt x="0" y="51435"/>
                </a:lnTo>
                <a:lnTo>
                  <a:pt x="7619" y="51435"/>
                </a:lnTo>
                <a:lnTo>
                  <a:pt x="7619" y="81914"/>
                </a:lnTo>
                <a:close/>
              </a:path>
              <a:path w="5632450" h="1045845">
                <a:moveTo>
                  <a:pt x="7619" y="28575"/>
                </a:moveTo>
                <a:lnTo>
                  <a:pt x="0" y="28575"/>
                </a:lnTo>
                <a:lnTo>
                  <a:pt x="0" y="0"/>
                </a:lnTo>
                <a:lnTo>
                  <a:pt x="9525" y="0"/>
                </a:lnTo>
                <a:lnTo>
                  <a:pt x="9525" y="3810"/>
                </a:lnTo>
                <a:lnTo>
                  <a:pt x="7619" y="3810"/>
                </a:lnTo>
                <a:lnTo>
                  <a:pt x="3809" y="7620"/>
                </a:lnTo>
                <a:lnTo>
                  <a:pt x="7619" y="7620"/>
                </a:lnTo>
                <a:lnTo>
                  <a:pt x="7619" y="28575"/>
                </a:lnTo>
                <a:close/>
              </a:path>
              <a:path w="5632450" h="1045845">
                <a:moveTo>
                  <a:pt x="7619" y="7620"/>
                </a:moveTo>
                <a:lnTo>
                  <a:pt x="3809" y="7620"/>
                </a:lnTo>
                <a:lnTo>
                  <a:pt x="7619" y="3810"/>
                </a:lnTo>
                <a:lnTo>
                  <a:pt x="7619" y="7620"/>
                </a:lnTo>
                <a:close/>
              </a:path>
              <a:path w="5632450" h="1045845">
                <a:moveTo>
                  <a:pt x="9525" y="7620"/>
                </a:moveTo>
                <a:lnTo>
                  <a:pt x="7619" y="7620"/>
                </a:lnTo>
                <a:lnTo>
                  <a:pt x="7619" y="3810"/>
                </a:lnTo>
                <a:lnTo>
                  <a:pt x="9525" y="3810"/>
                </a:lnTo>
                <a:lnTo>
                  <a:pt x="9525" y="7620"/>
                </a:lnTo>
                <a:close/>
              </a:path>
              <a:path w="5632450" h="1045845">
                <a:moveTo>
                  <a:pt x="62864" y="7620"/>
                </a:moveTo>
                <a:lnTo>
                  <a:pt x="32384" y="7620"/>
                </a:lnTo>
                <a:lnTo>
                  <a:pt x="32384" y="0"/>
                </a:lnTo>
                <a:lnTo>
                  <a:pt x="62864" y="0"/>
                </a:lnTo>
                <a:lnTo>
                  <a:pt x="62864" y="7620"/>
                </a:lnTo>
                <a:close/>
              </a:path>
              <a:path w="5632450" h="1045845">
                <a:moveTo>
                  <a:pt x="116204" y="7620"/>
                </a:moveTo>
                <a:lnTo>
                  <a:pt x="85725" y="7620"/>
                </a:lnTo>
                <a:lnTo>
                  <a:pt x="85725" y="0"/>
                </a:lnTo>
                <a:lnTo>
                  <a:pt x="116204" y="0"/>
                </a:lnTo>
                <a:lnTo>
                  <a:pt x="116204" y="7620"/>
                </a:lnTo>
                <a:close/>
              </a:path>
              <a:path w="5632450" h="1045845">
                <a:moveTo>
                  <a:pt x="169544" y="7620"/>
                </a:moveTo>
                <a:lnTo>
                  <a:pt x="139064" y="7620"/>
                </a:lnTo>
                <a:lnTo>
                  <a:pt x="139064" y="0"/>
                </a:lnTo>
                <a:lnTo>
                  <a:pt x="169544" y="0"/>
                </a:lnTo>
                <a:lnTo>
                  <a:pt x="169544" y="7620"/>
                </a:lnTo>
                <a:close/>
              </a:path>
              <a:path w="5632450" h="1045845">
                <a:moveTo>
                  <a:pt x="222884" y="7620"/>
                </a:moveTo>
                <a:lnTo>
                  <a:pt x="192404" y="7620"/>
                </a:lnTo>
                <a:lnTo>
                  <a:pt x="192404" y="0"/>
                </a:lnTo>
                <a:lnTo>
                  <a:pt x="222884" y="0"/>
                </a:lnTo>
                <a:lnTo>
                  <a:pt x="222884" y="7620"/>
                </a:lnTo>
                <a:close/>
              </a:path>
              <a:path w="5632450" h="1045845">
                <a:moveTo>
                  <a:pt x="276225" y="7620"/>
                </a:moveTo>
                <a:lnTo>
                  <a:pt x="245744" y="7620"/>
                </a:lnTo>
                <a:lnTo>
                  <a:pt x="245744" y="0"/>
                </a:lnTo>
                <a:lnTo>
                  <a:pt x="276225" y="0"/>
                </a:lnTo>
                <a:lnTo>
                  <a:pt x="276225" y="7620"/>
                </a:lnTo>
                <a:close/>
              </a:path>
              <a:path w="5632450" h="1045845">
                <a:moveTo>
                  <a:pt x="329565" y="7620"/>
                </a:moveTo>
                <a:lnTo>
                  <a:pt x="299084" y="7620"/>
                </a:lnTo>
                <a:lnTo>
                  <a:pt x="299084" y="0"/>
                </a:lnTo>
                <a:lnTo>
                  <a:pt x="329565" y="0"/>
                </a:lnTo>
                <a:lnTo>
                  <a:pt x="329565" y="7620"/>
                </a:lnTo>
                <a:close/>
              </a:path>
              <a:path w="5632450" h="1045845">
                <a:moveTo>
                  <a:pt x="382904" y="7620"/>
                </a:moveTo>
                <a:lnTo>
                  <a:pt x="352425" y="7620"/>
                </a:lnTo>
                <a:lnTo>
                  <a:pt x="352425" y="0"/>
                </a:lnTo>
                <a:lnTo>
                  <a:pt x="382904" y="0"/>
                </a:lnTo>
                <a:lnTo>
                  <a:pt x="382904" y="7620"/>
                </a:lnTo>
                <a:close/>
              </a:path>
              <a:path w="5632450" h="1045845">
                <a:moveTo>
                  <a:pt x="436244" y="7620"/>
                </a:moveTo>
                <a:lnTo>
                  <a:pt x="405765" y="7620"/>
                </a:lnTo>
                <a:lnTo>
                  <a:pt x="405765" y="0"/>
                </a:lnTo>
                <a:lnTo>
                  <a:pt x="436244" y="0"/>
                </a:lnTo>
                <a:lnTo>
                  <a:pt x="436244" y="7620"/>
                </a:lnTo>
                <a:close/>
              </a:path>
              <a:path w="5632450" h="1045845">
                <a:moveTo>
                  <a:pt x="489584" y="7620"/>
                </a:moveTo>
                <a:lnTo>
                  <a:pt x="459104" y="7620"/>
                </a:lnTo>
                <a:lnTo>
                  <a:pt x="459104" y="0"/>
                </a:lnTo>
                <a:lnTo>
                  <a:pt x="489584" y="0"/>
                </a:lnTo>
                <a:lnTo>
                  <a:pt x="489584" y="7620"/>
                </a:lnTo>
                <a:close/>
              </a:path>
              <a:path w="5632450" h="1045845">
                <a:moveTo>
                  <a:pt x="542925" y="7620"/>
                </a:moveTo>
                <a:lnTo>
                  <a:pt x="512444" y="7620"/>
                </a:lnTo>
                <a:lnTo>
                  <a:pt x="512444" y="0"/>
                </a:lnTo>
                <a:lnTo>
                  <a:pt x="542925" y="0"/>
                </a:lnTo>
                <a:lnTo>
                  <a:pt x="542925" y="7620"/>
                </a:lnTo>
                <a:close/>
              </a:path>
              <a:path w="5632450" h="1045845">
                <a:moveTo>
                  <a:pt x="596265" y="7620"/>
                </a:moveTo>
                <a:lnTo>
                  <a:pt x="565785" y="7620"/>
                </a:lnTo>
                <a:lnTo>
                  <a:pt x="565785" y="0"/>
                </a:lnTo>
                <a:lnTo>
                  <a:pt x="596265" y="0"/>
                </a:lnTo>
                <a:lnTo>
                  <a:pt x="596265" y="7620"/>
                </a:lnTo>
                <a:close/>
              </a:path>
              <a:path w="5632450" h="1045845">
                <a:moveTo>
                  <a:pt x="649604" y="7620"/>
                </a:moveTo>
                <a:lnTo>
                  <a:pt x="619125" y="7620"/>
                </a:lnTo>
                <a:lnTo>
                  <a:pt x="619125" y="0"/>
                </a:lnTo>
                <a:lnTo>
                  <a:pt x="649604" y="0"/>
                </a:lnTo>
                <a:lnTo>
                  <a:pt x="649604" y="7620"/>
                </a:lnTo>
                <a:close/>
              </a:path>
              <a:path w="5632450" h="1045845">
                <a:moveTo>
                  <a:pt x="702944" y="7620"/>
                </a:moveTo>
                <a:lnTo>
                  <a:pt x="672465" y="7620"/>
                </a:lnTo>
                <a:lnTo>
                  <a:pt x="672465" y="0"/>
                </a:lnTo>
                <a:lnTo>
                  <a:pt x="702944" y="0"/>
                </a:lnTo>
                <a:lnTo>
                  <a:pt x="702944" y="7620"/>
                </a:lnTo>
                <a:close/>
              </a:path>
              <a:path w="5632450" h="1045845">
                <a:moveTo>
                  <a:pt x="756285" y="7620"/>
                </a:moveTo>
                <a:lnTo>
                  <a:pt x="725804" y="7620"/>
                </a:lnTo>
                <a:lnTo>
                  <a:pt x="725804" y="0"/>
                </a:lnTo>
                <a:lnTo>
                  <a:pt x="756285" y="0"/>
                </a:lnTo>
                <a:lnTo>
                  <a:pt x="756285" y="7620"/>
                </a:lnTo>
                <a:close/>
              </a:path>
              <a:path w="5632450" h="1045845">
                <a:moveTo>
                  <a:pt x="809625" y="7620"/>
                </a:moveTo>
                <a:lnTo>
                  <a:pt x="779144" y="7620"/>
                </a:lnTo>
                <a:lnTo>
                  <a:pt x="779144" y="0"/>
                </a:lnTo>
                <a:lnTo>
                  <a:pt x="809625" y="0"/>
                </a:lnTo>
                <a:lnTo>
                  <a:pt x="809625" y="7620"/>
                </a:lnTo>
                <a:close/>
              </a:path>
              <a:path w="5632450" h="1045845">
                <a:moveTo>
                  <a:pt x="862965" y="7620"/>
                </a:moveTo>
                <a:lnTo>
                  <a:pt x="832485" y="7620"/>
                </a:lnTo>
                <a:lnTo>
                  <a:pt x="832485" y="0"/>
                </a:lnTo>
                <a:lnTo>
                  <a:pt x="862965" y="0"/>
                </a:lnTo>
                <a:lnTo>
                  <a:pt x="862965" y="7620"/>
                </a:lnTo>
                <a:close/>
              </a:path>
              <a:path w="5632450" h="1045845">
                <a:moveTo>
                  <a:pt x="916304" y="7620"/>
                </a:moveTo>
                <a:lnTo>
                  <a:pt x="885825" y="7620"/>
                </a:lnTo>
                <a:lnTo>
                  <a:pt x="885825" y="0"/>
                </a:lnTo>
                <a:lnTo>
                  <a:pt x="916304" y="0"/>
                </a:lnTo>
                <a:lnTo>
                  <a:pt x="916304" y="7620"/>
                </a:lnTo>
                <a:close/>
              </a:path>
              <a:path w="5632450" h="1045845">
                <a:moveTo>
                  <a:pt x="969644" y="7620"/>
                </a:moveTo>
                <a:lnTo>
                  <a:pt x="939165" y="7620"/>
                </a:lnTo>
                <a:lnTo>
                  <a:pt x="939165" y="0"/>
                </a:lnTo>
                <a:lnTo>
                  <a:pt x="969644" y="0"/>
                </a:lnTo>
                <a:lnTo>
                  <a:pt x="969644" y="7620"/>
                </a:lnTo>
                <a:close/>
              </a:path>
              <a:path w="5632450" h="1045845">
                <a:moveTo>
                  <a:pt x="1022985" y="7620"/>
                </a:moveTo>
                <a:lnTo>
                  <a:pt x="992504" y="7620"/>
                </a:lnTo>
                <a:lnTo>
                  <a:pt x="992504" y="0"/>
                </a:lnTo>
                <a:lnTo>
                  <a:pt x="1022985" y="0"/>
                </a:lnTo>
                <a:lnTo>
                  <a:pt x="1022985" y="7620"/>
                </a:lnTo>
                <a:close/>
              </a:path>
              <a:path w="5632450" h="1045845">
                <a:moveTo>
                  <a:pt x="1076325" y="7620"/>
                </a:moveTo>
                <a:lnTo>
                  <a:pt x="1045844" y="7620"/>
                </a:lnTo>
                <a:lnTo>
                  <a:pt x="1045844" y="0"/>
                </a:lnTo>
                <a:lnTo>
                  <a:pt x="1076325" y="0"/>
                </a:lnTo>
                <a:lnTo>
                  <a:pt x="1076325" y="7620"/>
                </a:lnTo>
                <a:close/>
              </a:path>
              <a:path w="5632450" h="1045845">
                <a:moveTo>
                  <a:pt x="1129665" y="7620"/>
                </a:moveTo>
                <a:lnTo>
                  <a:pt x="1099185" y="7620"/>
                </a:lnTo>
                <a:lnTo>
                  <a:pt x="1099185" y="0"/>
                </a:lnTo>
                <a:lnTo>
                  <a:pt x="1129665" y="0"/>
                </a:lnTo>
                <a:lnTo>
                  <a:pt x="1129665" y="7620"/>
                </a:lnTo>
                <a:close/>
              </a:path>
              <a:path w="5632450" h="1045845">
                <a:moveTo>
                  <a:pt x="1183005" y="7620"/>
                </a:moveTo>
                <a:lnTo>
                  <a:pt x="1152524" y="7620"/>
                </a:lnTo>
                <a:lnTo>
                  <a:pt x="1152524" y="0"/>
                </a:lnTo>
                <a:lnTo>
                  <a:pt x="1183005" y="0"/>
                </a:lnTo>
                <a:lnTo>
                  <a:pt x="1183005" y="7620"/>
                </a:lnTo>
                <a:close/>
              </a:path>
              <a:path w="5632450" h="1045845">
                <a:moveTo>
                  <a:pt x="1236345" y="7620"/>
                </a:moveTo>
                <a:lnTo>
                  <a:pt x="1205865" y="7620"/>
                </a:lnTo>
                <a:lnTo>
                  <a:pt x="1205865" y="0"/>
                </a:lnTo>
                <a:lnTo>
                  <a:pt x="1236345" y="0"/>
                </a:lnTo>
                <a:lnTo>
                  <a:pt x="1236345" y="7620"/>
                </a:lnTo>
                <a:close/>
              </a:path>
              <a:path w="5632450" h="1045845">
                <a:moveTo>
                  <a:pt x="1289685" y="7620"/>
                </a:moveTo>
                <a:lnTo>
                  <a:pt x="1259205" y="7620"/>
                </a:lnTo>
                <a:lnTo>
                  <a:pt x="1259205" y="0"/>
                </a:lnTo>
                <a:lnTo>
                  <a:pt x="1289685" y="0"/>
                </a:lnTo>
                <a:lnTo>
                  <a:pt x="1289685" y="7620"/>
                </a:lnTo>
                <a:close/>
              </a:path>
              <a:path w="5632450" h="1045845">
                <a:moveTo>
                  <a:pt x="1343024" y="7620"/>
                </a:moveTo>
                <a:lnTo>
                  <a:pt x="1312545" y="7620"/>
                </a:lnTo>
                <a:lnTo>
                  <a:pt x="1312545" y="0"/>
                </a:lnTo>
                <a:lnTo>
                  <a:pt x="1343024" y="0"/>
                </a:lnTo>
                <a:lnTo>
                  <a:pt x="1343024" y="7620"/>
                </a:lnTo>
                <a:close/>
              </a:path>
              <a:path w="5632450" h="1045845">
                <a:moveTo>
                  <a:pt x="1396365" y="7620"/>
                </a:moveTo>
                <a:lnTo>
                  <a:pt x="1365885" y="7620"/>
                </a:lnTo>
                <a:lnTo>
                  <a:pt x="1365885" y="0"/>
                </a:lnTo>
                <a:lnTo>
                  <a:pt x="1396365" y="0"/>
                </a:lnTo>
                <a:lnTo>
                  <a:pt x="1396365" y="7620"/>
                </a:lnTo>
                <a:close/>
              </a:path>
              <a:path w="5632450" h="1045845">
                <a:moveTo>
                  <a:pt x="1449705" y="7620"/>
                </a:moveTo>
                <a:lnTo>
                  <a:pt x="1419224" y="7620"/>
                </a:lnTo>
                <a:lnTo>
                  <a:pt x="1419224" y="0"/>
                </a:lnTo>
                <a:lnTo>
                  <a:pt x="1449705" y="0"/>
                </a:lnTo>
                <a:lnTo>
                  <a:pt x="1449705" y="7620"/>
                </a:lnTo>
                <a:close/>
              </a:path>
              <a:path w="5632450" h="1045845">
                <a:moveTo>
                  <a:pt x="1503045" y="7620"/>
                </a:moveTo>
                <a:lnTo>
                  <a:pt x="1472565" y="7620"/>
                </a:lnTo>
                <a:lnTo>
                  <a:pt x="1472565" y="0"/>
                </a:lnTo>
                <a:lnTo>
                  <a:pt x="1503045" y="0"/>
                </a:lnTo>
                <a:lnTo>
                  <a:pt x="1503045" y="7620"/>
                </a:lnTo>
                <a:close/>
              </a:path>
              <a:path w="5632450" h="1045845">
                <a:moveTo>
                  <a:pt x="1556385" y="7620"/>
                </a:moveTo>
                <a:lnTo>
                  <a:pt x="1525905" y="7620"/>
                </a:lnTo>
                <a:lnTo>
                  <a:pt x="1525905" y="0"/>
                </a:lnTo>
                <a:lnTo>
                  <a:pt x="1556385" y="0"/>
                </a:lnTo>
                <a:lnTo>
                  <a:pt x="1556385" y="7620"/>
                </a:lnTo>
                <a:close/>
              </a:path>
              <a:path w="5632450" h="1045845">
                <a:moveTo>
                  <a:pt x="1609724" y="7620"/>
                </a:moveTo>
                <a:lnTo>
                  <a:pt x="1579245" y="7620"/>
                </a:lnTo>
                <a:lnTo>
                  <a:pt x="1579245" y="0"/>
                </a:lnTo>
                <a:lnTo>
                  <a:pt x="1609724" y="0"/>
                </a:lnTo>
                <a:lnTo>
                  <a:pt x="1609724" y="7620"/>
                </a:lnTo>
                <a:close/>
              </a:path>
              <a:path w="5632450" h="1045845">
                <a:moveTo>
                  <a:pt x="1663064" y="7620"/>
                </a:moveTo>
                <a:lnTo>
                  <a:pt x="1632585" y="7620"/>
                </a:lnTo>
                <a:lnTo>
                  <a:pt x="1632585" y="0"/>
                </a:lnTo>
                <a:lnTo>
                  <a:pt x="1663064" y="0"/>
                </a:lnTo>
                <a:lnTo>
                  <a:pt x="1663064" y="7620"/>
                </a:lnTo>
                <a:close/>
              </a:path>
              <a:path w="5632450" h="1045845">
                <a:moveTo>
                  <a:pt x="1716404" y="7620"/>
                </a:moveTo>
                <a:lnTo>
                  <a:pt x="1685925" y="7620"/>
                </a:lnTo>
                <a:lnTo>
                  <a:pt x="1685925" y="0"/>
                </a:lnTo>
                <a:lnTo>
                  <a:pt x="1716404" y="0"/>
                </a:lnTo>
                <a:lnTo>
                  <a:pt x="1716404" y="7620"/>
                </a:lnTo>
                <a:close/>
              </a:path>
              <a:path w="5632450" h="1045845">
                <a:moveTo>
                  <a:pt x="1769745" y="7620"/>
                </a:moveTo>
                <a:lnTo>
                  <a:pt x="1739264" y="7620"/>
                </a:lnTo>
                <a:lnTo>
                  <a:pt x="1739264" y="0"/>
                </a:lnTo>
                <a:lnTo>
                  <a:pt x="1769745" y="0"/>
                </a:lnTo>
                <a:lnTo>
                  <a:pt x="1769745" y="7620"/>
                </a:lnTo>
                <a:close/>
              </a:path>
              <a:path w="5632450" h="1045845">
                <a:moveTo>
                  <a:pt x="1823085" y="7620"/>
                </a:moveTo>
                <a:lnTo>
                  <a:pt x="1792604" y="7620"/>
                </a:lnTo>
                <a:lnTo>
                  <a:pt x="1792604" y="0"/>
                </a:lnTo>
                <a:lnTo>
                  <a:pt x="1823085" y="0"/>
                </a:lnTo>
                <a:lnTo>
                  <a:pt x="1823085" y="7620"/>
                </a:lnTo>
                <a:close/>
              </a:path>
              <a:path w="5632450" h="1045845">
                <a:moveTo>
                  <a:pt x="1876425" y="7620"/>
                </a:moveTo>
                <a:lnTo>
                  <a:pt x="1845945" y="7620"/>
                </a:lnTo>
                <a:lnTo>
                  <a:pt x="1845945" y="0"/>
                </a:lnTo>
                <a:lnTo>
                  <a:pt x="1876425" y="0"/>
                </a:lnTo>
                <a:lnTo>
                  <a:pt x="1876425" y="7620"/>
                </a:lnTo>
                <a:close/>
              </a:path>
              <a:path w="5632450" h="1045845">
                <a:moveTo>
                  <a:pt x="1929764" y="7620"/>
                </a:moveTo>
                <a:lnTo>
                  <a:pt x="1899285" y="7620"/>
                </a:lnTo>
                <a:lnTo>
                  <a:pt x="1899285" y="0"/>
                </a:lnTo>
                <a:lnTo>
                  <a:pt x="1929764" y="0"/>
                </a:lnTo>
                <a:lnTo>
                  <a:pt x="1929764" y="7620"/>
                </a:lnTo>
                <a:close/>
              </a:path>
              <a:path w="5632450" h="1045845">
                <a:moveTo>
                  <a:pt x="1983104" y="7620"/>
                </a:moveTo>
                <a:lnTo>
                  <a:pt x="1952625" y="7620"/>
                </a:lnTo>
                <a:lnTo>
                  <a:pt x="1952625" y="0"/>
                </a:lnTo>
                <a:lnTo>
                  <a:pt x="1983104" y="0"/>
                </a:lnTo>
                <a:lnTo>
                  <a:pt x="1983104" y="7620"/>
                </a:lnTo>
                <a:close/>
              </a:path>
              <a:path w="5632450" h="1045845">
                <a:moveTo>
                  <a:pt x="2036445" y="7620"/>
                </a:moveTo>
                <a:lnTo>
                  <a:pt x="2005964" y="7620"/>
                </a:lnTo>
                <a:lnTo>
                  <a:pt x="2005964" y="0"/>
                </a:lnTo>
                <a:lnTo>
                  <a:pt x="2036445" y="0"/>
                </a:lnTo>
                <a:lnTo>
                  <a:pt x="2036445" y="7620"/>
                </a:lnTo>
                <a:close/>
              </a:path>
              <a:path w="5632450" h="1045845">
                <a:moveTo>
                  <a:pt x="2089785" y="7620"/>
                </a:moveTo>
                <a:lnTo>
                  <a:pt x="2059304" y="7620"/>
                </a:lnTo>
                <a:lnTo>
                  <a:pt x="2059304" y="0"/>
                </a:lnTo>
                <a:lnTo>
                  <a:pt x="2089785" y="0"/>
                </a:lnTo>
                <a:lnTo>
                  <a:pt x="2089785" y="7620"/>
                </a:lnTo>
                <a:close/>
              </a:path>
              <a:path w="5632450" h="1045845">
                <a:moveTo>
                  <a:pt x="2143125" y="7620"/>
                </a:moveTo>
                <a:lnTo>
                  <a:pt x="2112645" y="7620"/>
                </a:lnTo>
                <a:lnTo>
                  <a:pt x="2112645" y="0"/>
                </a:lnTo>
                <a:lnTo>
                  <a:pt x="2143125" y="0"/>
                </a:lnTo>
                <a:lnTo>
                  <a:pt x="2143125" y="7620"/>
                </a:lnTo>
                <a:close/>
              </a:path>
              <a:path w="5632450" h="1045845">
                <a:moveTo>
                  <a:pt x="2196465" y="7620"/>
                </a:moveTo>
                <a:lnTo>
                  <a:pt x="2165985" y="7620"/>
                </a:lnTo>
                <a:lnTo>
                  <a:pt x="2165985" y="0"/>
                </a:lnTo>
                <a:lnTo>
                  <a:pt x="2196465" y="0"/>
                </a:lnTo>
                <a:lnTo>
                  <a:pt x="2196465" y="7620"/>
                </a:lnTo>
                <a:close/>
              </a:path>
              <a:path w="5632450" h="1045845">
                <a:moveTo>
                  <a:pt x="2249804" y="7620"/>
                </a:moveTo>
                <a:lnTo>
                  <a:pt x="2219325" y="7620"/>
                </a:lnTo>
                <a:lnTo>
                  <a:pt x="2219325" y="0"/>
                </a:lnTo>
                <a:lnTo>
                  <a:pt x="2249804" y="0"/>
                </a:lnTo>
                <a:lnTo>
                  <a:pt x="2249804" y="7620"/>
                </a:lnTo>
                <a:close/>
              </a:path>
              <a:path w="5632450" h="1045845">
                <a:moveTo>
                  <a:pt x="2303145" y="7620"/>
                </a:moveTo>
                <a:lnTo>
                  <a:pt x="2272665" y="7620"/>
                </a:lnTo>
                <a:lnTo>
                  <a:pt x="2272665" y="0"/>
                </a:lnTo>
                <a:lnTo>
                  <a:pt x="2303145" y="0"/>
                </a:lnTo>
                <a:lnTo>
                  <a:pt x="2303145" y="7620"/>
                </a:lnTo>
                <a:close/>
              </a:path>
              <a:path w="5632450" h="1045845">
                <a:moveTo>
                  <a:pt x="2356485" y="7620"/>
                </a:moveTo>
                <a:lnTo>
                  <a:pt x="2326004" y="7620"/>
                </a:lnTo>
                <a:lnTo>
                  <a:pt x="2326004" y="0"/>
                </a:lnTo>
                <a:lnTo>
                  <a:pt x="2356485" y="0"/>
                </a:lnTo>
                <a:lnTo>
                  <a:pt x="2356485" y="7620"/>
                </a:lnTo>
                <a:close/>
              </a:path>
              <a:path w="5632450" h="1045845">
                <a:moveTo>
                  <a:pt x="2409825" y="7620"/>
                </a:moveTo>
                <a:lnTo>
                  <a:pt x="2379345" y="7620"/>
                </a:lnTo>
                <a:lnTo>
                  <a:pt x="2379345" y="0"/>
                </a:lnTo>
                <a:lnTo>
                  <a:pt x="2409825" y="0"/>
                </a:lnTo>
                <a:lnTo>
                  <a:pt x="2409825" y="7620"/>
                </a:lnTo>
                <a:close/>
              </a:path>
              <a:path w="5632450" h="1045845">
                <a:moveTo>
                  <a:pt x="2463165" y="7620"/>
                </a:moveTo>
                <a:lnTo>
                  <a:pt x="2432685" y="7620"/>
                </a:lnTo>
                <a:lnTo>
                  <a:pt x="2432685" y="0"/>
                </a:lnTo>
                <a:lnTo>
                  <a:pt x="2463165" y="0"/>
                </a:lnTo>
                <a:lnTo>
                  <a:pt x="2463165" y="7620"/>
                </a:lnTo>
                <a:close/>
              </a:path>
              <a:path w="5632450" h="1045845">
                <a:moveTo>
                  <a:pt x="2516504" y="7620"/>
                </a:moveTo>
                <a:lnTo>
                  <a:pt x="2486025" y="7620"/>
                </a:lnTo>
                <a:lnTo>
                  <a:pt x="2486025" y="0"/>
                </a:lnTo>
                <a:lnTo>
                  <a:pt x="2516504" y="0"/>
                </a:lnTo>
                <a:lnTo>
                  <a:pt x="2516504" y="7620"/>
                </a:lnTo>
                <a:close/>
              </a:path>
              <a:path w="5632450" h="1045845">
                <a:moveTo>
                  <a:pt x="2569845" y="7620"/>
                </a:moveTo>
                <a:lnTo>
                  <a:pt x="2539365" y="7620"/>
                </a:lnTo>
                <a:lnTo>
                  <a:pt x="2539365" y="0"/>
                </a:lnTo>
                <a:lnTo>
                  <a:pt x="2569845" y="0"/>
                </a:lnTo>
                <a:lnTo>
                  <a:pt x="2569845" y="7620"/>
                </a:lnTo>
                <a:close/>
              </a:path>
              <a:path w="5632450" h="1045845">
                <a:moveTo>
                  <a:pt x="2623185" y="7620"/>
                </a:moveTo>
                <a:lnTo>
                  <a:pt x="2592704" y="7620"/>
                </a:lnTo>
                <a:lnTo>
                  <a:pt x="2592704" y="0"/>
                </a:lnTo>
                <a:lnTo>
                  <a:pt x="2623185" y="0"/>
                </a:lnTo>
                <a:lnTo>
                  <a:pt x="2623185" y="7620"/>
                </a:lnTo>
                <a:close/>
              </a:path>
              <a:path w="5632450" h="1045845">
                <a:moveTo>
                  <a:pt x="2676525" y="7620"/>
                </a:moveTo>
                <a:lnTo>
                  <a:pt x="2646045" y="7620"/>
                </a:lnTo>
                <a:lnTo>
                  <a:pt x="2646045" y="0"/>
                </a:lnTo>
                <a:lnTo>
                  <a:pt x="2676525" y="0"/>
                </a:lnTo>
                <a:lnTo>
                  <a:pt x="2676525" y="7620"/>
                </a:lnTo>
                <a:close/>
              </a:path>
              <a:path w="5632450" h="1045845">
                <a:moveTo>
                  <a:pt x="2729865" y="7620"/>
                </a:moveTo>
                <a:lnTo>
                  <a:pt x="2699385" y="7620"/>
                </a:lnTo>
                <a:lnTo>
                  <a:pt x="2699385" y="0"/>
                </a:lnTo>
                <a:lnTo>
                  <a:pt x="2729865" y="0"/>
                </a:lnTo>
                <a:lnTo>
                  <a:pt x="2729865" y="7620"/>
                </a:lnTo>
                <a:close/>
              </a:path>
              <a:path w="5632450" h="1045845">
                <a:moveTo>
                  <a:pt x="2783205" y="7620"/>
                </a:moveTo>
                <a:lnTo>
                  <a:pt x="2752725" y="7620"/>
                </a:lnTo>
                <a:lnTo>
                  <a:pt x="2752725" y="0"/>
                </a:lnTo>
                <a:lnTo>
                  <a:pt x="2783205" y="0"/>
                </a:lnTo>
                <a:lnTo>
                  <a:pt x="2783205" y="7620"/>
                </a:lnTo>
                <a:close/>
              </a:path>
              <a:path w="5632450" h="1045845">
                <a:moveTo>
                  <a:pt x="2836545" y="7620"/>
                </a:moveTo>
                <a:lnTo>
                  <a:pt x="2806065" y="7620"/>
                </a:lnTo>
                <a:lnTo>
                  <a:pt x="2806065" y="0"/>
                </a:lnTo>
                <a:lnTo>
                  <a:pt x="2836545" y="0"/>
                </a:lnTo>
                <a:lnTo>
                  <a:pt x="2836545" y="7620"/>
                </a:lnTo>
                <a:close/>
              </a:path>
              <a:path w="5632450" h="1045845">
                <a:moveTo>
                  <a:pt x="2889885" y="7620"/>
                </a:moveTo>
                <a:lnTo>
                  <a:pt x="2859405" y="7620"/>
                </a:lnTo>
                <a:lnTo>
                  <a:pt x="2859405" y="0"/>
                </a:lnTo>
                <a:lnTo>
                  <a:pt x="2889885" y="0"/>
                </a:lnTo>
                <a:lnTo>
                  <a:pt x="2889885" y="7620"/>
                </a:lnTo>
                <a:close/>
              </a:path>
              <a:path w="5632450" h="1045845">
                <a:moveTo>
                  <a:pt x="2943225" y="7620"/>
                </a:moveTo>
                <a:lnTo>
                  <a:pt x="2912745" y="7620"/>
                </a:lnTo>
                <a:lnTo>
                  <a:pt x="2912745" y="0"/>
                </a:lnTo>
                <a:lnTo>
                  <a:pt x="2943225" y="0"/>
                </a:lnTo>
                <a:lnTo>
                  <a:pt x="2943225" y="7620"/>
                </a:lnTo>
                <a:close/>
              </a:path>
              <a:path w="5632450" h="1045845">
                <a:moveTo>
                  <a:pt x="2996565" y="7620"/>
                </a:moveTo>
                <a:lnTo>
                  <a:pt x="2966085" y="7620"/>
                </a:lnTo>
                <a:lnTo>
                  <a:pt x="2966085" y="0"/>
                </a:lnTo>
                <a:lnTo>
                  <a:pt x="2996565" y="0"/>
                </a:lnTo>
                <a:lnTo>
                  <a:pt x="2996565" y="7620"/>
                </a:lnTo>
                <a:close/>
              </a:path>
              <a:path w="5632450" h="1045845">
                <a:moveTo>
                  <a:pt x="3049905" y="7620"/>
                </a:moveTo>
                <a:lnTo>
                  <a:pt x="3019425" y="7620"/>
                </a:lnTo>
                <a:lnTo>
                  <a:pt x="3019425" y="0"/>
                </a:lnTo>
                <a:lnTo>
                  <a:pt x="3049905" y="0"/>
                </a:lnTo>
                <a:lnTo>
                  <a:pt x="3049905" y="7620"/>
                </a:lnTo>
                <a:close/>
              </a:path>
              <a:path w="5632450" h="1045845">
                <a:moveTo>
                  <a:pt x="3103245" y="7620"/>
                </a:moveTo>
                <a:lnTo>
                  <a:pt x="3072765" y="7620"/>
                </a:lnTo>
                <a:lnTo>
                  <a:pt x="3072765" y="0"/>
                </a:lnTo>
                <a:lnTo>
                  <a:pt x="3103245" y="0"/>
                </a:lnTo>
                <a:lnTo>
                  <a:pt x="3103245" y="7620"/>
                </a:lnTo>
                <a:close/>
              </a:path>
              <a:path w="5632450" h="1045845">
                <a:moveTo>
                  <a:pt x="3156585" y="7620"/>
                </a:moveTo>
                <a:lnTo>
                  <a:pt x="3126105" y="7620"/>
                </a:lnTo>
                <a:lnTo>
                  <a:pt x="3126105" y="0"/>
                </a:lnTo>
                <a:lnTo>
                  <a:pt x="3156585" y="0"/>
                </a:lnTo>
                <a:lnTo>
                  <a:pt x="3156585" y="7620"/>
                </a:lnTo>
                <a:close/>
              </a:path>
              <a:path w="5632450" h="1045845">
                <a:moveTo>
                  <a:pt x="3209925" y="7620"/>
                </a:moveTo>
                <a:lnTo>
                  <a:pt x="3179445" y="7620"/>
                </a:lnTo>
                <a:lnTo>
                  <a:pt x="3179445" y="0"/>
                </a:lnTo>
                <a:lnTo>
                  <a:pt x="3209925" y="0"/>
                </a:lnTo>
                <a:lnTo>
                  <a:pt x="3209925" y="7620"/>
                </a:lnTo>
                <a:close/>
              </a:path>
              <a:path w="5632450" h="1045845">
                <a:moveTo>
                  <a:pt x="3263265" y="7620"/>
                </a:moveTo>
                <a:lnTo>
                  <a:pt x="3232785" y="7620"/>
                </a:lnTo>
                <a:lnTo>
                  <a:pt x="3232785" y="0"/>
                </a:lnTo>
                <a:lnTo>
                  <a:pt x="3263265" y="0"/>
                </a:lnTo>
                <a:lnTo>
                  <a:pt x="3263265" y="7620"/>
                </a:lnTo>
                <a:close/>
              </a:path>
              <a:path w="5632450" h="1045845">
                <a:moveTo>
                  <a:pt x="3316605" y="7620"/>
                </a:moveTo>
                <a:lnTo>
                  <a:pt x="3286125" y="7620"/>
                </a:lnTo>
                <a:lnTo>
                  <a:pt x="3286125" y="0"/>
                </a:lnTo>
                <a:lnTo>
                  <a:pt x="3316605" y="0"/>
                </a:lnTo>
                <a:lnTo>
                  <a:pt x="3316605" y="7620"/>
                </a:lnTo>
                <a:close/>
              </a:path>
              <a:path w="5632450" h="1045845">
                <a:moveTo>
                  <a:pt x="3369945" y="7620"/>
                </a:moveTo>
                <a:lnTo>
                  <a:pt x="3339465" y="7620"/>
                </a:lnTo>
                <a:lnTo>
                  <a:pt x="3339465" y="0"/>
                </a:lnTo>
                <a:lnTo>
                  <a:pt x="3369945" y="0"/>
                </a:lnTo>
                <a:lnTo>
                  <a:pt x="3369945" y="7620"/>
                </a:lnTo>
                <a:close/>
              </a:path>
              <a:path w="5632450" h="1045845">
                <a:moveTo>
                  <a:pt x="3423285" y="7620"/>
                </a:moveTo>
                <a:lnTo>
                  <a:pt x="3392805" y="7620"/>
                </a:lnTo>
                <a:lnTo>
                  <a:pt x="3392805" y="0"/>
                </a:lnTo>
                <a:lnTo>
                  <a:pt x="3423285" y="0"/>
                </a:lnTo>
                <a:lnTo>
                  <a:pt x="3423285" y="7620"/>
                </a:lnTo>
                <a:close/>
              </a:path>
              <a:path w="5632450" h="1045845">
                <a:moveTo>
                  <a:pt x="3476625" y="7620"/>
                </a:moveTo>
                <a:lnTo>
                  <a:pt x="3446145" y="7620"/>
                </a:lnTo>
                <a:lnTo>
                  <a:pt x="3446145" y="0"/>
                </a:lnTo>
                <a:lnTo>
                  <a:pt x="3476625" y="0"/>
                </a:lnTo>
                <a:lnTo>
                  <a:pt x="3476625" y="7620"/>
                </a:lnTo>
                <a:close/>
              </a:path>
              <a:path w="5632450" h="1045845">
                <a:moveTo>
                  <a:pt x="3529965" y="7620"/>
                </a:moveTo>
                <a:lnTo>
                  <a:pt x="3499485" y="7620"/>
                </a:lnTo>
                <a:lnTo>
                  <a:pt x="3499485" y="0"/>
                </a:lnTo>
                <a:lnTo>
                  <a:pt x="3529965" y="0"/>
                </a:lnTo>
                <a:lnTo>
                  <a:pt x="3529965" y="7620"/>
                </a:lnTo>
                <a:close/>
              </a:path>
              <a:path w="5632450" h="1045845">
                <a:moveTo>
                  <a:pt x="3583305" y="7620"/>
                </a:moveTo>
                <a:lnTo>
                  <a:pt x="3552825" y="7620"/>
                </a:lnTo>
                <a:lnTo>
                  <a:pt x="3552825" y="0"/>
                </a:lnTo>
                <a:lnTo>
                  <a:pt x="3583305" y="0"/>
                </a:lnTo>
                <a:lnTo>
                  <a:pt x="3583305" y="7620"/>
                </a:lnTo>
                <a:close/>
              </a:path>
              <a:path w="5632450" h="1045845">
                <a:moveTo>
                  <a:pt x="3636645" y="7620"/>
                </a:moveTo>
                <a:lnTo>
                  <a:pt x="3606165" y="7620"/>
                </a:lnTo>
                <a:lnTo>
                  <a:pt x="3606165" y="0"/>
                </a:lnTo>
                <a:lnTo>
                  <a:pt x="3636645" y="0"/>
                </a:lnTo>
                <a:lnTo>
                  <a:pt x="3636645" y="7620"/>
                </a:lnTo>
                <a:close/>
              </a:path>
              <a:path w="5632450" h="1045845">
                <a:moveTo>
                  <a:pt x="3689985" y="7620"/>
                </a:moveTo>
                <a:lnTo>
                  <a:pt x="3659505" y="7620"/>
                </a:lnTo>
                <a:lnTo>
                  <a:pt x="3659505" y="0"/>
                </a:lnTo>
                <a:lnTo>
                  <a:pt x="3689985" y="0"/>
                </a:lnTo>
                <a:lnTo>
                  <a:pt x="3689985" y="7620"/>
                </a:lnTo>
                <a:close/>
              </a:path>
              <a:path w="5632450" h="1045845">
                <a:moveTo>
                  <a:pt x="3743325" y="7620"/>
                </a:moveTo>
                <a:lnTo>
                  <a:pt x="3712845" y="7620"/>
                </a:lnTo>
                <a:lnTo>
                  <a:pt x="3712845" y="0"/>
                </a:lnTo>
                <a:lnTo>
                  <a:pt x="3743325" y="0"/>
                </a:lnTo>
                <a:lnTo>
                  <a:pt x="3743325" y="7620"/>
                </a:lnTo>
                <a:close/>
              </a:path>
              <a:path w="5632450" h="1045845">
                <a:moveTo>
                  <a:pt x="3796665" y="7620"/>
                </a:moveTo>
                <a:lnTo>
                  <a:pt x="3766185" y="7620"/>
                </a:lnTo>
                <a:lnTo>
                  <a:pt x="3766185" y="0"/>
                </a:lnTo>
                <a:lnTo>
                  <a:pt x="3796665" y="0"/>
                </a:lnTo>
                <a:lnTo>
                  <a:pt x="3796665" y="7620"/>
                </a:lnTo>
                <a:close/>
              </a:path>
              <a:path w="5632450" h="1045845">
                <a:moveTo>
                  <a:pt x="3850005" y="7620"/>
                </a:moveTo>
                <a:lnTo>
                  <a:pt x="3819525" y="7620"/>
                </a:lnTo>
                <a:lnTo>
                  <a:pt x="3819525" y="0"/>
                </a:lnTo>
                <a:lnTo>
                  <a:pt x="3850005" y="0"/>
                </a:lnTo>
                <a:lnTo>
                  <a:pt x="3850005" y="7620"/>
                </a:lnTo>
                <a:close/>
              </a:path>
              <a:path w="5632450" h="1045845">
                <a:moveTo>
                  <a:pt x="3903345" y="7620"/>
                </a:moveTo>
                <a:lnTo>
                  <a:pt x="3872865" y="7620"/>
                </a:lnTo>
                <a:lnTo>
                  <a:pt x="3872865" y="0"/>
                </a:lnTo>
                <a:lnTo>
                  <a:pt x="3903345" y="0"/>
                </a:lnTo>
                <a:lnTo>
                  <a:pt x="3903345" y="7620"/>
                </a:lnTo>
                <a:close/>
              </a:path>
              <a:path w="5632450" h="1045845">
                <a:moveTo>
                  <a:pt x="3956685" y="7620"/>
                </a:moveTo>
                <a:lnTo>
                  <a:pt x="3926205" y="7620"/>
                </a:lnTo>
                <a:lnTo>
                  <a:pt x="3926205" y="0"/>
                </a:lnTo>
                <a:lnTo>
                  <a:pt x="3956685" y="0"/>
                </a:lnTo>
                <a:lnTo>
                  <a:pt x="3956685" y="7620"/>
                </a:lnTo>
                <a:close/>
              </a:path>
              <a:path w="5632450" h="1045845">
                <a:moveTo>
                  <a:pt x="4010025" y="7620"/>
                </a:moveTo>
                <a:lnTo>
                  <a:pt x="3979545" y="7620"/>
                </a:lnTo>
                <a:lnTo>
                  <a:pt x="3979545" y="0"/>
                </a:lnTo>
                <a:lnTo>
                  <a:pt x="4010025" y="0"/>
                </a:lnTo>
                <a:lnTo>
                  <a:pt x="4010025" y="7620"/>
                </a:lnTo>
                <a:close/>
              </a:path>
              <a:path w="5632450" h="1045845">
                <a:moveTo>
                  <a:pt x="4063365" y="7620"/>
                </a:moveTo>
                <a:lnTo>
                  <a:pt x="4032885" y="7620"/>
                </a:lnTo>
                <a:lnTo>
                  <a:pt x="4032885" y="0"/>
                </a:lnTo>
                <a:lnTo>
                  <a:pt x="4063365" y="0"/>
                </a:lnTo>
                <a:lnTo>
                  <a:pt x="4063365" y="7620"/>
                </a:lnTo>
                <a:close/>
              </a:path>
              <a:path w="5632450" h="1045845">
                <a:moveTo>
                  <a:pt x="4116705" y="7620"/>
                </a:moveTo>
                <a:lnTo>
                  <a:pt x="4086225" y="7620"/>
                </a:lnTo>
                <a:lnTo>
                  <a:pt x="4086225" y="0"/>
                </a:lnTo>
                <a:lnTo>
                  <a:pt x="4116705" y="0"/>
                </a:lnTo>
                <a:lnTo>
                  <a:pt x="4116705" y="7620"/>
                </a:lnTo>
                <a:close/>
              </a:path>
              <a:path w="5632450" h="1045845">
                <a:moveTo>
                  <a:pt x="4170045" y="7620"/>
                </a:moveTo>
                <a:lnTo>
                  <a:pt x="4139565" y="7620"/>
                </a:lnTo>
                <a:lnTo>
                  <a:pt x="4139565" y="0"/>
                </a:lnTo>
                <a:lnTo>
                  <a:pt x="4170045" y="0"/>
                </a:lnTo>
                <a:lnTo>
                  <a:pt x="4170045" y="7620"/>
                </a:lnTo>
                <a:close/>
              </a:path>
              <a:path w="5632450" h="1045845">
                <a:moveTo>
                  <a:pt x="4223385" y="7620"/>
                </a:moveTo>
                <a:lnTo>
                  <a:pt x="4192905" y="7620"/>
                </a:lnTo>
                <a:lnTo>
                  <a:pt x="4192905" y="0"/>
                </a:lnTo>
                <a:lnTo>
                  <a:pt x="4223385" y="0"/>
                </a:lnTo>
                <a:lnTo>
                  <a:pt x="4223385" y="7620"/>
                </a:lnTo>
                <a:close/>
              </a:path>
              <a:path w="5632450" h="1045845">
                <a:moveTo>
                  <a:pt x="4276725" y="7620"/>
                </a:moveTo>
                <a:lnTo>
                  <a:pt x="4246245" y="7620"/>
                </a:lnTo>
                <a:lnTo>
                  <a:pt x="4246245" y="0"/>
                </a:lnTo>
                <a:lnTo>
                  <a:pt x="4276725" y="0"/>
                </a:lnTo>
                <a:lnTo>
                  <a:pt x="4276725" y="7620"/>
                </a:lnTo>
                <a:close/>
              </a:path>
              <a:path w="5632450" h="1045845">
                <a:moveTo>
                  <a:pt x="4330065" y="7620"/>
                </a:moveTo>
                <a:lnTo>
                  <a:pt x="4299585" y="7620"/>
                </a:lnTo>
                <a:lnTo>
                  <a:pt x="4299585" y="0"/>
                </a:lnTo>
                <a:lnTo>
                  <a:pt x="4330065" y="0"/>
                </a:lnTo>
                <a:lnTo>
                  <a:pt x="4330065" y="7620"/>
                </a:lnTo>
                <a:close/>
              </a:path>
              <a:path w="5632450" h="1045845">
                <a:moveTo>
                  <a:pt x="4383405" y="7620"/>
                </a:moveTo>
                <a:lnTo>
                  <a:pt x="4352925" y="7620"/>
                </a:lnTo>
                <a:lnTo>
                  <a:pt x="4352925" y="0"/>
                </a:lnTo>
                <a:lnTo>
                  <a:pt x="4383405" y="0"/>
                </a:lnTo>
                <a:lnTo>
                  <a:pt x="4383405" y="7620"/>
                </a:lnTo>
                <a:close/>
              </a:path>
              <a:path w="5632450" h="1045845">
                <a:moveTo>
                  <a:pt x="4436745" y="7620"/>
                </a:moveTo>
                <a:lnTo>
                  <a:pt x="4406265" y="7620"/>
                </a:lnTo>
                <a:lnTo>
                  <a:pt x="4406265" y="0"/>
                </a:lnTo>
                <a:lnTo>
                  <a:pt x="4436745" y="0"/>
                </a:lnTo>
                <a:lnTo>
                  <a:pt x="4436745" y="7620"/>
                </a:lnTo>
                <a:close/>
              </a:path>
              <a:path w="5632450" h="1045845">
                <a:moveTo>
                  <a:pt x="4490085" y="7620"/>
                </a:moveTo>
                <a:lnTo>
                  <a:pt x="4459605" y="7620"/>
                </a:lnTo>
                <a:lnTo>
                  <a:pt x="4459605" y="0"/>
                </a:lnTo>
                <a:lnTo>
                  <a:pt x="4490085" y="0"/>
                </a:lnTo>
                <a:lnTo>
                  <a:pt x="4490085" y="7620"/>
                </a:lnTo>
                <a:close/>
              </a:path>
              <a:path w="5632450" h="1045845">
                <a:moveTo>
                  <a:pt x="4543425" y="7620"/>
                </a:moveTo>
                <a:lnTo>
                  <a:pt x="4512945" y="7620"/>
                </a:lnTo>
                <a:lnTo>
                  <a:pt x="4512945" y="0"/>
                </a:lnTo>
                <a:lnTo>
                  <a:pt x="4543425" y="0"/>
                </a:lnTo>
                <a:lnTo>
                  <a:pt x="4543425" y="7620"/>
                </a:lnTo>
                <a:close/>
              </a:path>
              <a:path w="5632450" h="1045845">
                <a:moveTo>
                  <a:pt x="4596765" y="7620"/>
                </a:moveTo>
                <a:lnTo>
                  <a:pt x="4566285" y="7620"/>
                </a:lnTo>
                <a:lnTo>
                  <a:pt x="4566285" y="0"/>
                </a:lnTo>
                <a:lnTo>
                  <a:pt x="4596765" y="0"/>
                </a:lnTo>
                <a:lnTo>
                  <a:pt x="4596765" y="7620"/>
                </a:lnTo>
                <a:close/>
              </a:path>
              <a:path w="5632450" h="1045845">
                <a:moveTo>
                  <a:pt x="4650105" y="7620"/>
                </a:moveTo>
                <a:lnTo>
                  <a:pt x="4619625" y="7620"/>
                </a:lnTo>
                <a:lnTo>
                  <a:pt x="4619625" y="0"/>
                </a:lnTo>
                <a:lnTo>
                  <a:pt x="4650105" y="0"/>
                </a:lnTo>
                <a:lnTo>
                  <a:pt x="4650105" y="7620"/>
                </a:lnTo>
                <a:close/>
              </a:path>
              <a:path w="5632450" h="1045845">
                <a:moveTo>
                  <a:pt x="4703445" y="7620"/>
                </a:moveTo>
                <a:lnTo>
                  <a:pt x="4672965" y="7620"/>
                </a:lnTo>
                <a:lnTo>
                  <a:pt x="4672965" y="0"/>
                </a:lnTo>
                <a:lnTo>
                  <a:pt x="4703445" y="0"/>
                </a:lnTo>
                <a:lnTo>
                  <a:pt x="4703445" y="7620"/>
                </a:lnTo>
                <a:close/>
              </a:path>
              <a:path w="5632450" h="1045845">
                <a:moveTo>
                  <a:pt x="4756785" y="7620"/>
                </a:moveTo>
                <a:lnTo>
                  <a:pt x="4726305" y="7620"/>
                </a:lnTo>
                <a:lnTo>
                  <a:pt x="4726305" y="0"/>
                </a:lnTo>
                <a:lnTo>
                  <a:pt x="4756785" y="0"/>
                </a:lnTo>
                <a:lnTo>
                  <a:pt x="4756785" y="7620"/>
                </a:lnTo>
                <a:close/>
              </a:path>
              <a:path w="5632450" h="1045845">
                <a:moveTo>
                  <a:pt x="4810125" y="7620"/>
                </a:moveTo>
                <a:lnTo>
                  <a:pt x="4779645" y="7620"/>
                </a:lnTo>
                <a:lnTo>
                  <a:pt x="4779645" y="0"/>
                </a:lnTo>
                <a:lnTo>
                  <a:pt x="4810125" y="0"/>
                </a:lnTo>
                <a:lnTo>
                  <a:pt x="4810125" y="7620"/>
                </a:lnTo>
                <a:close/>
              </a:path>
              <a:path w="5632450" h="1045845">
                <a:moveTo>
                  <a:pt x="4863465" y="7620"/>
                </a:moveTo>
                <a:lnTo>
                  <a:pt x="4832985" y="7620"/>
                </a:lnTo>
                <a:lnTo>
                  <a:pt x="4832985" y="0"/>
                </a:lnTo>
                <a:lnTo>
                  <a:pt x="4863465" y="0"/>
                </a:lnTo>
                <a:lnTo>
                  <a:pt x="4863465" y="7620"/>
                </a:lnTo>
                <a:close/>
              </a:path>
              <a:path w="5632450" h="1045845">
                <a:moveTo>
                  <a:pt x="4916805" y="7620"/>
                </a:moveTo>
                <a:lnTo>
                  <a:pt x="4886325" y="7620"/>
                </a:lnTo>
                <a:lnTo>
                  <a:pt x="4886325" y="0"/>
                </a:lnTo>
                <a:lnTo>
                  <a:pt x="4916805" y="0"/>
                </a:lnTo>
                <a:lnTo>
                  <a:pt x="4916805" y="7620"/>
                </a:lnTo>
                <a:close/>
              </a:path>
              <a:path w="5632450" h="1045845">
                <a:moveTo>
                  <a:pt x="4970145" y="7620"/>
                </a:moveTo>
                <a:lnTo>
                  <a:pt x="4939665" y="7620"/>
                </a:lnTo>
                <a:lnTo>
                  <a:pt x="4939665" y="0"/>
                </a:lnTo>
                <a:lnTo>
                  <a:pt x="4970145" y="0"/>
                </a:lnTo>
                <a:lnTo>
                  <a:pt x="4970145" y="7620"/>
                </a:lnTo>
                <a:close/>
              </a:path>
              <a:path w="5632450" h="1045845">
                <a:moveTo>
                  <a:pt x="5023485" y="7620"/>
                </a:moveTo>
                <a:lnTo>
                  <a:pt x="4993005" y="7620"/>
                </a:lnTo>
                <a:lnTo>
                  <a:pt x="4993005" y="0"/>
                </a:lnTo>
                <a:lnTo>
                  <a:pt x="5023485" y="0"/>
                </a:lnTo>
                <a:lnTo>
                  <a:pt x="5023485" y="7620"/>
                </a:lnTo>
                <a:close/>
              </a:path>
              <a:path w="5632450" h="1045845">
                <a:moveTo>
                  <a:pt x="5076825" y="7620"/>
                </a:moveTo>
                <a:lnTo>
                  <a:pt x="5046345" y="7620"/>
                </a:lnTo>
                <a:lnTo>
                  <a:pt x="5046345" y="0"/>
                </a:lnTo>
                <a:lnTo>
                  <a:pt x="5076825" y="0"/>
                </a:lnTo>
                <a:lnTo>
                  <a:pt x="5076825" y="7620"/>
                </a:lnTo>
                <a:close/>
              </a:path>
              <a:path w="5632450" h="1045845">
                <a:moveTo>
                  <a:pt x="5130165" y="7620"/>
                </a:moveTo>
                <a:lnTo>
                  <a:pt x="5099685" y="7620"/>
                </a:lnTo>
                <a:lnTo>
                  <a:pt x="5099685" y="0"/>
                </a:lnTo>
                <a:lnTo>
                  <a:pt x="5130165" y="0"/>
                </a:lnTo>
                <a:lnTo>
                  <a:pt x="5130165" y="7620"/>
                </a:lnTo>
                <a:close/>
              </a:path>
              <a:path w="5632450" h="1045845">
                <a:moveTo>
                  <a:pt x="5183505" y="7620"/>
                </a:moveTo>
                <a:lnTo>
                  <a:pt x="5153025" y="7620"/>
                </a:lnTo>
                <a:lnTo>
                  <a:pt x="5153025" y="0"/>
                </a:lnTo>
                <a:lnTo>
                  <a:pt x="5183505" y="0"/>
                </a:lnTo>
                <a:lnTo>
                  <a:pt x="5183505" y="7620"/>
                </a:lnTo>
                <a:close/>
              </a:path>
              <a:path w="5632450" h="1045845">
                <a:moveTo>
                  <a:pt x="5236845" y="7620"/>
                </a:moveTo>
                <a:lnTo>
                  <a:pt x="5206365" y="7620"/>
                </a:lnTo>
                <a:lnTo>
                  <a:pt x="5206365" y="0"/>
                </a:lnTo>
                <a:lnTo>
                  <a:pt x="5236845" y="0"/>
                </a:lnTo>
                <a:lnTo>
                  <a:pt x="5236845" y="7620"/>
                </a:lnTo>
                <a:close/>
              </a:path>
              <a:path w="5632450" h="1045845">
                <a:moveTo>
                  <a:pt x="5290185" y="7620"/>
                </a:moveTo>
                <a:lnTo>
                  <a:pt x="5259705" y="7620"/>
                </a:lnTo>
                <a:lnTo>
                  <a:pt x="5259705" y="0"/>
                </a:lnTo>
                <a:lnTo>
                  <a:pt x="5290185" y="0"/>
                </a:lnTo>
                <a:lnTo>
                  <a:pt x="5290185" y="7620"/>
                </a:lnTo>
                <a:close/>
              </a:path>
              <a:path w="5632450" h="1045845">
                <a:moveTo>
                  <a:pt x="5343525" y="7620"/>
                </a:moveTo>
                <a:lnTo>
                  <a:pt x="5313045" y="7620"/>
                </a:lnTo>
                <a:lnTo>
                  <a:pt x="5313045" y="0"/>
                </a:lnTo>
                <a:lnTo>
                  <a:pt x="5343525" y="0"/>
                </a:lnTo>
                <a:lnTo>
                  <a:pt x="5343525" y="7620"/>
                </a:lnTo>
                <a:close/>
              </a:path>
              <a:path w="5632450" h="1045845">
                <a:moveTo>
                  <a:pt x="5396865" y="7620"/>
                </a:moveTo>
                <a:lnTo>
                  <a:pt x="5366385" y="7620"/>
                </a:lnTo>
                <a:lnTo>
                  <a:pt x="5366385" y="0"/>
                </a:lnTo>
                <a:lnTo>
                  <a:pt x="5396865" y="0"/>
                </a:lnTo>
                <a:lnTo>
                  <a:pt x="5396865" y="7620"/>
                </a:lnTo>
                <a:close/>
              </a:path>
              <a:path w="5632450" h="1045845">
                <a:moveTo>
                  <a:pt x="5450205" y="7620"/>
                </a:moveTo>
                <a:lnTo>
                  <a:pt x="5419725" y="7620"/>
                </a:lnTo>
                <a:lnTo>
                  <a:pt x="5419725" y="0"/>
                </a:lnTo>
                <a:lnTo>
                  <a:pt x="5450205" y="0"/>
                </a:lnTo>
                <a:lnTo>
                  <a:pt x="5450205" y="7620"/>
                </a:lnTo>
                <a:close/>
              </a:path>
              <a:path w="5632450" h="1045845">
                <a:moveTo>
                  <a:pt x="5503545" y="7620"/>
                </a:moveTo>
                <a:lnTo>
                  <a:pt x="5473065" y="7620"/>
                </a:lnTo>
                <a:lnTo>
                  <a:pt x="5473065" y="0"/>
                </a:lnTo>
                <a:lnTo>
                  <a:pt x="5503545" y="0"/>
                </a:lnTo>
                <a:lnTo>
                  <a:pt x="5503545" y="7620"/>
                </a:lnTo>
                <a:close/>
              </a:path>
              <a:path w="5632450" h="1045845">
                <a:moveTo>
                  <a:pt x="5556885" y="7620"/>
                </a:moveTo>
                <a:lnTo>
                  <a:pt x="5526405" y="7620"/>
                </a:lnTo>
                <a:lnTo>
                  <a:pt x="5526405" y="0"/>
                </a:lnTo>
                <a:lnTo>
                  <a:pt x="5556885" y="0"/>
                </a:lnTo>
                <a:lnTo>
                  <a:pt x="5556885" y="7620"/>
                </a:lnTo>
                <a:close/>
              </a:path>
              <a:path w="5632450" h="1045845">
                <a:moveTo>
                  <a:pt x="5610225" y="7620"/>
                </a:moveTo>
                <a:lnTo>
                  <a:pt x="5579745" y="7620"/>
                </a:lnTo>
                <a:lnTo>
                  <a:pt x="5579745" y="0"/>
                </a:lnTo>
                <a:lnTo>
                  <a:pt x="5610225" y="0"/>
                </a:lnTo>
                <a:lnTo>
                  <a:pt x="5610225" y="7620"/>
                </a:lnTo>
                <a:close/>
              </a:path>
              <a:path w="5632450" h="1045845">
                <a:moveTo>
                  <a:pt x="5632450" y="38735"/>
                </a:moveTo>
                <a:lnTo>
                  <a:pt x="5624830" y="38735"/>
                </a:lnTo>
                <a:lnTo>
                  <a:pt x="5624830" y="8255"/>
                </a:lnTo>
                <a:lnTo>
                  <a:pt x="5632450" y="8255"/>
                </a:lnTo>
                <a:lnTo>
                  <a:pt x="5632450" y="38735"/>
                </a:lnTo>
                <a:close/>
              </a:path>
              <a:path w="5632450" h="1045845">
                <a:moveTo>
                  <a:pt x="5632450" y="92075"/>
                </a:moveTo>
                <a:lnTo>
                  <a:pt x="5624830" y="92075"/>
                </a:lnTo>
                <a:lnTo>
                  <a:pt x="5624830" y="61595"/>
                </a:lnTo>
                <a:lnTo>
                  <a:pt x="5632450" y="61595"/>
                </a:lnTo>
                <a:lnTo>
                  <a:pt x="5632450" y="92075"/>
                </a:lnTo>
                <a:close/>
              </a:path>
              <a:path w="5632450" h="1045845">
                <a:moveTo>
                  <a:pt x="5632450" y="145414"/>
                </a:moveTo>
                <a:lnTo>
                  <a:pt x="5624830" y="145414"/>
                </a:lnTo>
                <a:lnTo>
                  <a:pt x="5624830" y="114935"/>
                </a:lnTo>
                <a:lnTo>
                  <a:pt x="5632450" y="114935"/>
                </a:lnTo>
                <a:lnTo>
                  <a:pt x="5632450" y="145414"/>
                </a:lnTo>
                <a:close/>
              </a:path>
              <a:path w="5632450" h="1045845">
                <a:moveTo>
                  <a:pt x="5632450" y="198755"/>
                </a:moveTo>
                <a:lnTo>
                  <a:pt x="5624830" y="198755"/>
                </a:lnTo>
                <a:lnTo>
                  <a:pt x="5624830" y="168275"/>
                </a:lnTo>
                <a:lnTo>
                  <a:pt x="5632450" y="168275"/>
                </a:lnTo>
                <a:lnTo>
                  <a:pt x="5632450" y="198755"/>
                </a:lnTo>
                <a:close/>
              </a:path>
              <a:path w="5632450" h="1045845">
                <a:moveTo>
                  <a:pt x="5632450" y="252095"/>
                </a:moveTo>
                <a:lnTo>
                  <a:pt x="5624830" y="252095"/>
                </a:lnTo>
                <a:lnTo>
                  <a:pt x="5624830" y="221614"/>
                </a:lnTo>
                <a:lnTo>
                  <a:pt x="5632450" y="221614"/>
                </a:lnTo>
                <a:lnTo>
                  <a:pt x="5632450" y="252095"/>
                </a:lnTo>
                <a:close/>
              </a:path>
              <a:path w="5632450" h="1045845">
                <a:moveTo>
                  <a:pt x="5632450" y="305435"/>
                </a:moveTo>
                <a:lnTo>
                  <a:pt x="5624830" y="305435"/>
                </a:lnTo>
                <a:lnTo>
                  <a:pt x="5624830" y="274955"/>
                </a:lnTo>
                <a:lnTo>
                  <a:pt x="5632450" y="274955"/>
                </a:lnTo>
                <a:lnTo>
                  <a:pt x="5632450" y="305435"/>
                </a:lnTo>
                <a:close/>
              </a:path>
              <a:path w="5632450" h="1045845">
                <a:moveTo>
                  <a:pt x="5632450" y="358775"/>
                </a:moveTo>
                <a:lnTo>
                  <a:pt x="5624830" y="358775"/>
                </a:lnTo>
                <a:lnTo>
                  <a:pt x="5624830" y="328295"/>
                </a:lnTo>
                <a:lnTo>
                  <a:pt x="5632450" y="328295"/>
                </a:lnTo>
                <a:lnTo>
                  <a:pt x="5632450" y="358775"/>
                </a:lnTo>
                <a:close/>
              </a:path>
              <a:path w="5632450" h="1045845">
                <a:moveTo>
                  <a:pt x="5632450" y="412114"/>
                </a:moveTo>
                <a:lnTo>
                  <a:pt x="5624830" y="412114"/>
                </a:lnTo>
                <a:lnTo>
                  <a:pt x="5624830" y="381635"/>
                </a:lnTo>
                <a:lnTo>
                  <a:pt x="5632450" y="381635"/>
                </a:lnTo>
                <a:lnTo>
                  <a:pt x="5632450" y="412114"/>
                </a:lnTo>
                <a:close/>
              </a:path>
              <a:path w="5632450" h="1045845">
                <a:moveTo>
                  <a:pt x="5632450" y="465455"/>
                </a:moveTo>
                <a:lnTo>
                  <a:pt x="5624830" y="465455"/>
                </a:lnTo>
                <a:lnTo>
                  <a:pt x="5624830" y="434975"/>
                </a:lnTo>
                <a:lnTo>
                  <a:pt x="5632450" y="434975"/>
                </a:lnTo>
                <a:lnTo>
                  <a:pt x="5632450" y="465455"/>
                </a:lnTo>
                <a:close/>
              </a:path>
              <a:path w="5632450" h="1045845">
                <a:moveTo>
                  <a:pt x="5632450" y="518795"/>
                </a:moveTo>
                <a:lnTo>
                  <a:pt x="5624830" y="518795"/>
                </a:lnTo>
                <a:lnTo>
                  <a:pt x="5624830" y="488314"/>
                </a:lnTo>
                <a:lnTo>
                  <a:pt x="5632450" y="488314"/>
                </a:lnTo>
                <a:lnTo>
                  <a:pt x="5632450" y="518795"/>
                </a:lnTo>
                <a:close/>
              </a:path>
              <a:path w="5632450" h="1045845">
                <a:moveTo>
                  <a:pt x="5632450" y="572135"/>
                </a:moveTo>
                <a:lnTo>
                  <a:pt x="5624830" y="572135"/>
                </a:lnTo>
                <a:lnTo>
                  <a:pt x="5624830" y="541655"/>
                </a:lnTo>
                <a:lnTo>
                  <a:pt x="5632450" y="541655"/>
                </a:lnTo>
                <a:lnTo>
                  <a:pt x="5632450" y="572135"/>
                </a:lnTo>
                <a:close/>
              </a:path>
              <a:path w="5632450" h="1045845">
                <a:moveTo>
                  <a:pt x="5632450" y="625475"/>
                </a:moveTo>
                <a:lnTo>
                  <a:pt x="5624830" y="625475"/>
                </a:lnTo>
                <a:lnTo>
                  <a:pt x="5624830" y="594995"/>
                </a:lnTo>
                <a:lnTo>
                  <a:pt x="5632450" y="594995"/>
                </a:lnTo>
                <a:lnTo>
                  <a:pt x="5632450" y="625475"/>
                </a:lnTo>
                <a:close/>
              </a:path>
              <a:path w="5632450" h="1045845">
                <a:moveTo>
                  <a:pt x="5632450" y="678814"/>
                </a:moveTo>
                <a:lnTo>
                  <a:pt x="5624830" y="678814"/>
                </a:lnTo>
                <a:lnTo>
                  <a:pt x="5624830" y="648335"/>
                </a:lnTo>
                <a:lnTo>
                  <a:pt x="5632450" y="648335"/>
                </a:lnTo>
                <a:lnTo>
                  <a:pt x="5632450" y="678814"/>
                </a:lnTo>
                <a:close/>
              </a:path>
              <a:path w="5632450" h="1045845">
                <a:moveTo>
                  <a:pt x="5632450" y="732155"/>
                </a:moveTo>
                <a:lnTo>
                  <a:pt x="5624830" y="732155"/>
                </a:lnTo>
                <a:lnTo>
                  <a:pt x="5624830" y="701675"/>
                </a:lnTo>
                <a:lnTo>
                  <a:pt x="5632450" y="701675"/>
                </a:lnTo>
                <a:lnTo>
                  <a:pt x="5632450" y="732155"/>
                </a:lnTo>
                <a:close/>
              </a:path>
              <a:path w="5632450" h="1045845">
                <a:moveTo>
                  <a:pt x="5632450" y="785495"/>
                </a:moveTo>
                <a:lnTo>
                  <a:pt x="5624830" y="785495"/>
                </a:lnTo>
                <a:lnTo>
                  <a:pt x="5624830" y="755014"/>
                </a:lnTo>
                <a:lnTo>
                  <a:pt x="5632450" y="755014"/>
                </a:lnTo>
                <a:lnTo>
                  <a:pt x="5632450" y="785495"/>
                </a:lnTo>
                <a:close/>
              </a:path>
              <a:path w="5632450" h="1045845">
                <a:moveTo>
                  <a:pt x="5632450" y="838835"/>
                </a:moveTo>
                <a:lnTo>
                  <a:pt x="5624830" y="838835"/>
                </a:lnTo>
                <a:lnTo>
                  <a:pt x="5624830" y="808355"/>
                </a:lnTo>
                <a:lnTo>
                  <a:pt x="5632450" y="808355"/>
                </a:lnTo>
                <a:lnTo>
                  <a:pt x="5632450" y="838835"/>
                </a:lnTo>
                <a:close/>
              </a:path>
              <a:path w="5632450" h="1045845">
                <a:moveTo>
                  <a:pt x="5632450" y="892175"/>
                </a:moveTo>
                <a:lnTo>
                  <a:pt x="5624830" y="892175"/>
                </a:lnTo>
                <a:lnTo>
                  <a:pt x="5624830" y="861695"/>
                </a:lnTo>
                <a:lnTo>
                  <a:pt x="5632450" y="861695"/>
                </a:lnTo>
                <a:lnTo>
                  <a:pt x="5632450" y="892175"/>
                </a:lnTo>
                <a:close/>
              </a:path>
              <a:path w="5632450" h="1045845">
                <a:moveTo>
                  <a:pt x="5632450" y="945514"/>
                </a:moveTo>
                <a:lnTo>
                  <a:pt x="5624830" y="945514"/>
                </a:lnTo>
                <a:lnTo>
                  <a:pt x="5624830" y="915035"/>
                </a:lnTo>
                <a:lnTo>
                  <a:pt x="5632450" y="915035"/>
                </a:lnTo>
                <a:lnTo>
                  <a:pt x="5632450" y="945514"/>
                </a:lnTo>
                <a:close/>
              </a:path>
              <a:path w="5632450" h="1045845">
                <a:moveTo>
                  <a:pt x="5632450" y="998855"/>
                </a:moveTo>
                <a:lnTo>
                  <a:pt x="5624830" y="998855"/>
                </a:lnTo>
                <a:lnTo>
                  <a:pt x="5624830" y="968375"/>
                </a:lnTo>
                <a:lnTo>
                  <a:pt x="5632450" y="968375"/>
                </a:lnTo>
                <a:lnTo>
                  <a:pt x="5632450" y="998855"/>
                </a:lnTo>
                <a:close/>
              </a:path>
              <a:path w="5632450" h="1045845">
                <a:moveTo>
                  <a:pt x="5624830" y="1042035"/>
                </a:moveTo>
                <a:lnTo>
                  <a:pt x="5624830" y="1021714"/>
                </a:lnTo>
                <a:lnTo>
                  <a:pt x="5632450" y="1021714"/>
                </a:lnTo>
                <a:lnTo>
                  <a:pt x="5632450" y="1038225"/>
                </a:lnTo>
                <a:lnTo>
                  <a:pt x="5628640" y="1038225"/>
                </a:lnTo>
                <a:lnTo>
                  <a:pt x="5624830" y="1042035"/>
                </a:lnTo>
                <a:close/>
              </a:path>
              <a:path w="5632450" h="1045845">
                <a:moveTo>
                  <a:pt x="5632450" y="1045845"/>
                </a:moveTo>
                <a:lnTo>
                  <a:pt x="5618480" y="1045845"/>
                </a:lnTo>
                <a:lnTo>
                  <a:pt x="5618480" y="1038225"/>
                </a:lnTo>
                <a:lnTo>
                  <a:pt x="5624830" y="1038225"/>
                </a:lnTo>
                <a:lnTo>
                  <a:pt x="5624830" y="1042035"/>
                </a:lnTo>
                <a:lnTo>
                  <a:pt x="5632450" y="1042035"/>
                </a:lnTo>
                <a:lnTo>
                  <a:pt x="5632450" y="1045845"/>
                </a:lnTo>
                <a:close/>
              </a:path>
              <a:path w="5632450" h="1045845">
                <a:moveTo>
                  <a:pt x="5632450" y="1042035"/>
                </a:moveTo>
                <a:lnTo>
                  <a:pt x="5624830" y="1042035"/>
                </a:lnTo>
                <a:lnTo>
                  <a:pt x="5628640" y="1038225"/>
                </a:lnTo>
                <a:lnTo>
                  <a:pt x="5632450" y="1038225"/>
                </a:lnTo>
                <a:lnTo>
                  <a:pt x="5632450" y="1042035"/>
                </a:lnTo>
                <a:close/>
              </a:path>
              <a:path w="5632450" h="1045845">
                <a:moveTo>
                  <a:pt x="5595620" y="1045845"/>
                </a:moveTo>
                <a:lnTo>
                  <a:pt x="5565140" y="1045845"/>
                </a:lnTo>
                <a:lnTo>
                  <a:pt x="5565140" y="1038225"/>
                </a:lnTo>
                <a:lnTo>
                  <a:pt x="5595620" y="1038225"/>
                </a:lnTo>
                <a:lnTo>
                  <a:pt x="5595620" y="1045845"/>
                </a:lnTo>
                <a:close/>
              </a:path>
              <a:path w="5632450" h="1045845">
                <a:moveTo>
                  <a:pt x="5542280" y="1045845"/>
                </a:moveTo>
                <a:lnTo>
                  <a:pt x="5511800" y="1045845"/>
                </a:lnTo>
                <a:lnTo>
                  <a:pt x="5511800" y="1038225"/>
                </a:lnTo>
                <a:lnTo>
                  <a:pt x="5542280" y="1038225"/>
                </a:lnTo>
                <a:lnTo>
                  <a:pt x="5542280" y="1045845"/>
                </a:lnTo>
                <a:close/>
              </a:path>
              <a:path w="5632450" h="1045845">
                <a:moveTo>
                  <a:pt x="5488940" y="1045845"/>
                </a:moveTo>
                <a:lnTo>
                  <a:pt x="5458460" y="1045845"/>
                </a:lnTo>
                <a:lnTo>
                  <a:pt x="5458460" y="1038225"/>
                </a:lnTo>
                <a:lnTo>
                  <a:pt x="5488940" y="1038225"/>
                </a:lnTo>
                <a:lnTo>
                  <a:pt x="5488940" y="1045845"/>
                </a:lnTo>
                <a:close/>
              </a:path>
              <a:path w="5632450" h="1045845">
                <a:moveTo>
                  <a:pt x="5435600" y="1045845"/>
                </a:moveTo>
                <a:lnTo>
                  <a:pt x="5405120" y="1045845"/>
                </a:lnTo>
                <a:lnTo>
                  <a:pt x="5405120" y="1038225"/>
                </a:lnTo>
                <a:lnTo>
                  <a:pt x="5435600" y="1038225"/>
                </a:lnTo>
                <a:lnTo>
                  <a:pt x="5435600" y="1045845"/>
                </a:lnTo>
                <a:close/>
              </a:path>
              <a:path w="5632450" h="1045845">
                <a:moveTo>
                  <a:pt x="5382260" y="1045845"/>
                </a:moveTo>
                <a:lnTo>
                  <a:pt x="5351780" y="1045845"/>
                </a:lnTo>
                <a:lnTo>
                  <a:pt x="5351780" y="1038225"/>
                </a:lnTo>
                <a:lnTo>
                  <a:pt x="5382260" y="1038225"/>
                </a:lnTo>
                <a:lnTo>
                  <a:pt x="5382260" y="1045845"/>
                </a:lnTo>
                <a:close/>
              </a:path>
              <a:path w="5632450" h="1045845">
                <a:moveTo>
                  <a:pt x="5328920" y="1045845"/>
                </a:moveTo>
                <a:lnTo>
                  <a:pt x="5298440" y="1045845"/>
                </a:lnTo>
                <a:lnTo>
                  <a:pt x="5298440" y="1038225"/>
                </a:lnTo>
                <a:lnTo>
                  <a:pt x="5328920" y="1038225"/>
                </a:lnTo>
                <a:lnTo>
                  <a:pt x="5328920" y="1045845"/>
                </a:lnTo>
                <a:close/>
              </a:path>
              <a:path w="5632450" h="1045845">
                <a:moveTo>
                  <a:pt x="5275580" y="1045845"/>
                </a:moveTo>
                <a:lnTo>
                  <a:pt x="5245100" y="1045845"/>
                </a:lnTo>
                <a:lnTo>
                  <a:pt x="5245100" y="1038225"/>
                </a:lnTo>
                <a:lnTo>
                  <a:pt x="5275580" y="1038225"/>
                </a:lnTo>
                <a:lnTo>
                  <a:pt x="5275580" y="1045845"/>
                </a:lnTo>
                <a:close/>
              </a:path>
              <a:path w="5632450" h="1045845">
                <a:moveTo>
                  <a:pt x="5222240" y="1045845"/>
                </a:moveTo>
                <a:lnTo>
                  <a:pt x="5191760" y="1045845"/>
                </a:lnTo>
                <a:lnTo>
                  <a:pt x="5191760" y="1038225"/>
                </a:lnTo>
                <a:lnTo>
                  <a:pt x="5222240" y="1038225"/>
                </a:lnTo>
                <a:lnTo>
                  <a:pt x="5222240" y="1045845"/>
                </a:lnTo>
                <a:close/>
              </a:path>
              <a:path w="5632450" h="1045845">
                <a:moveTo>
                  <a:pt x="5168900" y="1045845"/>
                </a:moveTo>
                <a:lnTo>
                  <a:pt x="5138420" y="1045845"/>
                </a:lnTo>
                <a:lnTo>
                  <a:pt x="5138420" y="1038225"/>
                </a:lnTo>
                <a:lnTo>
                  <a:pt x="5168900" y="1038225"/>
                </a:lnTo>
                <a:lnTo>
                  <a:pt x="5168900" y="1045845"/>
                </a:lnTo>
                <a:close/>
              </a:path>
              <a:path w="5632450" h="1045845">
                <a:moveTo>
                  <a:pt x="5115560" y="1045845"/>
                </a:moveTo>
                <a:lnTo>
                  <a:pt x="5085080" y="1045845"/>
                </a:lnTo>
                <a:lnTo>
                  <a:pt x="5085080" y="1038225"/>
                </a:lnTo>
                <a:lnTo>
                  <a:pt x="5115560" y="1038225"/>
                </a:lnTo>
                <a:lnTo>
                  <a:pt x="5115560" y="1045845"/>
                </a:lnTo>
                <a:close/>
              </a:path>
              <a:path w="5632450" h="1045845">
                <a:moveTo>
                  <a:pt x="5062220" y="1045845"/>
                </a:moveTo>
                <a:lnTo>
                  <a:pt x="5031740" y="1045845"/>
                </a:lnTo>
                <a:lnTo>
                  <a:pt x="5031740" y="1038225"/>
                </a:lnTo>
                <a:lnTo>
                  <a:pt x="5062220" y="1038225"/>
                </a:lnTo>
                <a:lnTo>
                  <a:pt x="5062220" y="1045845"/>
                </a:lnTo>
                <a:close/>
              </a:path>
              <a:path w="5632450" h="1045845">
                <a:moveTo>
                  <a:pt x="5008880" y="1045845"/>
                </a:moveTo>
                <a:lnTo>
                  <a:pt x="4978400" y="1045845"/>
                </a:lnTo>
                <a:lnTo>
                  <a:pt x="4978400" y="1038225"/>
                </a:lnTo>
                <a:lnTo>
                  <a:pt x="5008880" y="1038225"/>
                </a:lnTo>
                <a:lnTo>
                  <a:pt x="5008880" y="1045845"/>
                </a:lnTo>
                <a:close/>
              </a:path>
              <a:path w="5632450" h="1045845">
                <a:moveTo>
                  <a:pt x="4955540" y="1045845"/>
                </a:moveTo>
                <a:lnTo>
                  <a:pt x="4925060" y="1045845"/>
                </a:lnTo>
                <a:lnTo>
                  <a:pt x="4925060" y="1038225"/>
                </a:lnTo>
                <a:lnTo>
                  <a:pt x="4955540" y="1038225"/>
                </a:lnTo>
                <a:lnTo>
                  <a:pt x="4955540" y="1045845"/>
                </a:lnTo>
                <a:close/>
              </a:path>
              <a:path w="5632450" h="1045845">
                <a:moveTo>
                  <a:pt x="4902200" y="1045845"/>
                </a:moveTo>
                <a:lnTo>
                  <a:pt x="4871720" y="1045845"/>
                </a:lnTo>
                <a:lnTo>
                  <a:pt x="4871720" y="1038225"/>
                </a:lnTo>
                <a:lnTo>
                  <a:pt x="4902200" y="1038225"/>
                </a:lnTo>
                <a:lnTo>
                  <a:pt x="4902200" y="1045845"/>
                </a:lnTo>
                <a:close/>
              </a:path>
              <a:path w="5632450" h="1045845">
                <a:moveTo>
                  <a:pt x="4848860" y="1045845"/>
                </a:moveTo>
                <a:lnTo>
                  <a:pt x="4818380" y="1045845"/>
                </a:lnTo>
                <a:lnTo>
                  <a:pt x="4818380" y="1038225"/>
                </a:lnTo>
                <a:lnTo>
                  <a:pt x="4848860" y="1038225"/>
                </a:lnTo>
                <a:lnTo>
                  <a:pt x="4848860" y="1045845"/>
                </a:lnTo>
                <a:close/>
              </a:path>
              <a:path w="5632450" h="1045845">
                <a:moveTo>
                  <a:pt x="4795520" y="1045845"/>
                </a:moveTo>
                <a:lnTo>
                  <a:pt x="4765040" y="1045845"/>
                </a:lnTo>
                <a:lnTo>
                  <a:pt x="4765040" y="1038225"/>
                </a:lnTo>
                <a:lnTo>
                  <a:pt x="4795520" y="1038225"/>
                </a:lnTo>
                <a:lnTo>
                  <a:pt x="4795520" y="1045845"/>
                </a:lnTo>
                <a:close/>
              </a:path>
              <a:path w="5632450" h="1045845">
                <a:moveTo>
                  <a:pt x="4742180" y="1045845"/>
                </a:moveTo>
                <a:lnTo>
                  <a:pt x="4711700" y="1045845"/>
                </a:lnTo>
                <a:lnTo>
                  <a:pt x="4711700" y="1038225"/>
                </a:lnTo>
                <a:lnTo>
                  <a:pt x="4742180" y="1038225"/>
                </a:lnTo>
                <a:lnTo>
                  <a:pt x="4742180" y="1045845"/>
                </a:lnTo>
                <a:close/>
              </a:path>
              <a:path w="5632450" h="1045845">
                <a:moveTo>
                  <a:pt x="4688840" y="1045845"/>
                </a:moveTo>
                <a:lnTo>
                  <a:pt x="4658360" y="1045845"/>
                </a:lnTo>
                <a:lnTo>
                  <a:pt x="4658360" y="1038225"/>
                </a:lnTo>
                <a:lnTo>
                  <a:pt x="4688840" y="1038225"/>
                </a:lnTo>
                <a:lnTo>
                  <a:pt x="4688840" y="1045845"/>
                </a:lnTo>
                <a:close/>
              </a:path>
              <a:path w="5632450" h="1045845">
                <a:moveTo>
                  <a:pt x="4635500" y="1045845"/>
                </a:moveTo>
                <a:lnTo>
                  <a:pt x="4605020" y="1045845"/>
                </a:lnTo>
                <a:lnTo>
                  <a:pt x="4605020" y="1038225"/>
                </a:lnTo>
                <a:lnTo>
                  <a:pt x="4635500" y="1038225"/>
                </a:lnTo>
                <a:lnTo>
                  <a:pt x="4635500" y="1045845"/>
                </a:lnTo>
                <a:close/>
              </a:path>
              <a:path w="5632450" h="1045845">
                <a:moveTo>
                  <a:pt x="4582160" y="1045845"/>
                </a:moveTo>
                <a:lnTo>
                  <a:pt x="4551680" y="1045845"/>
                </a:lnTo>
                <a:lnTo>
                  <a:pt x="4551680" y="1038225"/>
                </a:lnTo>
                <a:lnTo>
                  <a:pt x="4582160" y="1038225"/>
                </a:lnTo>
                <a:lnTo>
                  <a:pt x="4582160" y="1045845"/>
                </a:lnTo>
                <a:close/>
              </a:path>
              <a:path w="5632450" h="1045845">
                <a:moveTo>
                  <a:pt x="4528820" y="1045845"/>
                </a:moveTo>
                <a:lnTo>
                  <a:pt x="4498340" y="1045845"/>
                </a:lnTo>
                <a:lnTo>
                  <a:pt x="4498340" y="1038225"/>
                </a:lnTo>
                <a:lnTo>
                  <a:pt x="4528820" y="1038225"/>
                </a:lnTo>
                <a:lnTo>
                  <a:pt x="4528820" y="1045845"/>
                </a:lnTo>
                <a:close/>
              </a:path>
              <a:path w="5632450" h="1045845">
                <a:moveTo>
                  <a:pt x="4475480" y="1045845"/>
                </a:moveTo>
                <a:lnTo>
                  <a:pt x="4445000" y="1045845"/>
                </a:lnTo>
                <a:lnTo>
                  <a:pt x="4445000" y="1038225"/>
                </a:lnTo>
                <a:lnTo>
                  <a:pt x="4475480" y="1038225"/>
                </a:lnTo>
                <a:lnTo>
                  <a:pt x="4475480" y="1045845"/>
                </a:lnTo>
                <a:close/>
              </a:path>
              <a:path w="5632450" h="1045845">
                <a:moveTo>
                  <a:pt x="4422140" y="1045845"/>
                </a:moveTo>
                <a:lnTo>
                  <a:pt x="4391660" y="1045845"/>
                </a:lnTo>
                <a:lnTo>
                  <a:pt x="4391660" y="1038225"/>
                </a:lnTo>
                <a:lnTo>
                  <a:pt x="4422140" y="1038225"/>
                </a:lnTo>
                <a:lnTo>
                  <a:pt x="4422140" y="1045845"/>
                </a:lnTo>
                <a:close/>
              </a:path>
              <a:path w="5632450" h="1045845">
                <a:moveTo>
                  <a:pt x="4368800" y="1045845"/>
                </a:moveTo>
                <a:lnTo>
                  <a:pt x="4338320" y="1045845"/>
                </a:lnTo>
                <a:lnTo>
                  <a:pt x="4338320" y="1038225"/>
                </a:lnTo>
                <a:lnTo>
                  <a:pt x="4368800" y="1038225"/>
                </a:lnTo>
                <a:lnTo>
                  <a:pt x="4368800" y="1045845"/>
                </a:lnTo>
                <a:close/>
              </a:path>
              <a:path w="5632450" h="1045845">
                <a:moveTo>
                  <a:pt x="4315460" y="1045845"/>
                </a:moveTo>
                <a:lnTo>
                  <a:pt x="4284980" y="1045845"/>
                </a:lnTo>
                <a:lnTo>
                  <a:pt x="4284980" y="1038225"/>
                </a:lnTo>
                <a:lnTo>
                  <a:pt x="4315460" y="1038225"/>
                </a:lnTo>
                <a:lnTo>
                  <a:pt x="4315460" y="1045845"/>
                </a:lnTo>
                <a:close/>
              </a:path>
              <a:path w="5632450" h="1045845">
                <a:moveTo>
                  <a:pt x="4262120" y="1045845"/>
                </a:moveTo>
                <a:lnTo>
                  <a:pt x="4231640" y="1045845"/>
                </a:lnTo>
                <a:lnTo>
                  <a:pt x="4231640" y="1038225"/>
                </a:lnTo>
                <a:lnTo>
                  <a:pt x="4262120" y="1038225"/>
                </a:lnTo>
                <a:lnTo>
                  <a:pt x="4262120" y="1045845"/>
                </a:lnTo>
                <a:close/>
              </a:path>
              <a:path w="5632450" h="1045845">
                <a:moveTo>
                  <a:pt x="4208780" y="1045845"/>
                </a:moveTo>
                <a:lnTo>
                  <a:pt x="4178300" y="1045845"/>
                </a:lnTo>
                <a:lnTo>
                  <a:pt x="4178300" y="1038225"/>
                </a:lnTo>
                <a:lnTo>
                  <a:pt x="4208780" y="1038225"/>
                </a:lnTo>
                <a:lnTo>
                  <a:pt x="4208780" y="1045845"/>
                </a:lnTo>
                <a:close/>
              </a:path>
              <a:path w="5632450" h="1045845">
                <a:moveTo>
                  <a:pt x="4155440" y="1045845"/>
                </a:moveTo>
                <a:lnTo>
                  <a:pt x="4124960" y="1045845"/>
                </a:lnTo>
                <a:lnTo>
                  <a:pt x="4124960" y="1038225"/>
                </a:lnTo>
                <a:lnTo>
                  <a:pt x="4155440" y="1038225"/>
                </a:lnTo>
                <a:lnTo>
                  <a:pt x="4155440" y="1045845"/>
                </a:lnTo>
                <a:close/>
              </a:path>
              <a:path w="5632450" h="1045845">
                <a:moveTo>
                  <a:pt x="4102100" y="1045845"/>
                </a:moveTo>
                <a:lnTo>
                  <a:pt x="4071620" y="1045845"/>
                </a:lnTo>
                <a:lnTo>
                  <a:pt x="4071620" y="1038225"/>
                </a:lnTo>
                <a:lnTo>
                  <a:pt x="4102100" y="1038225"/>
                </a:lnTo>
                <a:lnTo>
                  <a:pt x="4102100" y="1045845"/>
                </a:lnTo>
                <a:close/>
              </a:path>
              <a:path w="5632450" h="1045845">
                <a:moveTo>
                  <a:pt x="4048760" y="1045845"/>
                </a:moveTo>
                <a:lnTo>
                  <a:pt x="4018280" y="1045845"/>
                </a:lnTo>
                <a:lnTo>
                  <a:pt x="4018280" y="1038225"/>
                </a:lnTo>
                <a:lnTo>
                  <a:pt x="4048760" y="1038225"/>
                </a:lnTo>
                <a:lnTo>
                  <a:pt x="4048760" y="1045845"/>
                </a:lnTo>
                <a:close/>
              </a:path>
              <a:path w="5632450" h="1045845">
                <a:moveTo>
                  <a:pt x="3995420" y="1045845"/>
                </a:moveTo>
                <a:lnTo>
                  <a:pt x="3964940" y="1045845"/>
                </a:lnTo>
                <a:lnTo>
                  <a:pt x="3964940" y="1038225"/>
                </a:lnTo>
                <a:lnTo>
                  <a:pt x="3995420" y="1038225"/>
                </a:lnTo>
                <a:lnTo>
                  <a:pt x="3995420" y="1045845"/>
                </a:lnTo>
                <a:close/>
              </a:path>
              <a:path w="5632450" h="1045845">
                <a:moveTo>
                  <a:pt x="3942080" y="1045845"/>
                </a:moveTo>
                <a:lnTo>
                  <a:pt x="3911600" y="1045845"/>
                </a:lnTo>
                <a:lnTo>
                  <a:pt x="3911600" y="1038225"/>
                </a:lnTo>
                <a:lnTo>
                  <a:pt x="3942080" y="1038225"/>
                </a:lnTo>
                <a:lnTo>
                  <a:pt x="3942080" y="1045845"/>
                </a:lnTo>
                <a:close/>
              </a:path>
              <a:path w="5632450" h="1045845">
                <a:moveTo>
                  <a:pt x="3888740" y="1045845"/>
                </a:moveTo>
                <a:lnTo>
                  <a:pt x="3858260" y="1045845"/>
                </a:lnTo>
                <a:lnTo>
                  <a:pt x="3858260" y="1038225"/>
                </a:lnTo>
                <a:lnTo>
                  <a:pt x="3888740" y="1038225"/>
                </a:lnTo>
                <a:lnTo>
                  <a:pt x="3888740" y="1045845"/>
                </a:lnTo>
                <a:close/>
              </a:path>
              <a:path w="5632450" h="1045845">
                <a:moveTo>
                  <a:pt x="3835400" y="1045845"/>
                </a:moveTo>
                <a:lnTo>
                  <a:pt x="3804920" y="1045845"/>
                </a:lnTo>
                <a:lnTo>
                  <a:pt x="3804920" y="1038225"/>
                </a:lnTo>
                <a:lnTo>
                  <a:pt x="3835400" y="1038225"/>
                </a:lnTo>
                <a:lnTo>
                  <a:pt x="3835400" y="1045845"/>
                </a:lnTo>
                <a:close/>
              </a:path>
              <a:path w="5632450" h="1045845">
                <a:moveTo>
                  <a:pt x="3782060" y="1045845"/>
                </a:moveTo>
                <a:lnTo>
                  <a:pt x="3751580" y="1045845"/>
                </a:lnTo>
                <a:lnTo>
                  <a:pt x="3751580" y="1038225"/>
                </a:lnTo>
                <a:lnTo>
                  <a:pt x="3782060" y="1038225"/>
                </a:lnTo>
                <a:lnTo>
                  <a:pt x="3782060" y="1045845"/>
                </a:lnTo>
                <a:close/>
              </a:path>
              <a:path w="5632450" h="1045845">
                <a:moveTo>
                  <a:pt x="3728720" y="1045845"/>
                </a:moveTo>
                <a:lnTo>
                  <a:pt x="3698240" y="1045845"/>
                </a:lnTo>
                <a:lnTo>
                  <a:pt x="3698240" y="1038225"/>
                </a:lnTo>
                <a:lnTo>
                  <a:pt x="3728720" y="1038225"/>
                </a:lnTo>
                <a:lnTo>
                  <a:pt x="3728720" y="1045845"/>
                </a:lnTo>
                <a:close/>
              </a:path>
              <a:path w="5632450" h="1045845">
                <a:moveTo>
                  <a:pt x="3675380" y="1045845"/>
                </a:moveTo>
                <a:lnTo>
                  <a:pt x="3644900" y="1045845"/>
                </a:lnTo>
                <a:lnTo>
                  <a:pt x="3644900" y="1038225"/>
                </a:lnTo>
                <a:lnTo>
                  <a:pt x="3675380" y="1038225"/>
                </a:lnTo>
                <a:lnTo>
                  <a:pt x="3675380" y="1045845"/>
                </a:lnTo>
                <a:close/>
              </a:path>
              <a:path w="5632450" h="1045845">
                <a:moveTo>
                  <a:pt x="3622040" y="1045845"/>
                </a:moveTo>
                <a:lnTo>
                  <a:pt x="3591560" y="1045845"/>
                </a:lnTo>
                <a:lnTo>
                  <a:pt x="3591560" y="1038225"/>
                </a:lnTo>
                <a:lnTo>
                  <a:pt x="3622040" y="1038225"/>
                </a:lnTo>
                <a:lnTo>
                  <a:pt x="3622040" y="1045845"/>
                </a:lnTo>
                <a:close/>
              </a:path>
              <a:path w="5632450" h="1045845">
                <a:moveTo>
                  <a:pt x="3568700" y="1045845"/>
                </a:moveTo>
                <a:lnTo>
                  <a:pt x="3538220" y="1045845"/>
                </a:lnTo>
                <a:lnTo>
                  <a:pt x="3538220" y="1038225"/>
                </a:lnTo>
                <a:lnTo>
                  <a:pt x="3568700" y="1038225"/>
                </a:lnTo>
                <a:lnTo>
                  <a:pt x="3568700" y="1045845"/>
                </a:lnTo>
                <a:close/>
              </a:path>
              <a:path w="5632450" h="1045845">
                <a:moveTo>
                  <a:pt x="3515360" y="1045845"/>
                </a:moveTo>
                <a:lnTo>
                  <a:pt x="3484880" y="1045845"/>
                </a:lnTo>
                <a:lnTo>
                  <a:pt x="3484880" y="1038225"/>
                </a:lnTo>
                <a:lnTo>
                  <a:pt x="3515360" y="1038225"/>
                </a:lnTo>
                <a:lnTo>
                  <a:pt x="3515360" y="1045845"/>
                </a:lnTo>
                <a:close/>
              </a:path>
              <a:path w="5632450" h="1045845">
                <a:moveTo>
                  <a:pt x="3462020" y="1045845"/>
                </a:moveTo>
                <a:lnTo>
                  <a:pt x="3431540" y="1045845"/>
                </a:lnTo>
                <a:lnTo>
                  <a:pt x="3431540" y="1038225"/>
                </a:lnTo>
                <a:lnTo>
                  <a:pt x="3462020" y="1038225"/>
                </a:lnTo>
                <a:lnTo>
                  <a:pt x="3462020" y="1045845"/>
                </a:lnTo>
                <a:close/>
              </a:path>
              <a:path w="5632450" h="1045845">
                <a:moveTo>
                  <a:pt x="3408680" y="1045845"/>
                </a:moveTo>
                <a:lnTo>
                  <a:pt x="3378200" y="1045845"/>
                </a:lnTo>
                <a:lnTo>
                  <a:pt x="3378200" y="1038225"/>
                </a:lnTo>
                <a:lnTo>
                  <a:pt x="3408680" y="1038225"/>
                </a:lnTo>
                <a:lnTo>
                  <a:pt x="3408680" y="1045845"/>
                </a:lnTo>
                <a:close/>
              </a:path>
              <a:path w="5632450" h="1045845">
                <a:moveTo>
                  <a:pt x="3355340" y="1045845"/>
                </a:moveTo>
                <a:lnTo>
                  <a:pt x="3324860" y="1045845"/>
                </a:lnTo>
                <a:lnTo>
                  <a:pt x="3324860" y="1038225"/>
                </a:lnTo>
                <a:lnTo>
                  <a:pt x="3355340" y="1038225"/>
                </a:lnTo>
                <a:lnTo>
                  <a:pt x="3355340" y="1045845"/>
                </a:lnTo>
                <a:close/>
              </a:path>
              <a:path w="5632450" h="1045845">
                <a:moveTo>
                  <a:pt x="3302000" y="1045845"/>
                </a:moveTo>
                <a:lnTo>
                  <a:pt x="3271520" y="1045845"/>
                </a:lnTo>
                <a:lnTo>
                  <a:pt x="3271520" y="1038225"/>
                </a:lnTo>
                <a:lnTo>
                  <a:pt x="3302000" y="1038225"/>
                </a:lnTo>
                <a:lnTo>
                  <a:pt x="3302000" y="1045845"/>
                </a:lnTo>
                <a:close/>
              </a:path>
              <a:path w="5632450" h="1045845">
                <a:moveTo>
                  <a:pt x="3248660" y="1045845"/>
                </a:moveTo>
                <a:lnTo>
                  <a:pt x="3218180" y="1045845"/>
                </a:lnTo>
                <a:lnTo>
                  <a:pt x="3218180" y="1038225"/>
                </a:lnTo>
                <a:lnTo>
                  <a:pt x="3248660" y="1038225"/>
                </a:lnTo>
                <a:lnTo>
                  <a:pt x="3248660" y="1045845"/>
                </a:lnTo>
                <a:close/>
              </a:path>
              <a:path w="5632450" h="1045845">
                <a:moveTo>
                  <a:pt x="3195320" y="1045845"/>
                </a:moveTo>
                <a:lnTo>
                  <a:pt x="3164840" y="1045845"/>
                </a:lnTo>
                <a:lnTo>
                  <a:pt x="3164840" y="1038225"/>
                </a:lnTo>
                <a:lnTo>
                  <a:pt x="3195320" y="1038225"/>
                </a:lnTo>
                <a:lnTo>
                  <a:pt x="3195320" y="1045845"/>
                </a:lnTo>
                <a:close/>
              </a:path>
              <a:path w="5632450" h="1045845">
                <a:moveTo>
                  <a:pt x="3141980" y="1045845"/>
                </a:moveTo>
                <a:lnTo>
                  <a:pt x="3111500" y="1045845"/>
                </a:lnTo>
                <a:lnTo>
                  <a:pt x="3111500" y="1038225"/>
                </a:lnTo>
                <a:lnTo>
                  <a:pt x="3141980" y="1038225"/>
                </a:lnTo>
                <a:lnTo>
                  <a:pt x="3141980" y="1045845"/>
                </a:lnTo>
                <a:close/>
              </a:path>
              <a:path w="5632450" h="1045845">
                <a:moveTo>
                  <a:pt x="3088640" y="1045845"/>
                </a:moveTo>
                <a:lnTo>
                  <a:pt x="3058160" y="1045845"/>
                </a:lnTo>
                <a:lnTo>
                  <a:pt x="3058160" y="1038225"/>
                </a:lnTo>
                <a:lnTo>
                  <a:pt x="3088640" y="1038225"/>
                </a:lnTo>
                <a:lnTo>
                  <a:pt x="3088640" y="1045845"/>
                </a:lnTo>
                <a:close/>
              </a:path>
              <a:path w="5632450" h="1045845">
                <a:moveTo>
                  <a:pt x="3035300" y="1045845"/>
                </a:moveTo>
                <a:lnTo>
                  <a:pt x="3004820" y="1045845"/>
                </a:lnTo>
                <a:lnTo>
                  <a:pt x="3004820" y="1038225"/>
                </a:lnTo>
                <a:lnTo>
                  <a:pt x="3035300" y="1038225"/>
                </a:lnTo>
                <a:lnTo>
                  <a:pt x="3035300" y="1045845"/>
                </a:lnTo>
                <a:close/>
              </a:path>
              <a:path w="5632450" h="1045845">
                <a:moveTo>
                  <a:pt x="2981960" y="1045845"/>
                </a:moveTo>
                <a:lnTo>
                  <a:pt x="2951480" y="1045845"/>
                </a:lnTo>
                <a:lnTo>
                  <a:pt x="2951480" y="1038225"/>
                </a:lnTo>
                <a:lnTo>
                  <a:pt x="2981960" y="1038225"/>
                </a:lnTo>
                <a:lnTo>
                  <a:pt x="2981960" y="1045845"/>
                </a:lnTo>
                <a:close/>
              </a:path>
              <a:path w="5632450" h="1045845">
                <a:moveTo>
                  <a:pt x="2928620" y="1045845"/>
                </a:moveTo>
                <a:lnTo>
                  <a:pt x="2898140" y="1045845"/>
                </a:lnTo>
                <a:lnTo>
                  <a:pt x="2898140" y="1038225"/>
                </a:lnTo>
                <a:lnTo>
                  <a:pt x="2928620" y="1038225"/>
                </a:lnTo>
                <a:lnTo>
                  <a:pt x="2928620" y="1045845"/>
                </a:lnTo>
                <a:close/>
              </a:path>
              <a:path w="5632450" h="1045845">
                <a:moveTo>
                  <a:pt x="2875280" y="1045845"/>
                </a:moveTo>
                <a:lnTo>
                  <a:pt x="2844800" y="1045845"/>
                </a:lnTo>
                <a:lnTo>
                  <a:pt x="2844800" y="1038225"/>
                </a:lnTo>
                <a:lnTo>
                  <a:pt x="2875280" y="1038225"/>
                </a:lnTo>
                <a:lnTo>
                  <a:pt x="2875280" y="1045845"/>
                </a:lnTo>
                <a:close/>
              </a:path>
              <a:path w="5632450" h="1045845">
                <a:moveTo>
                  <a:pt x="2821940" y="1045845"/>
                </a:moveTo>
                <a:lnTo>
                  <a:pt x="2791460" y="1045845"/>
                </a:lnTo>
                <a:lnTo>
                  <a:pt x="2791460" y="1038225"/>
                </a:lnTo>
                <a:lnTo>
                  <a:pt x="2821940" y="1038225"/>
                </a:lnTo>
                <a:lnTo>
                  <a:pt x="2821940" y="1045845"/>
                </a:lnTo>
                <a:close/>
              </a:path>
              <a:path w="5632450" h="1045845">
                <a:moveTo>
                  <a:pt x="2768600" y="1045845"/>
                </a:moveTo>
                <a:lnTo>
                  <a:pt x="2738120" y="1045845"/>
                </a:lnTo>
                <a:lnTo>
                  <a:pt x="2738120" y="1038225"/>
                </a:lnTo>
                <a:lnTo>
                  <a:pt x="2768600" y="1038225"/>
                </a:lnTo>
                <a:lnTo>
                  <a:pt x="2768600" y="1045845"/>
                </a:lnTo>
                <a:close/>
              </a:path>
              <a:path w="5632450" h="1045845">
                <a:moveTo>
                  <a:pt x="2715260" y="1045845"/>
                </a:moveTo>
                <a:lnTo>
                  <a:pt x="2684779" y="1045845"/>
                </a:lnTo>
                <a:lnTo>
                  <a:pt x="2684779" y="1038225"/>
                </a:lnTo>
                <a:lnTo>
                  <a:pt x="2715260" y="1038225"/>
                </a:lnTo>
                <a:lnTo>
                  <a:pt x="2715260" y="1045845"/>
                </a:lnTo>
                <a:close/>
              </a:path>
              <a:path w="5632450" h="1045845">
                <a:moveTo>
                  <a:pt x="2661920" y="1045845"/>
                </a:moveTo>
                <a:lnTo>
                  <a:pt x="2631440" y="1045845"/>
                </a:lnTo>
                <a:lnTo>
                  <a:pt x="2631440" y="1038225"/>
                </a:lnTo>
                <a:lnTo>
                  <a:pt x="2661920" y="1038225"/>
                </a:lnTo>
                <a:lnTo>
                  <a:pt x="2661920" y="1045845"/>
                </a:lnTo>
                <a:close/>
              </a:path>
              <a:path w="5632450" h="1045845">
                <a:moveTo>
                  <a:pt x="2608579" y="1045845"/>
                </a:moveTo>
                <a:lnTo>
                  <a:pt x="2578100" y="1045845"/>
                </a:lnTo>
                <a:lnTo>
                  <a:pt x="2578100" y="1038225"/>
                </a:lnTo>
                <a:lnTo>
                  <a:pt x="2608579" y="1038225"/>
                </a:lnTo>
                <a:lnTo>
                  <a:pt x="2608579" y="1045845"/>
                </a:lnTo>
                <a:close/>
              </a:path>
              <a:path w="5632450" h="1045845">
                <a:moveTo>
                  <a:pt x="2555240" y="1045845"/>
                </a:moveTo>
                <a:lnTo>
                  <a:pt x="2524760" y="1045845"/>
                </a:lnTo>
                <a:lnTo>
                  <a:pt x="2524760" y="1038225"/>
                </a:lnTo>
                <a:lnTo>
                  <a:pt x="2555240" y="1038225"/>
                </a:lnTo>
                <a:lnTo>
                  <a:pt x="2555240" y="1045845"/>
                </a:lnTo>
                <a:close/>
              </a:path>
              <a:path w="5632450" h="1045845">
                <a:moveTo>
                  <a:pt x="2501900" y="1045845"/>
                </a:moveTo>
                <a:lnTo>
                  <a:pt x="2471420" y="1045845"/>
                </a:lnTo>
                <a:lnTo>
                  <a:pt x="2471420" y="1038225"/>
                </a:lnTo>
                <a:lnTo>
                  <a:pt x="2501900" y="1038225"/>
                </a:lnTo>
                <a:lnTo>
                  <a:pt x="2501900" y="1045845"/>
                </a:lnTo>
                <a:close/>
              </a:path>
              <a:path w="5632450" h="1045845">
                <a:moveTo>
                  <a:pt x="2448560" y="1045845"/>
                </a:moveTo>
                <a:lnTo>
                  <a:pt x="2418079" y="1045845"/>
                </a:lnTo>
                <a:lnTo>
                  <a:pt x="2418079" y="1038225"/>
                </a:lnTo>
                <a:lnTo>
                  <a:pt x="2448560" y="1038225"/>
                </a:lnTo>
                <a:lnTo>
                  <a:pt x="2448560" y="1045845"/>
                </a:lnTo>
                <a:close/>
              </a:path>
              <a:path w="5632450" h="1045845">
                <a:moveTo>
                  <a:pt x="2395220" y="1045845"/>
                </a:moveTo>
                <a:lnTo>
                  <a:pt x="2364740" y="1045845"/>
                </a:lnTo>
                <a:lnTo>
                  <a:pt x="2364740" y="1038225"/>
                </a:lnTo>
                <a:lnTo>
                  <a:pt x="2395220" y="1038225"/>
                </a:lnTo>
                <a:lnTo>
                  <a:pt x="2395220" y="1045845"/>
                </a:lnTo>
                <a:close/>
              </a:path>
              <a:path w="5632450" h="1045845">
                <a:moveTo>
                  <a:pt x="2341879" y="1045845"/>
                </a:moveTo>
                <a:lnTo>
                  <a:pt x="2311400" y="1045845"/>
                </a:lnTo>
                <a:lnTo>
                  <a:pt x="2311400" y="1038225"/>
                </a:lnTo>
                <a:lnTo>
                  <a:pt x="2341879" y="1038225"/>
                </a:lnTo>
                <a:lnTo>
                  <a:pt x="2341879" y="1045845"/>
                </a:lnTo>
                <a:close/>
              </a:path>
              <a:path w="5632450" h="1045845">
                <a:moveTo>
                  <a:pt x="2288540" y="1045845"/>
                </a:moveTo>
                <a:lnTo>
                  <a:pt x="2258060" y="1045845"/>
                </a:lnTo>
                <a:lnTo>
                  <a:pt x="2258060" y="1038225"/>
                </a:lnTo>
                <a:lnTo>
                  <a:pt x="2288540" y="1038225"/>
                </a:lnTo>
                <a:lnTo>
                  <a:pt x="2288540" y="1045845"/>
                </a:lnTo>
                <a:close/>
              </a:path>
              <a:path w="5632450" h="1045845">
                <a:moveTo>
                  <a:pt x="2235200" y="1045845"/>
                </a:moveTo>
                <a:lnTo>
                  <a:pt x="2204720" y="1045845"/>
                </a:lnTo>
                <a:lnTo>
                  <a:pt x="2204720" y="1038225"/>
                </a:lnTo>
                <a:lnTo>
                  <a:pt x="2235200" y="1038225"/>
                </a:lnTo>
                <a:lnTo>
                  <a:pt x="2235200" y="1045845"/>
                </a:lnTo>
                <a:close/>
              </a:path>
              <a:path w="5632450" h="1045845">
                <a:moveTo>
                  <a:pt x="2181860" y="1045845"/>
                </a:moveTo>
                <a:lnTo>
                  <a:pt x="2151379" y="1045845"/>
                </a:lnTo>
                <a:lnTo>
                  <a:pt x="2151379" y="1038225"/>
                </a:lnTo>
                <a:lnTo>
                  <a:pt x="2181860" y="1038225"/>
                </a:lnTo>
                <a:lnTo>
                  <a:pt x="2181860" y="1045845"/>
                </a:lnTo>
                <a:close/>
              </a:path>
              <a:path w="5632450" h="1045845">
                <a:moveTo>
                  <a:pt x="2128520" y="1045845"/>
                </a:moveTo>
                <a:lnTo>
                  <a:pt x="2098040" y="1045845"/>
                </a:lnTo>
                <a:lnTo>
                  <a:pt x="2098040" y="1038225"/>
                </a:lnTo>
                <a:lnTo>
                  <a:pt x="2128520" y="1038225"/>
                </a:lnTo>
                <a:lnTo>
                  <a:pt x="2128520" y="1045845"/>
                </a:lnTo>
                <a:close/>
              </a:path>
              <a:path w="5632450" h="1045845">
                <a:moveTo>
                  <a:pt x="2075179" y="1045845"/>
                </a:moveTo>
                <a:lnTo>
                  <a:pt x="2044700" y="1045845"/>
                </a:lnTo>
                <a:lnTo>
                  <a:pt x="2044700" y="1038225"/>
                </a:lnTo>
                <a:lnTo>
                  <a:pt x="2075179" y="1038225"/>
                </a:lnTo>
                <a:lnTo>
                  <a:pt x="2075179" y="1045845"/>
                </a:lnTo>
                <a:close/>
              </a:path>
              <a:path w="5632450" h="1045845">
                <a:moveTo>
                  <a:pt x="2021839" y="1045845"/>
                </a:moveTo>
                <a:lnTo>
                  <a:pt x="1991360" y="1045845"/>
                </a:lnTo>
                <a:lnTo>
                  <a:pt x="1991360" y="1038225"/>
                </a:lnTo>
                <a:lnTo>
                  <a:pt x="2021839" y="1038225"/>
                </a:lnTo>
                <a:lnTo>
                  <a:pt x="2021839" y="1045845"/>
                </a:lnTo>
                <a:close/>
              </a:path>
              <a:path w="5632450" h="1045845">
                <a:moveTo>
                  <a:pt x="1968500" y="1045845"/>
                </a:moveTo>
                <a:lnTo>
                  <a:pt x="1938020" y="1045845"/>
                </a:lnTo>
                <a:lnTo>
                  <a:pt x="1938020" y="1038225"/>
                </a:lnTo>
                <a:lnTo>
                  <a:pt x="1968500" y="1038225"/>
                </a:lnTo>
                <a:lnTo>
                  <a:pt x="1968500" y="1045845"/>
                </a:lnTo>
                <a:close/>
              </a:path>
              <a:path w="5632450" h="1045845">
                <a:moveTo>
                  <a:pt x="1915160" y="1045845"/>
                </a:moveTo>
                <a:lnTo>
                  <a:pt x="1884679" y="1045845"/>
                </a:lnTo>
                <a:lnTo>
                  <a:pt x="1884679" y="1038225"/>
                </a:lnTo>
                <a:lnTo>
                  <a:pt x="1915160" y="1038225"/>
                </a:lnTo>
                <a:lnTo>
                  <a:pt x="1915160" y="1045845"/>
                </a:lnTo>
                <a:close/>
              </a:path>
              <a:path w="5632450" h="1045845">
                <a:moveTo>
                  <a:pt x="1861820" y="1045845"/>
                </a:moveTo>
                <a:lnTo>
                  <a:pt x="1831339" y="1045845"/>
                </a:lnTo>
                <a:lnTo>
                  <a:pt x="1831339" y="1038225"/>
                </a:lnTo>
                <a:lnTo>
                  <a:pt x="1861820" y="1038225"/>
                </a:lnTo>
                <a:lnTo>
                  <a:pt x="1861820" y="1045845"/>
                </a:lnTo>
                <a:close/>
              </a:path>
              <a:path w="5632450" h="1045845">
                <a:moveTo>
                  <a:pt x="1808479" y="1045845"/>
                </a:moveTo>
                <a:lnTo>
                  <a:pt x="1778000" y="1045845"/>
                </a:lnTo>
                <a:lnTo>
                  <a:pt x="1778000" y="1038225"/>
                </a:lnTo>
                <a:lnTo>
                  <a:pt x="1808479" y="1038225"/>
                </a:lnTo>
                <a:lnTo>
                  <a:pt x="1808479" y="1045845"/>
                </a:lnTo>
                <a:close/>
              </a:path>
              <a:path w="5632450" h="1045845">
                <a:moveTo>
                  <a:pt x="1755139" y="1045845"/>
                </a:moveTo>
                <a:lnTo>
                  <a:pt x="1724660" y="1045845"/>
                </a:lnTo>
                <a:lnTo>
                  <a:pt x="1724660" y="1038225"/>
                </a:lnTo>
                <a:lnTo>
                  <a:pt x="1755139" y="1038225"/>
                </a:lnTo>
                <a:lnTo>
                  <a:pt x="1755139" y="1045845"/>
                </a:lnTo>
                <a:close/>
              </a:path>
              <a:path w="5632450" h="1045845">
                <a:moveTo>
                  <a:pt x="1701800" y="1045845"/>
                </a:moveTo>
                <a:lnTo>
                  <a:pt x="1671320" y="1045845"/>
                </a:lnTo>
                <a:lnTo>
                  <a:pt x="1671320" y="1038225"/>
                </a:lnTo>
                <a:lnTo>
                  <a:pt x="1701800" y="1038225"/>
                </a:lnTo>
                <a:lnTo>
                  <a:pt x="1701800" y="1045845"/>
                </a:lnTo>
                <a:close/>
              </a:path>
              <a:path w="5632450" h="1045845">
                <a:moveTo>
                  <a:pt x="1648460" y="1045845"/>
                </a:moveTo>
                <a:lnTo>
                  <a:pt x="1617980" y="1045845"/>
                </a:lnTo>
                <a:lnTo>
                  <a:pt x="1617980" y="1038225"/>
                </a:lnTo>
                <a:lnTo>
                  <a:pt x="1648460" y="1038225"/>
                </a:lnTo>
                <a:lnTo>
                  <a:pt x="1648460" y="1045845"/>
                </a:lnTo>
                <a:close/>
              </a:path>
              <a:path w="5632450" h="1045845">
                <a:moveTo>
                  <a:pt x="1595120" y="1045845"/>
                </a:moveTo>
                <a:lnTo>
                  <a:pt x="1564640" y="1045845"/>
                </a:lnTo>
                <a:lnTo>
                  <a:pt x="1564640" y="1038225"/>
                </a:lnTo>
                <a:lnTo>
                  <a:pt x="1595120" y="1038225"/>
                </a:lnTo>
                <a:lnTo>
                  <a:pt x="1595120" y="1045845"/>
                </a:lnTo>
                <a:close/>
              </a:path>
              <a:path w="5632450" h="1045845">
                <a:moveTo>
                  <a:pt x="1541780" y="1045845"/>
                </a:moveTo>
                <a:lnTo>
                  <a:pt x="1511299" y="1045845"/>
                </a:lnTo>
                <a:lnTo>
                  <a:pt x="1511299" y="1038225"/>
                </a:lnTo>
                <a:lnTo>
                  <a:pt x="1541780" y="1038225"/>
                </a:lnTo>
                <a:lnTo>
                  <a:pt x="1541780" y="1045845"/>
                </a:lnTo>
                <a:close/>
              </a:path>
              <a:path w="5632450" h="1045845">
                <a:moveTo>
                  <a:pt x="1488440" y="1045845"/>
                </a:moveTo>
                <a:lnTo>
                  <a:pt x="1457960" y="1045845"/>
                </a:lnTo>
                <a:lnTo>
                  <a:pt x="1457960" y="1038225"/>
                </a:lnTo>
                <a:lnTo>
                  <a:pt x="1488440" y="1038225"/>
                </a:lnTo>
                <a:lnTo>
                  <a:pt x="1488440" y="1045845"/>
                </a:lnTo>
                <a:close/>
              </a:path>
              <a:path w="5632450" h="1045845">
                <a:moveTo>
                  <a:pt x="1435099" y="1045845"/>
                </a:moveTo>
                <a:lnTo>
                  <a:pt x="1404620" y="1045845"/>
                </a:lnTo>
                <a:lnTo>
                  <a:pt x="1404620" y="1038225"/>
                </a:lnTo>
                <a:lnTo>
                  <a:pt x="1435099" y="1038225"/>
                </a:lnTo>
                <a:lnTo>
                  <a:pt x="1435099" y="1045845"/>
                </a:lnTo>
                <a:close/>
              </a:path>
              <a:path w="5632450" h="1045845">
                <a:moveTo>
                  <a:pt x="1381760" y="1045845"/>
                </a:moveTo>
                <a:lnTo>
                  <a:pt x="1351280" y="1045845"/>
                </a:lnTo>
                <a:lnTo>
                  <a:pt x="1351280" y="1038225"/>
                </a:lnTo>
                <a:lnTo>
                  <a:pt x="1381760" y="1038225"/>
                </a:lnTo>
                <a:lnTo>
                  <a:pt x="1381760" y="1045845"/>
                </a:lnTo>
                <a:close/>
              </a:path>
              <a:path w="5632450" h="1045845">
                <a:moveTo>
                  <a:pt x="1328420" y="1045845"/>
                </a:moveTo>
                <a:lnTo>
                  <a:pt x="1297940" y="1045845"/>
                </a:lnTo>
                <a:lnTo>
                  <a:pt x="1297940" y="1038225"/>
                </a:lnTo>
                <a:lnTo>
                  <a:pt x="1328420" y="1038225"/>
                </a:lnTo>
                <a:lnTo>
                  <a:pt x="1328420" y="1045845"/>
                </a:lnTo>
                <a:close/>
              </a:path>
              <a:path w="5632450" h="1045845">
                <a:moveTo>
                  <a:pt x="1275080" y="1045845"/>
                </a:moveTo>
                <a:lnTo>
                  <a:pt x="1244599" y="1045845"/>
                </a:lnTo>
                <a:lnTo>
                  <a:pt x="1244599" y="1038225"/>
                </a:lnTo>
                <a:lnTo>
                  <a:pt x="1275080" y="1038225"/>
                </a:lnTo>
                <a:lnTo>
                  <a:pt x="1275080" y="1045845"/>
                </a:lnTo>
                <a:close/>
              </a:path>
              <a:path w="5632450" h="1045845">
                <a:moveTo>
                  <a:pt x="1221740" y="1045845"/>
                </a:moveTo>
                <a:lnTo>
                  <a:pt x="1191260" y="1045845"/>
                </a:lnTo>
                <a:lnTo>
                  <a:pt x="1191260" y="1038225"/>
                </a:lnTo>
                <a:lnTo>
                  <a:pt x="1221740" y="1038225"/>
                </a:lnTo>
                <a:lnTo>
                  <a:pt x="1221740" y="1045845"/>
                </a:lnTo>
                <a:close/>
              </a:path>
              <a:path w="5632450" h="1045845">
                <a:moveTo>
                  <a:pt x="1168399" y="1045845"/>
                </a:moveTo>
                <a:lnTo>
                  <a:pt x="1137920" y="1045845"/>
                </a:lnTo>
                <a:lnTo>
                  <a:pt x="1137920" y="1038225"/>
                </a:lnTo>
                <a:lnTo>
                  <a:pt x="1168399" y="1038225"/>
                </a:lnTo>
                <a:lnTo>
                  <a:pt x="1168399" y="1045845"/>
                </a:lnTo>
                <a:close/>
              </a:path>
              <a:path w="5632450" h="1045845">
                <a:moveTo>
                  <a:pt x="1115060" y="1045845"/>
                </a:moveTo>
                <a:lnTo>
                  <a:pt x="1084580" y="1045845"/>
                </a:lnTo>
                <a:lnTo>
                  <a:pt x="1084580" y="1038225"/>
                </a:lnTo>
                <a:lnTo>
                  <a:pt x="1115060" y="1038225"/>
                </a:lnTo>
                <a:lnTo>
                  <a:pt x="1115060" y="1045845"/>
                </a:lnTo>
                <a:close/>
              </a:path>
              <a:path w="5632450" h="1045845">
                <a:moveTo>
                  <a:pt x="1061720" y="1045845"/>
                </a:moveTo>
                <a:lnTo>
                  <a:pt x="1031240" y="1045845"/>
                </a:lnTo>
                <a:lnTo>
                  <a:pt x="1031240" y="1038225"/>
                </a:lnTo>
                <a:lnTo>
                  <a:pt x="1061720" y="1038225"/>
                </a:lnTo>
                <a:lnTo>
                  <a:pt x="1061720" y="1045845"/>
                </a:lnTo>
                <a:close/>
              </a:path>
              <a:path w="5632450" h="1045845">
                <a:moveTo>
                  <a:pt x="1008379" y="1045845"/>
                </a:moveTo>
                <a:lnTo>
                  <a:pt x="977900" y="1045845"/>
                </a:lnTo>
                <a:lnTo>
                  <a:pt x="977900" y="1038225"/>
                </a:lnTo>
                <a:lnTo>
                  <a:pt x="1008379" y="1038225"/>
                </a:lnTo>
                <a:lnTo>
                  <a:pt x="1008379" y="1045845"/>
                </a:lnTo>
                <a:close/>
              </a:path>
              <a:path w="5632450" h="1045845">
                <a:moveTo>
                  <a:pt x="955040" y="1045845"/>
                </a:moveTo>
                <a:lnTo>
                  <a:pt x="924560" y="1045845"/>
                </a:lnTo>
                <a:lnTo>
                  <a:pt x="924560" y="1038225"/>
                </a:lnTo>
                <a:lnTo>
                  <a:pt x="955040" y="1038225"/>
                </a:lnTo>
                <a:lnTo>
                  <a:pt x="955040" y="1045845"/>
                </a:lnTo>
                <a:close/>
              </a:path>
              <a:path w="5632450" h="1045845">
                <a:moveTo>
                  <a:pt x="901700" y="1045845"/>
                </a:moveTo>
                <a:lnTo>
                  <a:pt x="871219" y="1045845"/>
                </a:lnTo>
                <a:lnTo>
                  <a:pt x="871219" y="1038225"/>
                </a:lnTo>
                <a:lnTo>
                  <a:pt x="901700" y="1038225"/>
                </a:lnTo>
                <a:lnTo>
                  <a:pt x="901700" y="1045845"/>
                </a:lnTo>
                <a:close/>
              </a:path>
              <a:path w="5632450" h="1045845">
                <a:moveTo>
                  <a:pt x="848360" y="1045845"/>
                </a:moveTo>
                <a:lnTo>
                  <a:pt x="817879" y="1045845"/>
                </a:lnTo>
                <a:lnTo>
                  <a:pt x="817879" y="1038225"/>
                </a:lnTo>
                <a:lnTo>
                  <a:pt x="848360" y="1038225"/>
                </a:lnTo>
                <a:lnTo>
                  <a:pt x="848360" y="1045845"/>
                </a:lnTo>
                <a:close/>
              </a:path>
              <a:path w="5632450" h="1045845">
                <a:moveTo>
                  <a:pt x="795019" y="1045845"/>
                </a:moveTo>
                <a:lnTo>
                  <a:pt x="764540" y="1045845"/>
                </a:lnTo>
                <a:lnTo>
                  <a:pt x="764540" y="1038225"/>
                </a:lnTo>
                <a:lnTo>
                  <a:pt x="795019" y="1038225"/>
                </a:lnTo>
                <a:lnTo>
                  <a:pt x="795019" y="1045845"/>
                </a:lnTo>
                <a:close/>
              </a:path>
              <a:path w="5632450" h="1045845">
                <a:moveTo>
                  <a:pt x="741679" y="1045845"/>
                </a:moveTo>
                <a:lnTo>
                  <a:pt x="711200" y="1045845"/>
                </a:lnTo>
                <a:lnTo>
                  <a:pt x="711200" y="1038225"/>
                </a:lnTo>
                <a:lnTo>
                  <a:pt x="741679" y="1038225"/>
                </a:lnTo>
                <a:lnTo>
                  <a:pt x="741679" y="1045845"/>
                </a:lnTo>
                <a:close/>
              </a:path>
              <a:path w="5632450" h="1045845">
                <a:moveTo>
                  <a:pt x="688340" y="1045845"/>
                </a:moveTo>
                <a:lnTo>
                  <a:pt x="657860" y="1045845"/>
                </a:lnTo>
                <a:lnTo>
                  <a:pt x="657860" y="1038225"/>
                </a:lnTo>
                <a:lnTo>
                  <a:pt x="688340" y="1038225"/>
                </a:lnTo>
                <a:lnTo>
                  <a:pt x="688340" y="1045845"/>
                </a:lnTo>
                <a:close/>
              </a:path>
              <a:path w="5632450" h="1045845">
                <a:moveTo>
                  <a:pt x="635000" y="1045845"/>
                </a:moveTo>
                <a:lnTo>
                  <a:pt x="604519" y="1045845"/>
                </a:lnTo>
                <a:lnTo>
                  <a:pt x="604519" y="1038225"/>
                </a:lnTo>
                <a:lnTo>
                  <a:pt x="635000" y="1038225"/>
                </a:lnTo>
                <a:lnTo>
                  <a:pt x="635000" y="1045845"/>
                </a:lnTo>
                <a:close/>
              </a:path>
              <a:path w="5632450" h="1045845">
                <a:moveTo>
                  <a:pt x="581660" y="1045845"/>
                </a:moveTo>
                <a:lnTo>
                  <a:pt x="551179" y="1045845"/>
                </a:lnTo>
                <a:lnTo>
                  <a:pt x="551179" y="1038225"/>
                </a:lnTo>
                <a:lnTo>
                  <a:pt x="581660" y="1038225"/>
                </a:lnTo>
                <a:lnTo>
                  <a:pt x="581660" y="1045845"/>
                </a:lnTo>
                <a:close/>
              </a:path>
              <a:path w="5632450" h="1045845">
                <a:moveTo>
                  <a:pt x="528319" y="1045845"/>
                </a:moveTo>
                <a:lnTo>
                  <a:pt x="497840" y="1045845"/>
                </a:lnTo>
                <a:lnTo>
                  <a:pt x="497840" y="1038225"/>
                </a:lnTo>
                <a:lnTo>
                  <a:pt x="528319" y="1038225"/>
                </a:lnTo>
                <a:lnTo>
                  <a:pt x="528319" y="1045845"/>
                </a:lnTo>
                <a:close/>
              </a:path>
              <a:path w="5632450" h="1045845">
                <a:moveTo>
                  <a:pt x="474979" y="1045845"/>
                </a:moveTo>
                <a:lnTo>
                  <a:pt x="444500" y="1045845"/>
                </a:lnTo>
                <a:lnTo>
                  <a:pt x="444500" y="1038225"/>
                </a:lnTo>
                <a:lnTo>
                  <a:pt x="474979" y="1038225"/>
                </a:lnTo>
                <a:lnTo>
                  <a:pt x="474979" y="1045845"/>
                </a:lnTo>
                <a:close/>
              </a:path>
              <a:path w="5632450" h="1045845">
                <a:moveTo>
                  <a:pt x="421640" y="1045845"/>
                </a:moveTo>
                <a:lnTo>
                  <a:pt x="391159" y="1045845"/>
                </a:lnTo>
                <a:lnTo>
                  <a:pt x="391159" y="1038225"/>
                </a:lnTo>
                <a:lnTo>
                  <a:pt x="421640" y="1038225"/>
                </a:lnTo>
                <a:lnTo>
                  <a:pt x="421640" y="1045845"/>
                </a:lnTo>
                <a:close/>
              </a:path>
              <a:path w="5632450" h="1045845">
                <a:moveTo>
                  <a:pt x="368300" y="1045845"/>
                </a:moveTo>
                <a:lnTo>
                  <a:pt x="337819" y="1045845"/>
                </a:lnTo>
                <a:lnTo>
                  <a:pt x="337819" y="1038225"/>
                </a:lnTo>
                <a:lnTo>
                  <a:pt x="368300" y="1038225"/>
                </a:lnTo>
                <a:lnTo>
                  <a:pt x="368300" y="1045845"/>
                </a:lnTo>
                <a:close/>
              </a:path>
              <a:path w="5632450" h="1045845">
                <a:moveTo>
                  <a:pt x="314959" y="1045845"/>
                </a:moveTo>
                <a:lnTo>
                  <a:pt x="284480" y="1045845"/>
                </a:lnTo>
                <a:lnTo>
                  <a:pt x="284480" y="1038225"/>
                </a:lnTo>
                <a:lnTo>
                  <a:pt x="314959" y="1038225"/>
                </a:lnTo>
                <a:lnTo>
                  <a:pt x="314959" y="1045845"/>
                </a:lnTo>
                <a:close/>
              </a:path>
              <a:path w="5632450" h="1045845">
                <a:moveTo>
                  <a:pt x="261619" y="1045845"/>
                </a:moveTo>
                <a:lnTo>
                  <a:pt x="231139" y="1045845"/>
                </a:lnTo>
                <a:lnTo>
                  <a:pt x="231139" y="1038225"/>
                </a:lnTo>
                <a:lnTo>
                  <a:pt x="261619" y="1038225"/>
                </a:lnTo>
                <a:lnTo>
                  <a:pt x="261619" y="1045845"/>
                </a:lnTo>
                <a:close/>
              </a:path>
              <a:path w="5632450" h="1045845">
                <a:moveTo>
                  <a:pt x="208279" y="1045845"/>
                </a:moveTo>
                <a:lnTo>
                  <a:pt x="177800" y="1045845"/>
                </a:lnTo>
                <a:lnTo>
                  <a:pt x="177800" y="1038225"/>
                </a:lnTo>
                <a:lnTo>
                  <a:pt x="208279" y="1038225"/>
                </a:lnTo>
                <a:lnTo>
                  <a:pt x="208279" y="1045845"/>
                </a:lnTo>
                <a:close/>
              </a:path>
              <a:path w="5632450" h="1045845">
                <a:moveTo>
                  <a:pt x="154939" y="1045845"/>
                </a:moveTo>
                <a:lnTo>
                  <a:pt x="124459" y="1045845"/>
                </a:lnTo>
                <a:lnTo>
                  <a:pt x="124459" y="1038225"/>
                </a:lnTo>
                <a:lnTo>
                  <a:pt x="154939" y="1038225"/>
                </a:lnTo>
                <a:lnTo>
                  <a:pt x="154939" y="1045845"/>
                </a:lnTo>
                <a:close/>
              </a:path>
              <a:path w="5632450" h="1045845">
                <a:moveTo>
                  <a:pt x="101600" y="1045845"/>
                </a:moveTo>
                <a:lnTo>
                  <a:pt x="71119" y="1045845"/>
                </a:lnTo>
                <a:lnTo>
                  <a:pt x="71119" y="1038225"/>
                </a:lnTo>
                <a:lnTo>
                  <a:pt x="101600" y="1038225"/>
                </a:lnTo>
                <a:lnTo>
                  <a:pt x="101600" y="1045845"/>
                </a:lnTo>
                <a:close/>
              </a:path>
              <a:path w="5632450" h="1045845">
                <a:moveTo>
                  <a:pt x="48259" y="1045845"/>
                </a:moveTo>
                <a:lnTo>
                  <a:pt x="17779" y="1045845"/>
                </a:lnTo>
                <a:lnTo>
                  <a:pt x="17779" y="1038225"/>
                </a:lnTo>
                <a:lnTo>
                  <a:pt x="48259" y="1038225"/>
                </a:lnTo>
                <a:lnTo>
                  <a:pt x="48259" y="1045845"/>
                </a:lnTo>
                <a:close/>
              </a:path>
            </a:pathLst>
          </a:custGeom>
          <a:solidFill>
            <a:srgbClr val="FF9700"/>
          </a:solidFill>
        </p:spPr>
        <p:txBody>
          <a:bodyPr wrap="square" lIns="0" tIns="0" rIns="0" bIns="0" rtlCol="0"/>
          <a:lstStyle/>
          <a:p>
            <a:endParaRPr/>
          </a:p>
        </p:txBody>
      </p:sp>
      <p:sp>
        <p:nvSpPr>
          <p:cNvPr id="6" name="object 6"/>
          <p:cNvSpPr/>
          <p:nvPr/>
        </p:nvSpPr>
        <p:spPr>
          <a:xfrm>
            <a:off x="504190" y="5027295"/>
            <a:ext cx="5632450" cy="1321435"/>
          </a:xfrm>
          <a:custGeom>
            <a:avLst/>
            <a:gdLst/>
            <a:ahLst/>
            <a:cxnLst/>
            <a:rect l="l" t="t" r="r" b="b"/>
            <a:pathLst>
              <a:path w="5632450" h="1321435">
                <a:moveTo>
                  <a:pt x="3809" y="1317625"/>
                </a:moveTo>
                <a:lnTo>
                  <a:pt x="0" y="1317625"/>
                </a:lnTo>
                <a:lnTo>
                  <a:pt x="0" y="1287144"/>
                </a:lnTo>
                <a:lnTo>
                  <a:pt x="7619" y="1287144"/>
                </a:lnTo>
                <a:lnTo>
                  <a:pt x="7619" y="1313814"/>
                </a:lnTo>
                <a:lnTo>
                  <a:pt x="3809" y="1313814"/>
                </a:lnTo>
                <a:lnTo>
                  <a:pt x="3809" y="1317625"/>
                </a:lnTo>
                <a:close/>
              </a:path>
              <a:path w="5632450" h="1321435">
                <a:moveTo>
                  <a:pt x="12700" y="1321434"/>
                </a:moveTo>
                <a:lnTo>
                  <a:pt x="3809" y="1321434"/>
                </a:lnTo>
                <a:lnTo>
                  <a:pt x="3809" y="1313814"/>
                </a:lnTo>
                <a:lnTo>
                  <a:pt x="7619" y="1313814"/>
                </a:lnTo>
                <a:lnTo>
                  <a:pt x="7619" y="1317625"/>
                </a:lnTo>
                <a:lnTo>
                  <a:pt x="12700" y="1317625"/>
                </a:lnTo>
                <a:lnTo>
                  <a:pt x="12700" y="1321434"/>
                </a:lnTo>
                <a:close/>
              </a:path>
              <a:path w="5632450" h="1321435">
                <a:moveTo>
                  <a:pt x="12700" y="1317625"/>
                </a:moveTo>
                <a:lnTo>
                  <a:pt x="7619" y="1317625"/>
                </a:lnTo>
                <a:lnTo>
                  <a:pt x="7619" y="1313814"/>
                </a:lnTo>
                <a:lnTo>
                  <a:pt x="12700" y="1313814"/>
                </a:lnTo>
                <a:lnTo>
                  <a:pt x="12700" y="1317625"/>
                </a:lnTo>
                <a:close/>
              </a:path>
              <a:path w="5632450" h="1321435">
                <a:moveTo>
                  <a:pt x="7619" y="1264284"/>
                </a:moveTo>
                <a:lnTo>
                  <a:pt x="0" y="1264284"/>
                </a:lnTo>
                <a:lnTo>
                  <a:pt x="0" y="1233804"/>
                </a:lnTo>
                <a:lnTo>
                  <a:pt x="7619" y="1233804"/>
                </a:lnTo>
                <a:lnTo>
                  <a:pt x="7619" y="1264284"/>
                </a:lnTo>
                <a:close/>
              </a:path>
              <a:path w="5632450" h="1321435">
                <a:moveTo>
                  <a:pt x="7619" y="1210944"/>
                </a:moveTo>
                <a:lnTo>
                  <a:pt x="0" y="1210944"/>
                </a:lnTo>
                <a:lnTo>
                  <a:pt x="0" y="1180464"/>
                </a:lnTo>
                <a:lnTo>
                  <a:pt x="7619" y="1180464"/>
                </a:lnTo>
                <a:lnTo>
                  <a:pt x="7619" y="1210944"/>
                </a:lnTo>
                <a:close/>
              </a:path>
              <a:path w="5632450" h="1321435">
                <a:moveTo>
                  <a:pt x="7619" y="1157604"/>
                </a:moveTo>
                <a:lnTo>
                  <a:pt x="0" y="1157604"/>
                </a:lnTo>
                <a:lnTo>
                  <a:pt x="0" y="1127125"/>
                </a:lnTo>
                <a:lnTo>
                  <a:pt x="7619" y="1127125"/>
                </a:lnTo>
                <a:lnTo>
                  <a:pt x="7619" y="1157604"/>
                </a:lnTo>
                <a:close/>
              </a:path>
              <a:path w="5632450" h="1321435">
                <a:moveTo>
                  <a:pt x="7619" y="1104264"/>
                </a:moveTo>
                <a:lnTo>
                  <a:pt x="0" y="1104264"/>
                </a:lnTo>
                <a:lnTo>
                  <a:pt x="0" y="1073784"/>
                </a:lnTo>
                <a:lnTo>
                  <a:pt x="7619" y="1073784"/>
                </a:lnTo>
                <a:lnTo>
                  <a:pt x="7619" y="1104264"/>
                </a:lnTo>
                <a:close/>
              </a:path>
              <a:path w="5632450" h="1321435">
                <a:moveTo>
                  <a:pt x="7619" y="1050925"/>
                </a:moveTo>
                <a:lnTo>
                  <a:pt x="0" y="1050925"/>
                </a:lnTo>
                <a:lnTo>
                  <a:pt x="0" y="1020444"/>
                </a:lnTo>
                <a:lnTo>
                  <a:pt x="7619" y="1020444"/>
                </a:lnTo>
                <a:lnTo>
                  <a:pt x="7619" y="1050925"/>
                </a:lnTo>
                <a:close/>
              </a:path>
              <a:path w="5632450" h="1321435">
                <a:moveTo>
                  <a:pt x="7619" y="997584"/>
                </a:moveTo>
                <a:lnTo>
                  <a:pt x="0" y="997584"/>
                </a:lnTo>
                <a:lnTo>
                  <a:pt x="0" y="967104"/>
                </a:lnTo>
                <a:lnTo>
                  <a:pt x="7619" y="967104"/>
                </a:lnTo>
                <a:lnTo>
                  <a:pt x="7619" y="997584"/>
                </a:lnTo>
                <a:close/>
              </a:path>
              <a:path w="5632450" h="1321435">
                <a:moveTo>
                  <a:pt x="7619" y="944244"/>
                </a:moveTo>
                <a:lnTo>
                  <a:pt x="0" y="944244"/>
                </a:lnTo>
                <a:lnTo>
                  <a:pt x="0" y="913764"/>
                </a:lnTo>
                <a:lnTo>
                  <a:pt x="7619" y="913764"/>
                </a:lnTo>
                <a:lnTo>
                  <a:pt x="7619" y="944244"/>
                </a:lnTo>
                <a:close/>
              </a:path>
              <a:path w="5632450" h="1321435">
                <a:moveTo>
                  <a:pt x="7619" y="890904"/>
                </a:moveTo>
                <a:lnTo>
                  <a:pt x="0" y="890904"/>
                </a:lnTo>
                <a:lnTo>
                  <a:pt x="0" y="860425"/>
                </a:lnTo>
                <a:lnTo>
                  <a:pt x="7619" y="860425"/>
                </a:lnTo>
                <a:lnTo>
                  <a:pt x="7619" y="890904"/>
                </a:lnTo>
                <a:close/>
              </a:path>
              <a:path w="5632450" h="1321435">
                <a:moveTo>
                  <a:pt x="7619" y="837564"/>
                </a:moveTo>
                <a:lnTo>
                  <a:pt x="0" y="837564"/>
                </a:lnTo>
                <a:lnTo>
                  <a:pt x="0" y="807084"/>
                </a:lnTo>
                <a:lnTo>
                  <a:pt x="7619" y="807084"/>
                </a:lnTo>
                <a:lnTo>
                  <a:pt x="7619" y="837564"/>
                </a:lnTo>
                <a:close/>
              </a:path>
              <a:path w="5632450" h="1321435">
                <a:moveTo>
                  <a:pt x="7619" y="784225"/>
                </a:moveTo>
                <a:lnTo>
                  <a:pt x="0" y="784225"/>
                </a:lnTo>
                <a:lnTo>
                  <a:pt x="0" y="753744"/>
                </a:lnTo>
                <a:lnTo>
                  <a:pt x="7619" y="753744"/>
                </a:lnTo>
                <a:lnTo>
                  <a:pt x="7619" y="784225"/>
                </a:lnTo>
                <a:close/>
              </a:path>
              <a:path w="5632450" h="1321435">
                <a:moveTo>
                  <a:pt x="7619" y="730884"/>
                </a:moveTo>
                <a:lnTo>
                  <a:pt x="0" y="730884"/>
                </a:lnTo>
                <a:lnTo>
                  <a:pt x="0" y="700404"/>
                </a:lnTo>
                <a:lnTo>
                  <a:pt x="7619" y="700404"/>
                </a:lnTo>
                <a:lnTo>
                  <a:pt x="7619" y="730884"/>
                </a:lnTo>
                <a:close/>
              </a:path>
              <a:path w="5632450" h="1321435">
                <a:moveTo>
                  <a:pt x="7619" y="677544"/>
                </a:moveTo>
                <a:lnTo>
                  <a:pt x="0" y="677544"/>
                </a:lnTo>
                <a:lnTo>
                  <a:pt x="0" y="647064"/>
                </a:lnTo>
                <a:lnTo>
                  <a:pt x="7619" y="647064"/>
                </a:lnTo>
                <a:lnTo>
                  <a:pt x="7619" y="677544"/>
                </a:lnTo>
                <a:close/>
              </a:path>
              <a:path w="5632450" h="1321435">
                <a:moveTo>
                  <a:pt x="7619" y="624204"/>
                </a:moveTo>
                <a:lnTo>
                  <a:pt x="0" y="624204"/>
                </a:lnTo>
                <a:lnTo>
                  <a:pt x="0" y="593725"/>
                </a:lnTo>
                <a:lnTo>
                  <a:pt x="7619" y="593725"/>
                </a:lnTo>
                <a:lnTo>
                  <a:pt x="7619" y="624204"/>
                </a:lnTo>
                <a:close/>
              </a:path>
              <a:path w="5632450" h="1321435">
                <a:moveTo>
                  <a:pt x="7619" y="570864"/>
                </a:moveTo>
                <a:lnTo>
                  <a:pt x="0" y="570864"/>
                </a:lnTo>
                <a:lnTo>
                  <a:pt x="0" y="540384"/>
                </a:lnTo>
                <a:lnTo>
                  <a:pt x="7619" y="540384"/>
                </a:lnTo>
                <a:lnTo>
                  <a:pt x="7619" y="570864"/>
                </a:lnTo>
                <a:close/>
              </a:path>
              <a:path w="5632450" h="1321435">
                <a:moveTo>
                  <a:pt x="7619" y="517525"/>
                </a:moveTo>
                <a:lnTo>
                  <a:pt x="0" y="517525"/>
                </a:lnTo>
                <a:lnTo>
                  <a:pt x="0" y="487044"/>
                </a:lnTo>
                <a:lnTo>
                  <a:pt x="7619" y="487044"/>
                </a:lnTo>
                <a:lnTo>
                  <a:pt x="7619" y="517525"/>
                </a:lnTo>
                <a:close/>
              </a:path>
              <a:path w="5632450" h="1321435">
                <a:moveTo>
                  <a:pt x="7619" y="464184"/>
                </a:moveTo>
                <a:lnTo>
                  <a:pt x="0" y="464184"/>
                </a:lnTo>
                <a:lnTo>
                  <a:pt x="0" y="433704"/>
                </a:lnTo>
                <a:lnTo>
                  <a:pt x="7619" y="433704"/>
                </a:lnTo>
                <a:lnTo>
                  <a:pt x="7619" y="464184"/>
                </a:lnTo>
                <a:close/>
              </a:path>
              <a:path w="5632450" h="1321435">
                <a:moveTo>
                  <a:pt x="7619" y="410844"/>
                </a:moveTo>
                <a:lnTo>
                  <a:pt x="0" y="410844"/>
                </a:lnTo>
                <a:lnTo>
                  <a:pt x="0" y="380364"/>
                </a:lnTo>
                <a:lnTo>
                  <a:pt x="7619" y="380364"/>
                </a:lnTo>
                <a:lnTo>
                  <a:pt x="7619" y="410844"/>
                </a:lnTo>
                <a:close/>
              </a:path>
              <a:path w="5632450" h="1321435">
                <a:moveTo>
                  <a:pt x="7619" y="357504"/>
                </a:moveTo>
                <a:lnTo>
                  <a:pt x="0" y="357504"/>
                </a:lnTo>
                <a:lnTo>
                  <a:pt x="0" y="327025"/>
                </a:lnTo>
                <a:lnTo>
                  <a:pt x="7619" y="327025"/>
                </a:lnTo>
                <a:lnTo>
                  <a:pt x="7619" y="357504"/>
                </a:lnTo>
                <a:close/>
              </a:path>
              <a:path w="5632450" h="1321435">
                <a:moveTo>
                  <a:pt x="7619" y="304164"/>
                </a:moveTo>
                <a:lnTo>
                  <a:pt x="0" y="304164"/>
                </a:lnTo>
                <a:lnTo>
                  <a:pt x="0" y="273684"/>
                </a:lnTo>
                <a:lnTo>
                  <a:pt x="7619" y="273684"/>
                </a:lnTo>
                <a:lnTo>
                  <a:pt x="7619" y="304164"/>
                </a:lnTo>
                <a:close/>
              </a:path>
              <a:path w="5632450" h="1321435">
                <a:moveTo>
                  <a:pt x="7619" y="250825"/>
                </a:moveTo>
                <a:lnTo>
                  <a:pt x="0" y="250825"/>
                </a:lnTo>
                <a:lnTo>
                  <a:pt x="0" y="220344"/>
                </a:lnTo>
                <a:lnTo>
                  <a:pt x="7619" y="220344"/>
                </a:lnTo>
                <a:lnTo>
                  <a:pt x="7619" y="250825"/>
                </a:lnTo>
                <a:close/>
              </a:path>
              <a:path w="5632450" h="1321435">
                <a:moveTo>
                  <a:pt x="7619" y="197484"/>
                </a:moveTo>
                <a:lnTo>
                  <a:pt x="0" y="197484"/>
                </a:lnTo>
                <a:lnTo>
                  <a:pt x="0" y="167004"/>
                </a:lnTo>
                <a:lnTo>
                  <a:pt x="7619" y="167004"/>
                </a:lnTo>
                <a:lnTo>
                  <a:pt x="7619" y="197484"/>
                </a:lnTo>
                <a:close/>
              </a:path>
              <a:path w="5632450" h="1321435">
                <a:moveTo>
                  <a:pt x="7619" y="144144"/>
                </a:moveTo>
                <a:lnTo>
                  <a:pt x="0" y="144144"/>
                </a:lnTo>
                <a:lnTo>
                  <a:pt x="0" y="113664"/>
                </a:lnTo>
                <a:lnTo>
                  <a:pt x="7619" y="113664"/>
                </a:lnTo>
                <a:lnTo>
                  <a:pt x="7619" y="144144"/>
                </a:lnTo>
                <a:close/>
              </a:path>
              <a:path w="5632450" h="1321435">
                <a:moveTo>
                  <a:pt x="7619" y="90804"/>
                </a:moveTo>
                <a:lnTo>
                  <a:pt x="0" y="90804"/>
                </a:lnTo>
                <a:lnTo>
                  <a:pt x="0" y="60325"/>
                </a:lnTo>
                <a:lnTo>
                  <a:pt x="7619" y="60325"/>
                </a:lnTo>
                <a:lnTo>
                  <a:pt x="7619" y="90804"/>
                </a:lnTo>
                <a:close/>
              </a:path>
              <a:path w="5632450" h="1321435">
                <a:moveTo>
                  <a:pt x="7619" y="37464"/>
                </a:moveTo>
                <a:lnTo>
                  <a:pt x="0" y="37464"/>
                </a:lnTo>
                <a:lnTo>
                  <a:pt x="0" y="6984"/>
                </a:lnTo>
                <a:lnTo>
                  <a:pt x="7619" y="6984"/>
                </a:lnTo>
                <a:lnTo>
                  <a:pt x="7619" y="37464"/>
                </a:lnTo>
                <a:close/>
              </a:path>
              <a:path w="5632450" h="1321435">
                <a:moveTo>
                  <a:pt x="53975" y="7619"/>
                </a:moveTo>
                <a:lnTo>
                  <a:pt x="23494" y="7619"/>
                </a:lnTo>
                <a:lnTo>
                  <a:pt x="23494" y="0"/>
                </a:lnTo>
                <a:lnTo>
                  <a:pt x="53975" y="0"/>
                </a:lnTo>
                <a:lnTo>
                  <a:pt x="53975" y="7619"/>
                </a:lnTo>
                <a:close/>
              </a:path>
              <a:path w="5632450" h="1321435">
                <a:moveTo>
                  <a:pt x="107314" y="7619"/>
                </a:moveTo>
                <a:lnTo>
                  <a:pt x="76834" y="7619"/>
                </a:lnTo>
                <a:lnTo>
                  <a:pt x="76834" y="0"/>
                </a:lnTo>
                <a:lnTo>
                  <a:pt x="107314" y="0"/>
                </a:lnTo>
                <a:lnTo>
                  <a:pt x="107314" y="7619"/>
                </a:lnTo>
                <a:close/>
              </a:path>
              <a:path w="5632450" h="1321435">
                <a:moveTo>
                  <a:pt x="160654" y="7619"/>
                </a:moveTo>
                <a:lnTo>
                  <a:pt x="130175" y="7619"/>
                </a:lnTo>
                <a:lnTo>
                  <a:pt x="130175" y="0"/>
                </a:lnTo>
                <a:lnTo>
                  <a:pt x="160654" y="0"/>
                </a:lnTo>
                <a:lnTo>
                  <a:pt x="160654" y="7619"/>
                </a:lnTo>
                <a:close/>
              </a:path>
              <a:path w="5632450" h="1321435">
                <a:moveTo>
                  <a:pt x="213994" y="7619"/>
                </a:moveTo>
                <a:lnTo>
                  <a:pt x="183514" y="7619"/>
                </a:lnTo>
                <a:lnTo>
                  <a:pt x="183514" y="0"/>
                </a:lnTo>
                <a:lnTo>
                  <a:pt x="213994" y="0"/>
                </a:lnTo>
                <a:lnTo>
                  <a:pt x="213994" y="7619"/>
                </a:lnTo>
                <a:close/>
              </a:path>
              <a:path w="5632450" h="1321435">
                <a:moveTo>
                  <a:pt x="267334" y="7619"/>
                </a:moveTo>
                <a:lnTo>
                  <a:pt x="236854" y="7619"/>
                </a:lnTo>
                <a:lnTo>
                  <a:pt x="236854" y="0"/>
                </a:lnTo>
                <a:lnTo>
                  <a:pt x="267334" y="0"/>
                </a:lnTo>
                <a:lnTo>
                  <a:pt x="267334" y="7619"/>
                </a:lnTo>
                <a:close/>
              </a:path>
              <a:path w="5632450" h="1321435">
                <a:moveTo>
                  <a:pt x="320675" y="7619"/>
                </a:moveTo>
                <a:lnTo>
                  <a:pt x="290194" y="7619"/>
                </a:lnTo>
                <a:lnTo>
                  <a:pt x="290194" y="0"/>
                </a:lnTo>
                <a:lnTo>
                  <a:pt x="320675" y="0"/>
                </a:lnTo>
                <a:lnTo>
                  <a:pt x="320675" y="7619"/>
                </a:lnTo>
                <a:close/>
              </a:path>
              <a:path w="5632450" h="1321435">
                <a:moveTo>
                  <a:pt x="374015" y="7619"/>
                </a:moveTo>
                <a:lnTo>
                  <a:pt x="343534" y="7619"/>
                </a:lnTo>
                <a:lnTo>
                  <a:pt x="343534" y="0"/>
                </a:lnTo>
                <a:lnTo>
                  <a:pt x="374015" y="0"/>
                </a:lnTo>
                <a:lnTo>
                  <a:pt x="374015" y="7619"/>
                </a:lnTo>
                <a:close/>
              </a:path>
              <a:path w="5632450" h="1321435">
                <a:moveTo>
                  <a:pt x="427354" y="7619"/>
                </a:moveTo>
                <a:lnTo>
                  <a:pt x="396875" y="7619"/>
                </a:lnTo>
                <a:lnTo>
                  <a:pt x="396875" y="0"/>
                </a:lnTo>
                <a:lnTo>
                  <a:pt x="427354" y="0"/>
                </a:lnTo>
                <a:lnTo>
                  <a:pt x="427354" y="7619"/>
                </a:lnTo>
                <a:close/>
              </a:path>
              <a:path w="5632450" h="1321435">
                <a:moveTo>
                  <a:pt x="480694" y="7619"/>
                </a:moveTo>
                <a:lnTo>
                  <a:pt x="450215" y="7619"/>
                </a:lnTo>
                <a:lnTo>
                  <a:pt x="450215" y="0"/>
                </a:lnTo>
                <a:lnTo>
                  <a:pt x="480694" y="0"/>
                </a:lnTo>
                <a:lnTo>
                  <a:pt x="480694" y="7619"/>
                </a:lnTo>
                <a:close/>
              </a:path>
              <a:path w="5632450" h="1321435">
                <a:moveTo>
                  <a:pt x="534035" y="7619"/>
                </a:moveTo>
                <a:lnTo>
                  <a:pt x="503554" y="7619"/>
                </a:lnTo>
                <a:lnTo>
                  <a:pt x="503554" y="0"/>
                </a:lnTo>
                <a:lnTo>
                  <a:pt x="534035" y="0"/>
                </a:lnTo>
                <a:lnTo>
                  <a:pt x="534035" y="7619"/>
                </a:lnTo>
                <a:close/>
              </a:path>
              <a:path w="5632450" h="1321435">
                <a:moveTo>
                  <a:pt x="587375" y="7619"/>
                </a:moveTo>
                <a:lnTo>
                  <a:pt x="556894" y="7619"/>
                </a:lnTo>
                <a:lnTo>
                  <a:pt x="556894" y="0"/>
                </a:lnTo>
                <a:lnTo>
                  <a:pt x="587375" y="0"/>
                </a:lnTo>
                <a:lnTo>
                  <a:pt x="587375" y="7619"/>
                </a:lnTo>
                <a:close/>
              </a:path>
              <a:path w="5632450" h="1321435">
                <a:moveTo>
                  <a:pt x="640715" y="7619"/>
                </a:moveTo>
                <a:lnTo>
                  <a:pt x="610235" y="7619"/>
                </a:lnTo>
                <a:lnTo>
                  <a:pt x="610235" y="0"/>
                </a:lnTo>
                <a:lnTo>
                  <a:pt x="640715" y="0"/>
                </a:lnTo>
                <a:lnTo>
                  <a:pt x="640715" y="7619"/>
                </a:lnTo>
                <a:close/>
              </a:path>
              <a:path w="5632450" h="1321435">
                <a:moveTo>
                  <a:pt x="694054" y="7619"/>
                </a:moveTo>
                <a:lnTo>
                  <a:pt x="663575" y="7619"/>
                </a:lnTo>
                <a:lnTo>
                  <a:pt x="663575" y="0"/>
                </a:lnTo>
                <a:lnTo>
                  <a:pt x="694054" y="0"/>
                </a:lnTo>
                <a:lnTo>
                  <a:pt x="694054" y="7619"/>
                </a:lnTo>
                <a:close/>
              </a:path>
              <a:path w="5632450" h="1321435">
                <a:moveTo>
                  <a:pt x="747394" y="7619"/>
                </a:moveTo>
                <a:lnTo>
                  <a:pt x="716915" y="7619"/>
                </a:lnTo>
                <a:lnTo>
                  <a:pt x="716915" y="0"/>
                </a:lnTo>
                <a:lnTo>
                  <a:pt x="747394" y="0"/>
                </a:lnTo>
                <a:lnTo>
                  <a:pt x="747394" y="7619"/>
                </a:lnTo>
                <a:close/>
              </a:path>
              <a:path w="5632450" h="1321435">
                <a:moveTo>
                  <a:pt x="800735" y="7619"/>
                </a:moveTo>
                <a:lnTo>
                  <a:pt x="770254" y="7619"/>
                </a:lnTo>
                <a:lnTo>
                  <a:pt x="770254" y="0"/>
                </a:lnTo>
                <a:lnTo>
                  <a:pt x="800735" y="0"/>
                </a:lnTo>
                <a:lnTo>
                  <a:pt x="800735" y="7619"/>
                </a:lnTo>
                <a:close/>
              </a:path>
              <a:path w="5632450" h="1321435">
                <a:moveTo>
                  <a:pt x="854075" y="7619"/>
                </a:moveTo>
                <a:lnTo>
                  <a:pt x="823594" y="7619"/>
                </a:lnTo>
                <a:lnTo>
                  <a:pt x="823594" y="0"/>
                </a:lnTo>
                <a:lnTo>
                  <a:pt x="854075" y="0"/>
                </a:lnTo>
                <a:lnTo>
                  <a:pt x="854075" y="7619"/>
                </a:lnTo>
                <a:close/>
              </a:path>
              <a:path w="5632450" h="1321435">
                <a:moveTo>
                  <a:pt x="907415" y="7619"/>
                </a:moveTo>
                <a:lnTo>
                  <a:pt x="876935" y="7619"/>
                </a:lnTo>
                <a:lnTo>
                  <a:pt x="876935" y="0"/>
                </a:lnTo>
                <a:lnTo>
                  <a:pt x="907415" y="0"/>
                </a:lnTo>
                <a:lnTo>
                  <a:pt x="907415" y="7619"/>
                </a:lnTo>
                <a:close/>
              </a:path>
              <a:path w="5632450" h="1321435">
                <a:moveTo>
                  <a:pt x="960754" y="7619"/>
                </a:moveTo>
                <a:lnTo>
                  <a:pt x="930275" y="7619"/>
                </a:lnTo>
                <a:lnTo>
                  <a:pt x="930275" y="0"/>
                </a:lnTo>
                <a:lnTo>
                  <a:pt x="960754" y="0"/>
                </a:lnTo>
                <a:lnTo>
                  <a:pt x="960754" y="7619"/>
                </a:lnTo>
                <a:close/>
              </a:path>
              <a:path w="5632450" h="1321435">
                <a:moveTo>
                  <a:pt x="1014094" y="7619"/>
                </a:moveTo>
                <a:lnTo>
                  <a:pt x="983615" y="7619"/>
                </a:lnTo>
                <a:lnTo>
                  <a:pt x="983615" y="0"/>
                </a:lnTo>
                <a:lnTo>
                  <a:pt x="1014094" y="0"/>
                </a:lnTo>
                <a:lnTo>
                  <a:pt x="1014094" y="7619"/>
                </a:lnTo>
                <a:close/>
              </a:path>
              <a:path w="5632450" h="1321435">
                <a:moveTo>
                  <a:pt x="1067435" y="7619"/>
                </a:moveTo>
                <a:lnTo>
                  <a:pt x="1036954" y="7619"/>
                </a:lnTo>
                <a:lnTo>
                  <a:pt x="1036954" y="0"/>
                </a:lnTo>
                <a:lnTo>
                  <a:pt x="1067435" y="0"/>
                </a:lnTo>
                <a:lnTo>
                  <a:pt x="1067435" y="7619"/>
                </a:lnTo>
                <a:close/>
              </a:path>
              <a:path w="5632450" h="1321435">
                <a:moveTo>
                  <a:pt x="1120775" y="7619"/>
                </a:moveTo>
                <a:lnTo>
                  <a:pt x="1090295" y="7619"/>
                </a:lnTo>
                <a:lnTo>
                  <a:pt x="1090295" y="0"/>
                </a:lnTo>
                <a:lnTo>
                  <a:pt x="1120775" y="0"/>
                </a:lnTo>
                <a:lnTo>
                  <a:pt x="1120775" y="7619"/>
                </a:lnTo>
                <a:close/>
              </a:path>
              <a:path w="5632450" h="1321435">
                <a:moveTo>
                  <a:pt x="1174115" y="7619"/>
                </a:moveTo>
                <a:lnTo>
                  <a:pt x="1143635" y="7619"/>
                </a:lnTo>
                <a:lnTo>
                  <a:pt x="1143635" y="0"/>
                </a:lnTo>
                <a:lnTo>
                  <a:pt x="1174115" y="0"/>
                </a:lnTo>
                <a:lnTo>
                  <a:pt x="1174115" y="7619"/>
                </a:lnTo>
                <a:close/>
              </a:path>
              <a:path w="5632450" h="1321435">
                <a:moveTo>
                  <a:pt x="1227455" y="7619"/>
                </a:moveTo>
                <a:lnTo>
                  <a:pt x="1196974" y="7619"/>
                </a:lnTo>
                <a:lnTo>
                  <a:pt x="1196974" y="0"/>
                </a:lnTo>
                <a:lnTo>
                  <a:pt x="1227455" y="0"/>
                </a:lnTo>
                <a:lnTo>
                  <a:pt x="1227455" y="7619"/>
                </a:lnTo>
                <a:close/>
              </a:path>
              <a:path w="5632450" h="1321435">
                <a:moveTo>
                  <a:pt x="1280795" y="7619"/>
                </a:moveTo>
                <a:lnTo>
                  <a:pt x="1250315" y="7619"/>
                </a:lnTo>
                <a:lnTo>
                  <a:pt x="1250315" y="0"/>
                </a:lnTo>
                <a:lnTo>
                  <a:pt x="1280795" y="0"/>
                </a:lnTo>
                <a:lnTo>
                  <a:pt x="1280795" y="7619"/>
                </a:lnTo>
                <a:close/>
              </a:path>
              <a:path w="5632450" h="1321435">
                <a:moveTo>
                  <a:pt x="1334135" y="7619"/>
                </a:moveTo>
                <a:lnTo>
                  <a:pt x="1303655" y="7619"/>
                </a:lnTo>
                <a:lnTo>
                  <a:pt x="1303655" y="0"/>
                </a:lnTo>
                <a:lnTo>
                  <a:pt x="1334135" y="0"/>
                </a:lnTo>
                <a:lnTo>
                  <a:pt x="1334135" y="7619"/>
                </a:lnTo>
                <a:close/>
              </a:path>
              <a:path w="5632450" h="1321435">
                <a:moveTo>
                  <a:pt x="1387474" y="7619"/>
                </a:moveTo>
                <a:lnTo>
                  <a:pt x="1356995" y="7619"/>
                </a:lnTo>
                <a:lnTo>
                  <a:pt x="1356995" y="0"/>
                </a:lnTo>
                <a:lnTo>
                  <a:pt x="1387474" y="0"/>
                </a:lnTo>
                <a:lnTo>
                  <a:pt x="1387474" y="7619"/>
                </a:lnTo>
                <a:close/>
              </a:path>
              <a:path w="5632450" h="1321435">
                <a:moveTo>
                  <a:pt x="1440815" y="7619"/>
                </a:moveTo>
                <a:lnTo>
                  <a:pt x="1410335" y="7619"/>
                </a:lnTo>
                <a:lnTo>
                  <a:pt x="1410335" y="0"/>
                </a:lnTo>
                <a:lnTo>
                  <a:pt x="1440815" y="0"/>
                </a:lnTo>
                <a:lnTo>
                  <a:pt x="1440815" y="7619"/>
                </a:lnTo>
                <a:close/>
              </a:path>
              <a:path w="5632450" h="1321435">
                <a:moveTo>
                  <a:pt x="1494155" y="7619"/>
                </a:moveTo>
                <a:lnTo>
                  <a:pt x="1463674" y="7619"/>
                </a:lnTo>
                <a:lnTo>
                  <a:pt x="1463674" y="0"/>
                </a:lnTo>
                <a:lnTo>
                  <a:pt x="1494155" y="0"/>
                </a:lnTo>
                <a:lnTo>
                  <a:pt x="1494155" y="7619"/>
                </a:lnTo>
                <a:close/>
              </a:path>
              <a:path w="5632450" h="1321435">
                <a:moveTo>
                  <a:pt x="1547495" y="7619"/>
                </a:moveTo>
                <a:lnTo>
                  <a:pt x="1517015" y="7619"/>
                </a:lnTo>
                <a:lnTo>
                  <a:pt x="1517015" y="0"/>
                </a:lnTo>
                <a:lnTo>
                  <a:pt x="1547495" y="0"/>
                </a:lnTo>
                <a:lnTo>
                  <a:pt x="1547495" y="7619"/>
                </a:lnTo>
                <a:close/>
              </a:path>
              <a:path w="5632450" h="1321435">
                <a:moveTo>
                  <a:pt x="1600835" y="7619"/>
                </a:moveTo>
                <a:lnTo>
                  <a:pt x="1570355" y="7619"/>
                </a:lnTo>
                <a:lnTo>
                  <a:pt x="1570355" y="0"/>
                </a:lnTo>
                <a:lnTo>
                  <a:pt x="1600835" y="0"/>
                </a:lnTo>
                <a:lnTo>
                  <a:pt x="1600835" y="7619"/>
                </a:lnTo>
                <a:close/>
              </a:path>
              <a:path w="5632450" h="1321435">
                <a:moveTo>
                  <a:pt x="1654175" y="7619"/>
                </a:moveTo>
                <a:lnTo>
                  <a:pt x="1623695" y="7619"/>
                </a:lnTo>
                <a:lnTo>
                  <a:pt x="1623695" y="0"/>
                </a:lnTo>
                <a:lnTo>
                  <a:pt x="1654175" y="0"/>
                </a:lnTo>
                <a:lnTo>
                  <a:pt x="1654175" y="7619"/>
                </a:lnTo>
                <a:close/>
              </a:path>
              <a:path w="5632450" h="1321435">
                <a:moveTo>
                  <a:pt x="1707514" y="7619"/>
                </a:moveTo>
                <a:lnTo>
                  <a:pt x="1677035" y="7619"/>
                </a:lnTo>
                <a:lnTo>
                  <a:pt x="1677035" y="0"/>
                </a:lnTo>
                <a:lnTo>
                  <a:pt x="1707514" y="0"/>
                </a:lnTo>
                <a:lnTo>
                  <a:pt x="1707514" y="7619"/>
                </a:lnTo>
                <a:close/>
              </a:path>
              <a:path w="5632450" h="1321435">
                <a:moveTo>
                  <a:pt x="1760854" y="7619"/>
                </a:moveTo>
                <a:lnTo>
                  <a:pt x="1730375" y="7619"/>
                </a:lnTo>
                <a:lnTo>
                  <a:pt x="1730375" y="0"/>
                </a:lnTo>
                <a:lnTo>
                  <a:pt x="1760854" y="0"/>
                </a:lnTo>
                <a:lnTo>
                  <a:pt x="1760854" y="7619"/>
                </a:lnTo>
                <a:close/>
              </a:path>
              <a:path w="5632450" h="1321435">
                <a:moveTo>
                  <a:pt x="1814195" y="7619"/>
                </a:moveTo>
                <a:lnTo>
                  <a:pt x="1783714" y="7619"/>
                </a:lnTo>
                <a:lnTo>
                  <a:pt x="1783714" y="0"/>
                </a:lnTo>
                <a:lnTo>
                  <a:pt x="1814195" y="0"/>
                </a:lnTo>
                <a:lnTo>
                  <a:pt x="1814195" y="7619"/>
                </a:lnTo>
                <a:close/>
              </a:path>
              <a:path w="5632450" h="1321435">
                <a:moveTo>
                  <a:pt x="1867535" y="7619"/>
                </a:moveTo>
                <a:lnTo>
                  <a:pt x="1837054" y="7619"/>
                </a:lnTo>
                <a:lnTo>
                  <a:pt x="1837054" y="0"/>
                </a:lnTo>
                <a:lnTo>
                  <a:pt x="1867535" y="0"/>
                </a:lnTo>
                <a:lnTo>
                  <a:pt x="1867535" y="7619"/>
                </a:lnTo>
                <a:close/>
              </a:path>
              <a:path w="5632450" h="1321435">
                <a:moveTo>
                  <a:pt x="1920875" y="7619"/>
                </a:moveTo>
                <a:lnTo>
                  <a:pt x="1890395" y="7619"/>
                </a:lnTo>
                <a:lnTo>
                  <a:pt x="1890395" y="0"/>
                </a:lnTo>
                <a:lnTo>
                  <a:pt x="1920875" y="0"/>
                </a:lnTo>
                <a:lnTo>
                  <a:pt x="1920875" y="7619"/>
                </a:lnTo>
                <a:close/>
              </a:path>
              <a:path w="5632450" h="1321435">
                <a:moveTo>
                  <a:pt x="1974214" y="7619"/>
                </a:moveTo>
                <a:lnTo>
                  <a:pt x="1943735" y="7619"/>
                </a:lnTo>
                <a:lnTo>
                  <a:pt x="1943735" y="0"/>
                </a:lnTo>
                <a:lnTo>
                  <a:pt x="1974214" y="0"/>
                </a:lnTo>
                <a:lnTo>
                  <a:pt x="1974214" y="7619"/>
                </a:lnTo>
                <a:close/>
              </a:path>
              <a:path w="5632450" h="1321435">
                <a:moveTo>
                  <a:pt x="2027554" y="7619"/>
                </a:moveTo>
                <a:lnTo>
                  <a:pt x="1997075" y="7619"/>
                </a:lnTo>
                <a:lnTo>
                  <a:pt x="1997075" y="0"/>
                </a:lnTo>
                <a:lnTo>
                  <a:pt x="2027554" y="0"/>
                </a:lnTo>
                <a:lnTo>
                  <a:pt x="2027554" y="7619"/>
                </a:lnTo>
                <a:close/>
              </a:path>
              <a:path w="5632450" h="1321435">
                <a:moveTo>
                  <a:pt x="2080895" y="7619"/>
                </a:moveTo>
                <a:lnTo>
                  <a:pt x="2050414" y="7619"/>
                </a:lnTo>
                <a:lnTo>
                  <a:pt x="2050414" y="0"/>
                </a:lnTo>
                <a:lnTo>
                  <a:pt x="2080895" y="0"/>
                </a:lnTo>
                <a:lnTo>
                  <a:pt x="2080895" y="7619"/>
                </a:lnTo>
                <a:close/>
              </a:path>
              <a:path w="5632450" h="1321435">
                <a:moveTo>
                  <a:pt x="2134235" y="7619"/>
                </a:moveTo>
                <a:lnTo>
                  <a:pt x="2103754" y="7619"/>
                </a:lnTo>
                <a:lnTo>
                  <a:pt x="2103754" y="0"/>
                </a:lnTo>
                <a:lnTo>
                  <a:pt x="2134235" y="0"/>
                </a:lnTo>
                <a:lnTo>
                  <a:pt x="2134235" y="7619"/>
                </a:lnTo>
                <a:close/>
              </a:path>
              <a:path w="5632450" h="1321435">
                <a:moveTo>
                  <a:pt x="2187575" y="7619"/>
                </a:moveTo>
                <a:lnTo>
                  <a:pt x="2157095" y="7619"/>
                </a:lnTo>
                <a:lnTo>
                  <a:pt x="2157095" y="0"/>
                </a:lnTo>
                <a:lnTo>
                  <a:pt x="2187575" y="0"/>
                </a:lnTo>
                <a:lnTo>
                  <a:pt x="2187575" y="7619"/>
                </a:lnTo>
                <a:close/>
              </a:path>
              <a:path w="5632450" h="1321435">
                <a:moveTo>
                  <a:pt x="2240915" y="7619"/>
                </a:moveTo>
                <a:lnTo>
                  <a:pt x="2210435" y="7619"/>
                </a:lnTo>
                <a:lnTo>
                  <a:pt x="2210435" y="0"/>
                </a:lnTo>
                <a:lnTo>
                  <a:pt x="2240915" y="0"/>
                </a:lnTo>
                <a:lnTo>
                  <a:pt x="2240915" y="7619"/>
                </a:lnTo>
                <a:close/>
              </a:path>
              <a:path w="5632450" h="1321435">
                <a:moveTo>
                  <a:pt x="2294254" y="7619"/>
                </a:moveTo>
                <a:lnTo>
                  <a:pt x="2263775" y="7619"/>
                </a:lnTo>
                <a:lnTo>
                  <a:pt x="2263775" y="0"/>
                </a:lnTo>
                <a:lnTo>
                  <a:pt x="2294254" y="0"/>
                </a:lnTo>
                <a:lnTo>
                  <a:pt x="2294254" y="7619"/>
                </a:lnTo>
                <a:close/>
              </a:path>
              <a:path w="5632450" h="1321435">
                <a:moveTo>
                  <a:pt x="2347595" y="7619"/>
                </a:moveTo>
                <a:lnTo>
                  <a:pt x="2317115" y="7619"/>
                </a:lnTo>
                <a:lnTo>
                  <a:pt x="2317115" y="0"/>
                </a:lnTo>
                <a:lnTo>
                  <a:pt x="2347595" y="0"/>
                </a:lnTo>
                <a:lnTo>
                  <a:pt x="2347595" y="7619"/>
                </a:lnTo>
                <a:close/>
              </a:path>
              <a:path w="5632450" h="1321435">
                <a:moveTo>
                  <a:pt x="2400935" y="7619"/>
                </a:moveTo>
                <a:lnTo>
                  <a:pt x="2370454" y="7619"/>
                </a:lnTo>
                <a:lnTo>
                  <a:pt x="2370454" y="0"/>
                </a:lnTo>
                <a:lnTo>
                  <a:pt x="2400935" y="0"/>
                </a:lnTo>
                <a:lnTo>
                  <a:pt x="2400935" y="7619"/>
                </a:lnTo>
                <a:close/>
              </a:path>
              <a:path w="5632450" h="1321435">
                <a:moveTo>
                  <a:pt x="2454275" y="7619"/>
                </a:moveTo>
                <a:lnTo>
                  <a:pt x="2423795" y="7619"/>
                </a:lnTo>
                <a:lnTo>
                  <a:pt x="2423795" y="0"/>
                </a:lnTo>
                <a:lnTo>
                  <a:pt x="2454275" y="0"/>
                </a:lnTo>
                <a:lnTo>
                  <a:pt x="2454275" y="7619"/>
                </a:lnTo>
                <a:close/>
              </a:path>
              <a:path w="5632450" h="1321435">
                <a:moveTo>
                  <a:pt x="2507615" y="7619"/>
                </a:moveTo>
                <a:lnTo>
                  <a:pt x="2477135" y="7619"/>
                </a:lnTo>
                <a:lnTo>
                  <a:pt x="2477135" y="0"/>
                </a:lnTo>
                <a:lnTo>
                  <a:pt x="2507615" y="0"/>
                </a:lnTo>
                <a:lnTo>
                  <a:pt x="2507615" y="7619"/>
                </a:lnTo>
                <a:close/>
              </a:path>
              <a:path w="5632450" h="1321435">
                <a:moveTo>
                  <a:pt x="2560954" y="7619"/>
                </a:moveTo>
                <a:lnTo>
                  <a:pt x="2530475" y="7619"/>
                </a:lnTo>
                <a:lnTo>
                  <a:pt x="2530475" y="0"/>
                </a:lnTo>
                <a:lnTo>
                  <a:pt x="2560954" y="0"/>
                </a:lnTo>
                <a:lnTo>
                  <a:pt x="2560954" y="7619"/>
                </a:lnTo>
                <a:close/>
              </a:path>
              <a:path w="5632450" h="1321435">
                <a:moveTo>
                  <a:pt x="2614295" y="7619"/>
                </a:moveTo>
                <a:lnTo>
                  <a:pt x="2583815" y="7619"/>
                </a:lnTo>
                <a:lnTo>
                  <a:pt x="2583815" y="0"/>
                </a:lnTo>
                <a:lnTo>
                  <a:pt x="2614295" y="0"/>
                </a:lnTo>
                <a:lnTo>
                  <a:pt x="2614295" y="7619"/>
                </a:lnTo>
                <a:close/>
              </a:path>
              <a:path w="5632450" h="1321435">
                <a:moveTo>
                  <a:pt x="2667635" y="7619"/>
                </a:moveTo>
                <a:lnTo>
                  <a:pt x="2637154" y="7619"/>
                </a:lnTo>
                <a:lnTo>
                  <a:pt x="2637154" y="0"/>
                </a:lnTo>
                <a:lnTo>
                  <a:pt x="2667635" y="0"/>
                </a:lnTo>
                <a:lnTo>
                  <a:pt x="2667635" y="7619"/>
                </a:lnTo>
                <a:close/>
              </a:path>
              <a:path w="5632450" h="1321435">
                <a:moveTo>
                  <a:pt x="2720975" y="7619"/>
                </a:moveTo>
                <a:lnTo>
                  <a:pt x="2690495" y="7619"/>
                </a:lnTo>
                <a:lnTo>
                  <a:pt x="2690495" y="0"/>
                </a:lnTo>
                <a:lnTo>
                  <a:pt x="2720975" y="0"/>
                </a:lnTo>
                <a:lnTo>
                  <a:pt x="2720975" y="7619"/>
                </a:lnTo>
                <a:close/>
              </a:path>
              <a:path w="5632450" h="1321435">
                <a:moveTo>
                  <a:pt x="2774315" y="7619"/>
                </a:moveTo>
                <a:lnTo>
                  <a:pt x="2743835" y="7619"/>
                </a:lnTo>
                <a:lnTo>
                  <a:pt x="2743835" y="0"/>
                </a:lnTo>
                <a:lnTo>
                  <a:pt x="2774315" y="0"/>
                </a:lnTo>
                <a:lnTo>
                  <a:pt x="2774315" y="7619"/>
                </a:lnTo>
                <a:close/>
              </a:path>
              <a:path w="5632450" h="1321435">
                <a:moveTo>
                  <a:pt x="2827655" y="7619"/>
                </a:moveTo>
                <a:lnTo>
                  <a:pt x="2797175" y="7619"/>
                </a:lnTo>
                <a:lnTo>
                  <a:pt x="2797175" y="0"/>
                </a:lnTo>
                <a:lnTo>
                  <a:pt x="2827655" y="0"/>
                </a:lnTo>
                <a:lnTo>
                  <a:pt x="2827655" y="7619"/>
                </a:lnTo>
                <a:close/>
              </a:path>
              <a:path w="5632450" h="1321435">
                <a:moveTo>
                  <a:pt x="2880995" y="7619"/>
                </a:moveTo>
                <a:lnTo>
                  <a:pt x="2850515" y="7619"/>
                </a:lnTo>
                <a:lnTo>
                  <a:pt x="2850515" y="0"/>
                </a:lnTo>
                <a:lnTo>
                  <a:pt x="2880995" y="0"/>
                </a:lnTo>
                <a:lnTo>
                  <a:pt x="2880995" y="7619"/>
                </a:lnTo>
                <a:close/>
              </a:path>
              <a:path w="5632450" h="1321435">
                <a:moveTo>
                  <a:pt x="2934335" y="7619"/>
                </a:moveTo>
                <a:lnTo>
                  <a:pt x="2903855" y="7619"/>
                </a:lnTo>
                <a:lnTo>
                  <a:pt x="2903855" y="0"/>
                </a:lnTo>
                <a:lnTo>
                  <a:pt x="2934335" y="0"/>
                </a:lnTo>
                <a:lnTo>
                  <a:pt x="2934335" y="7619"/>
                </a:lnTo>
                <a:close/>
              </a:path>
              <a:path w="5632450" h="1321435">
                <a:moveTo>
                  <a:pt x="2987675" y="7619"/>
                </a:moveTo>
                <a:lnTo>
                  <a:pt x="2957195" y="7619"/>
                </a:lnTo>
                <a:lnTo>
                  <a:pt x="2957195" y="0"/>
                </a:lnTo>
                <a:lnTo>
                  <a:pt x="2987675" y="0"/>
                </a:lnTo>
                <a:lnTo>
                  <a:pt x="2987675" y="7619"/>
                </a:lnTo>
                <a:close/>
              </a:path>
              <a:path w="5632450" h="1321435">
                <a:moveTo>
                  <a:pt x="3041015" y="7619"/>
                </a:moveTo>
                <a:lnTo>
                  <a:pt x="3010535" y="7619"/>
                </a:lnTo>
                <a:lnTo>
                  <a:pt x="3010535" y="0"/>
                </a:lnTo>
                <a:lnTo>
                  <a:pt x="3041015" y="0"/>
                </a:lnTo>
                <a:lnTo>
                  <a:pt x="3041015" y="7619"/>
                </a:lnTo>
                <a:close/>
              </a:path>
              <a:path w="5632450" h="1321435">
                <a:moveTo>
                  <a:pt x="3094355" y="7619"/>
                </a:moveTo>
                <a:lnTo>
                  <a:pt x="3063875" y="7619"/>
                </a:lnTo>
                <a:lnTo>
                  <a:pt x="3063875" y="0"/>
                </a:lnTo>
                <a:lnTo>
                  <a:pt x="3094355" y="0"/>
                </a:lnTo>
                <a:lnTo>
                  <a:pt x="3094355" y="7619"/>
                </a:lnTo>
                <a:close/>
              </a:path>
              <a:path w="5632450" h="1321435">
                <a:moveTo>
                  <a:pt x="3147695" y="7619"/>
                </a:moveTo>
                <a:lnTo>
                  <a:pt x="3117215" y="7619"/>
                </a:lnTo>
                <a:lnTo>
                  <a:pt x="3117215" y="0"/>
                </a:lnTo>
                <a:lnTo>
                  <a:pt x="3147695" y="0"/>
                </a:lnTo>
                <a:lnTo>
                  <a:pt x="3147695" y="7619"/>
                </a:lnTo>
                <a:close/>
              </a:path>
              <a:path w="5632450" h="1321435">
                <a:moveTo>
                  <a:pt x="3201035" y="7619"/>
                </a:moveTo>
                <a:lnTo>
                  <a:pt x="3170555" y="7619"/>
                </a:lnTo>
                <a:lnTo>
                  <a:pt x="3170555" y="0"/>
                </a:lnTo>
                <a:lnTo>
                  <a:pt x="3201035" y="0"/>
                </a:lnTo>
                <a:lnTo>
                  <a:pt x="3201035" y="7619"/>
                </a:lnTo>
                <a:close/>
              </a:path>
              <a:path w="5632450" h="1321435">
                <a:moveTo>
                  <a:pt x="3254375" y="7619"/>
                </a:moveTo>
                <a:lnTo>
                  <a:pt x="3223895" y="7619"/>
                </a:lnTo>
                <a:lnTo>
                  <a:pt x="3223895" y="0"/>
                </a:lnTo>
                <a:lnTo>
                  <a:pt x="3254375" y="0"/>
                </a:lnTo>
                <a:lnTo>
                  <a:pt x="3254375" y="7619"/>
                </a:lnTo>
                <a:close/>
              </a:path>
              <a:path w="5632450" h="1321435">
                <a:moveTo>
                  <a:pt x="3307715" y="7619"/>
                </a:moveTo>
                <a:lnTo>
                  <a:pt x="3277235" y="7619"/>
                </a:lnTo>
                <a:lnTo>
                  <a:pt x="3277235" y="0"/>
                </a:lnTo>
                <a:lnTo>
                  <a:pt x="3307715" y="0"/>
                </a:lnTo>
                <a:lnTo>
                  <a:pt x="3307715" y="7619"/>
                </a:lnTo>
                <a:close/>
              </a:path>
              <a:path w="5632450" h="1321435">
                <a:moveTo>
                  <a:pt x="3361055" y="7619"/>
                </a:moveTo>
                <a:lnTo>
                  <a:pt x="3330575" y="7619"/>
                </a:lnTo>
                <a:lnTo>
                  <a:pt x="3330575" y="0"/>
                </a:lnTo>
                <a:lnTo>
                  <a:pt x="3361055" y="0"/>
                </a:lnTo>
                <a:lnTo>
                  <a:pt x="3361055" y="7619"/>
                </a:lnTo>
                <a:close/>
              </a:path>
              <a:path w="5632450" h="1321435">
                <a:moveTo>
                  <a:pt x="3414395" y="7619"/>
                </a:moveTo>
                <a:lnTo>
                  <a:pt x="3383915" y="7619"/>
                </a:lnTo>
                <a:lnTo>
                  <a:pt x="3383915" y="0"/>
                </a:lnTo>
                <a:lnTo>
                  <a:pt x="3414395" y="0"/>
                </a:lnTo>
                <a:lnTo>
                  <a:pt x="3414395" y="7619"/>
                </a:lnTo>
                <a:close/>
              </a:path>
              <a:path w="5632450" h="1321435">
                <a:moveTo>
                  <a:pt x="3467735" y="7619"/>
                </a:moveTo>
                <a:lnTo>
                  <a:pt x="3437255" y="7619"/>
                </a:lnTo>
                <a:lnTo>
                  <a:pt x="3437255" y="0"/>
                </a:lnTo>
                <a:lnTo>
                  <a:pt x="3467735" y="0"/>
                </a:lnTo>
                <a:lnTo>
                  <a:pt x="3467735" y="7619"/>
                </a:lnTo>
                <a:close/>
              </a:path>
              <a:path w="5632450" h="1321435">
                <a:moveTo>
                  <a:pt x="3521075" y="7619"/>
                </a:moveTo>
                <a:lnTo>
                  <a:pt x="3490595" y="7619"/>
                </a:lnTo>
                <a:lnTo>
                  <a:pt x="3490595" y="0"/>
                </a:lnTo>
                <a:lnTo>
                  <a:pt x="3521075" y="0"/>
                </a:lnTo>
                <a:lnTo>
                  <a:pt x="3521075" y="7619"/>
                </a:lnTo>
                <a:close/>
              </a:path>
              <a:path w="5632450" h="1321435">
                <a:moveTo>
                  <a:pt x="3574415" y="7619"/>
                </a:moveTo>
                <a:lnTo>
                  <a:pt x="3543935" y="7619"/>
                </a:lnTo>
                <a:lnTo>
                  <a:pt x="3543935" y="0"/>
                </a:lnTo>
                <a:lnTo>
                  <a:pt x="3574415" y="0"/>
                </a:lnTo>
                <a:lnTo>
                  <a:pt x="3574415" y="7619"/>
                </a:lnTo>
                <a:close/>
              </a:path>
              <a:path w="5632450" h="1321435">
                <a:moveTo>
                  <a:pt x="3627755" y="7619"/>
                </a:moveTo>
                <a:lnTo>
                  <a:pt x="3597275" y="7619"/>
                </a:lnTo>
                <a:lnTo>
                  <a:pt x="3597275" y="0"/>
                </a:lnTo>
                <a:lnTo>
                  <a:pt x="3627755" y="0"/>
                </a:lnTo>
                <a:lnTo>
                  <a:pt x="3627755" y="7619"/>
                </a:lnTo>
                <a:close/>
              </a:path>
              <a:path w="5632450" h="1321435">
                <a:moveTo>
                  <a:pt x="3681095" y="7619"/>
                </a:moveTo>
                <a:lnTo>
                  <a:pt x="3650615" y="7619"/>
                </a:lnTo>
                <a:lnTo>
                  <a:pt x="3650615" y="0"/>
                </a:lnTo>
                <a:lnTo>
                  <a:pt x="3681095" y="0"/>
                </a:lnTo>
                <a:lnTo>
                  <a:pt x="3681095" y="7619"/>
                </a:lnTo>
                <a:close/>
              </a:path>
              <a:path w="5632450" h="1321435">
                <a:moveTo>
                  <a:pt x="3734435" y="7619"/>
                </a:moveTo>
                <a:lnTo>
                  <a:pt x="3703955" y="7619"/>
                </a:lnTo>
                <a:lnTo>
                  <a:pt x="3703955" y="0"/>
                </a:lnTo>
                <a:lnTo>
                  <a:pt x="3734435" y="0"/>
                </a:lnTo>
                <a:lnTo>
                  <a:pt x="3734435" y="7619"/>
                </a:lnTo>
                <a:close/>
              </a:path>
              <a:path w="5632450" h="1321435">
                <a:moveTo>
                  <a:pt x="3787775" y="7619"/>
                </a:moveTo>
                <a:lnTo>
                  <a:pt x="3757295" y="7619"/>
                </a:lnTo>
                <a:lnTo>
                  <a:pt x="3757295" y="0"/>
                </a:lnTo>
                <a:lnTo>
                  <a:pt x="3787775" y="0"/>
                </a:lnTo>
                <a:lnTo>
                  <a:pt x="3787775" y="7619"/>
                </a:lnTo>
                <a:close/>
              </a:path>
              <a:path w="5632450" h="1321435">
                <a:moveTo>
                  <a:pt x="3841115" y="7619"/>
                </a:moveTo>
                <a:lnTo>
                  <a:pt x="3810635" y="7619"/>
                </a:lnTo>
                <a:lnTo>
                  <a:pt x="3810635" y="0"/>
                </a:lnTo>
                <a:lnTo>
                  <a:pt x="3841115" y="0"/>
                </a:lnTo>
                <a:lnTo>
                  <a:pt x="3841115" y="7619"/>
                </a:lnTo>
                <a:close/>
              </a:path>
              <a:path w="5632450" h="1321435">
                <a:moveTo>
                  <a:pt x="3894455" y="7619"/>
                </a:moveTo>
                <a:lnTo>
                  <a:pt x="3863975" y="7619"/>
                </a:lnTo>
                <a:lnTo>
                  <a:pt x="3863975" y="0"/>
                </a:lnTo>
                <a:lnTo>
                  <a:pt x="3894455" y="0"/>
                </a:lnTo>
                <a:lnTo>
                  <a:pt x="3894455" y="7619"/>
                </a:lnTo>
                <a:close/>
              </a:path>
              <a:path w="5632450" h="1321435">
                <a:moveTo>
                  <a:pt x="3947795" y="7619"/>
                </a:moveTo>
                <a:lnTo>
                  <a:pt x="3917315" y="7619"/>
                </a:lnTo>
                <a:lnTo>
                  <a:pt x="3917315" y="0"/>
                </a:lnTo>
                <a:lnTo>
                  <a:pt x="3947795" y="0"/>
                </a:lnTo>
                <a:lnTo>
                  <a:pt x="3947795" y="7619"/>
                </a:lnTo>
                <a:close/>
              </a:path>
              <a:path w="5632450" h="1321435">
                <a:moveTo>
                  <a:pt x="4001135" y="7619"/>
                </a:moveTo>
                <a:lnTo>
                  <a:pt x="3970655" y="7619"/>
                </a:lnTo>
                <a:lnTo>
                  <a:pt x="3970655" y="0"/>
                </a:lnTo>
                <a:lnTo>
                  <a:pt x="4001135" y="0"/>
                </a:lnTo>
                <a:lnTo>
                  <a:pt x="4001135" y="7619"/>
                </a:lnTo>
                <a:close/>
              </a:path>
              <a:path w="5632450" h="1321435">
                <a:moveTo>
                  <a:pt x="4054475" y="7619"/>
                </a:moveTo>
                <a:lnTo>
                  <a:pt x="4023995" y="7619"/>
                </a:lnTo>
                <a:lnTo>
                  <a:pt x="4023995" y="0"/>
                </a:lnTo>
                <a:lnTo>
                  <a:pt x="4054475" y="0"/>
                </a:lnTo>
                <a:lnTo>
                  <a:pt x="4054475" y="7619"/>
                </a:lnTo>
                <a:close/>
              </a:path>
              <a:path w="5632450" h="1321435">
                <a:moveTo>
                  <a:pt x="4107815" y="7619"/>
                </a:moveTo>
                <a:lnTo>
                  <a:pt x="4077335" y="7619"/>
                </a:lnTo>
                <a:lnTo>
                  <a:pt x="4077335" y="0"/>
                </a:lnTo>
                <a:lnTo>
                  <a:pt x="4107815" y="0"/>
                </a:lnTo>
                <a:lnTo>
                  <a:pt x="4107815" y="7619"/>
                </a:lnTo>
                <a:close/>
              </a:path>
              <a:path w="5632450" h="1321435">
                <a:moveTo>
                  <a:pt x="4161155" y="7619"/>
                </a:moveTo>
                <a:lnTo>
                  <a:pt x="4130675" y="7619"/>
                </a:lnTo>
                <a:lnTo>
                  <a:pt x="4130675" y="0"/>
                </a:lnTo>
                <a:lnTo>
                  <a:pt x="4161155" y="0"/>
                </a:lnTo>
                <a:lnTo>
                  <a:pt x="4161155" y="7619"/>
                </a:lnTo>
                <a:close/>
              </a:path>
              <a:path w="5632450" h="1321435">
                <a:moveTo>
                  <a:pt x="4214495" y="7619"/>
                </a:moveTo>
                <a:lnTo>
                  <a:pt x="4184015" y="7619"/>
                </a:lnTo>
                <a:lnTo>
                  <a:pt x="4184015" y="0"/>
                </a:lnTo>
                <a:lnTo>
                  <a:pt x="4214495" y="0"/>
                </a:lnTo>
                <a:lnTo>
                  <a:pt x="4214495" y="7619"/>
                </a:lnTo>
                <a:close/>
              </a:path>
              <a:path w="5632450" h="1321435">
                <a:moveTo>
                  <a:pt x="4267835" y="7619"/>
                </a:moveTo>
                <a:lnTo>
                  <a:pt x="4237355" y="7619"/>
                </a:lnTo>
                <a:lnTo>
                  <a:pt x="4237355" y="0"/>
                </a:lnTo>
                <a:lnTo>
                  <a:pt x="4267835" y="0"/>
                </a:lnTo>
                <a:lnTo>
                  <a:pt x="4267835" y="7619"/>
                </a:lnTo>
                <a:close/>
              </a:path>
              <a:path w="5632450" h="1321435">
                <a:moveTo>
                  <a:pt x="4321175" y="7619"/>
                </a:moveTo>
                <a:lnTo>
                  <a:pt x="4290695" y="7619"/>
                </a:lnTo>
                <a:lnTo>
                  <a:pt x="4290695" y="0"/>
                </a:lnTo>
                <a:lnTo>
                  <a:pt x="4321175" y="0"/>
                </a:lnTo>
                <a:lnTo>
                  <a:pt x="4321175" y="7619"/>
                </a:lnTo>
                <a:close/>
              </a:path>
              <a:path w="5632450" h="1321435">
                <a:moveTo>
                  <a:pt x="4374515" y="7619"/>
                </a:moveTo>
                <a:lnTo>
                  <a:pt x="4344035" y="7619"/>
                </a:lnTo>
                <a:lnTo>
                  <a:pt x="4344035" y="0"/>
                </a:lnTo>
                <a:lnTo>
                  <a:pt x="4374515" y="0"/>
                </a:lnTo>
                <a:lnTo>
                  <a:pt x="4374515" y="7619"/>
                </a:lnTo>
                <a:close/>
              </a:path>
              <a:path w="5632450" h="1321435">
                <a:moveTo>
                  <a:pt x="4427855" y="7619"/>
                </a:moveTo>
                <a:lnTo>
                  <a:pt x="4397375" y="7619"/>
                </a:lnTo>
                <a:lnTo>
                  <a:pt x="4397375" y="0"/>
                </a:lnTo>
                <a:lnTo>
                  <a:pt x="4427855" y="0"/>
                </a:lnTo>
                <a:lnTo>
                  <a:pt x="4427855" y="7619"/>
                </a:lnTo>
                <a:close/>
              </a:path>
              <a:path w="5632450" h="1321435">
                <a:moveTo>
                  <a:pt x="4481195" y="7619"/>
                </a:moveTo>
                <a:lnTo>
                  <a:pt x="4450715" y="7619"/>
                </a:lnTo>
                <a:lnTo>
                  <a:pt x="4450715" y="0"/>
                </a:lnTo>
                <a:lnTo>
                  <a:pt x="4481195" y="0"/>
                </a:lnTo>
                <a:lnTo>
                  <a:pt x="4481195" y="7619"/>
                </a:lnTo>
                <a:close/>
              </a:path>
              <a:path w="5632450" h="1321435">
                <a:moveTo>
                  <a:pt x="4534535" y="7619"/>
                </a:moveTo>
                <a:lnTo>
                  <a:pt x="4504055" y="7619"/>
                </a:lnTo>
                <a:lnTo>
                  <a:pt x="4504055" y="0"/>
                </a:lnTo>
                <a:lnTo>
                  <a:pt x="4534535" y="0"/>
                </a:lnTo>
                <a:lnTo>
                  <a:pt x="4534535" y="7619"/>
                </a:lnTo>
                <a:close/>
              </a:path>
              <a:path w="5632450" h="1321435">
                <a:moveTo>
                  <a:pt x="4587875" y="7619"/>
                </a:moveTo>
                <a:lnTo>
                  <a:pt x="4557395" y="7619"/>
                </a:lnTo>
                <a:lnTo>
                  <a:pt x="4557395" y="0"/>
                </a:lnTo>
                <a:lnTo>
                  <a:pt x="4587875" y="0"/>
                </a:lnTo>
                <a:lnTo>
                  <a:pt x="4587875" y="7619"/>
                </a:lnTo>
                <a:close/>
              </a:path>
              <a:path w="5632450" h="1321435">
                <a:moveTo>
                  <a:pt x="4641215" y="7619"/>
                </a:moveTo>
                <a:lnTo>
                  <a:pt x="4610735" y="7619"/>
                </a:lnTo>
                <a:lnTo>
                  <a:pt x="4610735" y="0"/>
                </a:lnTo>
                <a:lnTo>
                  <a:pt x="4641215" y="0"/>
                </a:lnTo>
                <a:lnTo>
                  <a:pt x="4641215" y="7619"/>
                </a:lnTo>
                <a:close/>
              </a:path>
              <a:path w="5632450" h="1321435">
                <a:moveTo>
                  <a:pt x="4694555" y="7619"/>
                </a:moveTo>
                <a:lnTo>
                  <a:pt x="4664075" y="7619"/>
                </a:lnTo>
                <a:lnTo>
                  <a:pt x="4664075" y="0"/>
                </a:lnTo>
                <a:lnTo>
                  <a:pt x="4694555" y="0"/>
                </a:lnTo>
                <a:lnTo>
                  <a:pt x="4694555" y="7619"/>
                </a:lnTo>
                <a:close/>
              </a:path>
              <a:path w="5632450" h="1321435">
                <a:moveTo>
                  <a:pt x="4747895" y="7619"/>
                </a:moveTo>
                <a:lnTo>
                  <a:pt x="4717415" y="7619"/>
                </a:lnTo>
                <a:lnTo>
                  <a:pt x="4717415" y="0"/>
                </a:lnTo>
                <a:lnTo>
                  <a:pt x="4747895" y="0"/>
                </a:lnTo>
                <a:lnTo>
                  <a:pt x="4747895" y="7619"/>
                </a:lnTo>
                <a:close/>
              </a:path>
              <a:path w="5632450" h="1321435">
                <a:moveTo>
                  <a:pt x="4801235" y="7619"/>
                </a:moveTo>
                <a:lnTo>
                  <a:pt x="4770755" y="7619"/>
                </a:lnTo>
                <a:lnTo>
                  <a:pt x="4770755" y="0"/>
                </a:lnTo>
                <a:lnTo>
                  <a:pt x="4801235" y="0"/>
                </a:lnTo>
                <a:lnTo>
                  <a:pt x="4801235" y="7619"/>
                </a:lnTo>
                <a:close/>
              </a:path>
              <a:path w="5632450" h="1321435">
                <a:moveTo>
                  <a:pt x="4854575" y="7619"/>
                </a:moveTo>
                <a:lnTo>
                  <a:pt x="4824095" y="7619"/>
                </a:lnTo>
                <a:lnTo>
                  <a:pt x="4824095" y="0"/>
                </a:lnTo>
                <a:lnTo>
                  <a:pt x="4854575" y="0"/>
                </a:lnTo>
                <a:lnTo>
                  <a:pt x="4854575" y="7619"/>
                </a:lnTo>
                <a:close/>
              </a:path>
              <a:path w="5632450" h="1321435">
                <a:moveTo>
                  <a:pt x="4907915" y="7619"/>
                </a:moveTo>
                <a:lnTo>
                  <a:pt x="4877435" y="7619"/>
                </a:lnTo>
                <a:lnTo>
                  <a:pt x="4877435" y="0"/>
                </a:lnTo>
                <a:lnTo>
                  <a:pt x="4907915" y="0"/>
                </a:lnTo>
                <a:lnTo>
                  <a:pt x="4907915" y="7619"/>
                </a:lnTo>
                <a:close/>
              </a:path>
              <a:path w="5632450" h="1321435">
                <a:moveTo>
                  <a:pt x="4961255" y="7619"/>
                </a:moveTo>
                <a:lnTo>
                  <a:pt x="4930775" y="7619"/>
                </a:lnTo>
                <a:lnTo>
                  <a:pt x="4930775" y="0"/>
                </a:lnTo>
                <a:lnTo>
                  <a:pt x="4961255" y="0"/>
                </a:lnTo>
                <a:lnTo>
                  <a:pt x="4961255" y="7619"/>
                </a:lnTo>
                <a:close/>
              </a:path>
              <a:path w="5632450" h="1321435">
                <a:moveTo>
                  <a:pt x="5014595" y="7619"/>
                </a:moveTo>
                <a:lnTo>
                  <a:pt x="4984115" y="7619"/>
                </a:lnTo>
                <a:lnTo>
                  <a:pt x="4984115" y="0"/>
                </a:lnTo>
                <a:lnTo>
                  <a:pt x="5014595" y="0"/>
                </a:lnTo>
                <a:lnTo>
                  <a:pt x="5014595" y="7619"/>
                </a:lnTo>
                <a:close/>
              </a:path>
              <a:path w="5632450" h="1321435">
                <a:moveTo>
                  <a:pt x="5067935" y="7619"/>
                </a:moveTo>
                <a:lnTo>
                  <a:pt x="5037455" y="7619"/>
                </a:lnTo>
                <a:lnTo>
                  <a:pt x="5037455" y="0"/>
                </a:lnTo>
                <a:lnTo>
                  <a:pt x="5067935" y="0"/>
                </a:lnTo>
                <a:lnTo>
                  <a:pt x="5067935" y="7619"/>
                </a:lnTo>
                <a:close/>
              </a:path>
              <a:path w="5632450" h="1321435">
                <a:moveTo>
                  <a:pt x="5121275" y="7619"/>
                </a:moveTo>
                <a:lnTo>
                  <a:pt x="5090795" y="7619"/>
                </a:lnTo>
                <a:lnTo>
                  <a:pt x="5090795" y="0"/>
                </a:lnTo>
                <a:lnTo>
                  <a:pt x="5121275" y="0"/>
                </a:lnTo>
                <a:lnTo>
                  <a:pt x="5121275" y="7619"/>
                </a:lnTo>
                <a:close/>
              </a:path>
              <a:path w="5632450" h="1321435">
                <a:moveTo>
                  <a:pt x="5174615" y="7619"/>
                </a:moveTo>
                <a:lnTo>
                  <a:pt x="5144135" y="7619"/>
                </a:lnTo>
                <a:lnTo>
                  <a:pt x="5144135" y="0"/>
                </a:lnTo>
                <a:lnTo>
                  <a:pt x="5174615" y="0"/>
                </a:lnTo>
                <a:lnTo>
                  <a:pt x="5174615" y="7619"/>
                </a:lnTo>
                <a:close/>
              </a:path>
              <a:path w="5632450" h="1321435">
                <a:moveTo>
                  <a:pt x="5227955" y="7619"/>
                </a:moveTo>
                <a:lnTo>
                  <a:pt x="5197475" y="7619"/>
                </a:lnTo>
                <a:lnTo>
                  <a:pt x="5197475" y="0"/>
                </a:lnTo>
                <a:lnTo>
                  <a:pt x="5227955" y="0"/>
                </a:lnTo>
                <a:lnTo>
                  <a:pt x="5227955" y="7619"/>
                </a:lnTo>
                <a:close/>
              </a:path>
              <a:path w="5632450" h="1321435">
                <a:moveTo>
                  <a:pt x="5281295" y="7619"/>
                </a:moveTo>
                <a:lnTo>
                  <a:pt x="5250815" y="7619"/>
                </a:lnTo>
                <a:lnTo>
                  <a:pt x="5250815" y="0"/>
                </a:lnTo>
                <a:lnTo>
                  <a:pt x="5281295" y="0"/>
                </a:lnTo>
                <a:lnTo>
                  <a:pt x="5281295" y="7619"/>
                </a:lnTo>
                <a:close/>
              </a:path>
              <a:path w="5632450" h="1321435">
                <a:moveTo>
                  <a:pt x="5334635" y="7619"/>
                </a:moveTo>
                <a:lnTo>
                  <a:pt x="5304155" y="7619"/>
                </a:lnTo>
                <a:lnTo>
                  <a:pt x="5304155" y="0"/>
                </a:lnTo>
                <a:lnTo>
                  <a:pt x="5334635" y="0"/>
                </a:lnTo>
                <a:lnTo>
                  <a:pt x="5334635" y="7619"/>
                </a:lnTo>
                <a:close/>
              </a:path>
              <a:path w="5632450" h="1321435">
                <a:moveTo>
                  <a:pt x="5387975" y="7619"/>
                </a:moveTo>
                <a:lnTo>
                  <a:pt x="5357495" y="7619"/>
                </a:lnTo>
                <a:lnTo>
                  <a:pt x="5357495" y="0"/>
                </a:lnTo>
                <a:lnTo>
                  <a:pt x="5387975" y="0"/>
                </a:lnTo>
                <a:lnTo>
                  <a:pt x="5387975" y="7619"/>
                </a:lnTo>
                <a:close/>
              </a:path>
              <a:path w="5632450" h="1321435">
                <a:moveTo>
                  <a:pt x="5441315" y="7619"/>
                </a:moveTo>
                <a:lnTo>
                  <a:pt x="5410835" y="7619"/>
                </a:lnTo>
                <a:lnTo>
                  <a:pt x="5410835" y="0"/>
                </a:lnTo>
                <a:lnTo>
                  <a:pt x="5441315" y="0"/>
                </a:lnTo>
                <a:lnTo>
                  <a:pt x="5441315" y="7619"/>
                </a:lnTo>
                <a:close/>
              </a:path>
              <a:path w="5632450" h="1321435">
                <a:moveTo>
                  <a:pt x="5494655" y="7619"/>
                </a:moveTo>
                <a:lnTo>
                  <a:pt x="5464175" y="7619"/>
                </a:lnTo>
                <a:lnTo>
                  <a:pt x="5464175" y="0"/>
                </a:lnTo>
                <a:lnTo>
                  <a:pt x="5494655" y="0"/>
                </a:lnTo>
                <a:lnTo>
                  <a:pt x="5494655" y="7619"/>
                </a:lnTo>
                <a:close/>
              </a:path>
              <a:path w="5632450" h="1321435">
                <a:moveTo>
                  <a:pt x="5547995" y="7619"/>
                </a:moveTo>
                <a:lnTo>
                  <a:pt x="5517515" y="7619"/>
                </a:lnTo>
                <a:lnTo>
                  <a:pt x="5517515" y="0"/>
                </a:lnTo>
                <a:lnTo>
                  <a:pt x="5547995" y="0"/>
                </a:lnTo>
                <a:lnTo>
                  <a:pt x="5547995" y="7619"/>
                </a:lnTo>
                <a:close/>
              </a:path>
              <a:path w="5632450" h="1321435">
                <a:moveTo>
                  <a:pt x="5601335" y="7619"/>
                </a:moveTo>
                <a:lnTo>
                  <a:pt x="5570855" y="7619"/>
                </a:lnTo>
                <a:lnTo>
                  <a:pt x="5570855" y="0"/>
                </a:lnTo>
                <a:lnTo>
                  <a:pt x="5601335" y="0"/>
                </a:lnTo>
                <a:lnTo>
                  <a:pt x="5601335" y="7619"/>
                </a:lnTo>
                <a:close/>
              </a:path>
              <a:path w="5632450" h="1321435">
                <a:moveTo>
                  <a:pt x="5624830" y="7619"/>
                </a:moveTo>
                <a:lnTo>
                  <a:pt x="5624195" y="7619"/>
                </a:lnTo>
                <a:lnTo>
                  <a:pt x="5624195" y="0"/>
                </a:lnTo>
                <a:lnTo>
                  <a:pt x="5632450" y="0"/>
                </a:lnTo>
                <a:lnTo>
                  <a:pt x="5632450" y="3809"/>
                </a:lnTo>
                <a:lnTo>
                  <a:pt x="5624830" y="3809"/>
                </a:lnTo>
                <a:lnTo>
                  <a:pt x="5624830" y="7619"/>
                </a:lnTo>
                <a:close/>
              </a:path>
              <a:path w="5632450" h="1321435">
                <a:moveTo>
                  <a:pt x="5632450" y="29844"/>
                </a:moveTo>
                <a:lnTo>
                  <a:pt x="5624830" y="29844"/>
                </a:lnTo>
                <a:lnTo>
                  <a:pt x="5624830" y="3809"/>
                </a:lnTo>
                <a:lnTo>
                  <a:pt x="5628640" y="7619"/>
                </a:lnTo>
                <a:lnTo>
                  <a:pt x="5632450" y="7619"/>
                </a:lnTo>
                <a:lnTo>
                  <a:pt x="5632450" y="29844"/>
                </a:lnTo>
                <a:close/>
              </a:path>
              <a:path w="5632450" h="1321435">
                <a:moveTo>
                  <a:pt x="5632450" y="7619"/>
                </a:moveTo>
                <a:lnTo>
                  <a:pt x="5628640" y="7619"/>
                </a:lnTo>
                <a:lnTo>
                  <a:pt x="5624830" y="3809"/>
                </a:lnTo>
                <a:lnTo>
                  <a:pt x="5632450" y="3809"/>
                </a:lnTo>
                <a:lnTo>
                  <a:pt x="5632450" y="7619"/>
                </a:lnTo>
                <a:close/>
              </a:path>
              <a:path w="5632450" h="1321435">
                <a:moveTo>
                  <a:pt x="5632450" y="83184"/>
                </a:moveTo>
                <a:lnTo>
                  <a:pt x="5624830" y="83184"/>
                </a:lnTo>
                <a:lnTo>
                  <a:pt x="5624830" y="52704"/>
                </a:lnTo>
                <a:lnTo>
                  <a:pt x="5632450" y="52704"/>
                </a:lnTo>
                <a:lnTo>
                  <a:pt x="5632450" y="83184"/>
                </a:lnTo>
                <a:close/>
              </a:path>
              <a:path w="5632450" h="1321435">
                <a:moveTo>
                  <a:pt x="5632450" y="136525"/>
                </a:moveTo>
                <a:lnTo>
                  <a:pt x="5624830" y="136525"/>
                </a:lnTo>
                <a:lnTo>
                  <a:pt x="5624830" y="106044"/>
                </a:lnTo>
                <a:lnTo>
                  <a:pt x="5632450" y="106044"/>
                </a:lnTo>
                <a:lnTo>
                  <a:pt x="5632450" y="136525"/>
                </a:lnTo>
                <a:close/>
              </a:path>
              <a:path w="5632450" h="1321435">
                <a:moveTo>
                  <a:pt x="5632450" y="189864"/>
                </a:moveTo>
                <a:lnTo>
                  <a:pt x="5624830" y="189864"/>
                </a:lnTo>
                <a:lnTo>
                  <a:pt x="5624830" y="159384"/>
                </a:lnTo>
                <a:lnTo>
                  <a:pt x="5632450" y="159384"/>
                </a:lnTo>
                <a:lnTo>
                  <a:pt x="5632450" y="189864"/>
                </a:lnTo>
                <a:close/>
              </a:path>
              <a:path w="5632450" h="1321435">
                <a:moveTo>
                  <a:pt x="5632450" y="243204"/>
                </a:moveTo>
                <a:lnTo>
                  <a:pt x="5624830" y="243204"/>
                </a:lnTo>
                <a:lnTo>
                  <a:pt x="5624830" y="212725"/>
                </a:lnTo>
                <a:lnTo>
                  <a:pt x="5632450" y="212725"/>
                </a:lnTo>
                <a:lnTo>
                  <a:pt x="5632450" y="243204"/>
                </a:lnTo>
                <a:close/>
              </a:path>
              <a:path w="5632450" h="1321435">
                <a:moveTo>
                  <a:pt x="5632450" y="296544"/>
                </a:moveTo>
                <a:lnTo>
                  <a:pt x="5624830" y="296544"/>
                </a:lnTo>
                <a:lnTo>
                  <a:pt x="5624830" y="266064"/>
                </a:lnTo>
                <a:lnTo>
                  <a:pt x="5632450" y="266064"/>
                </a:lnTo>
                <a:lnTo>
                  <a:pt x="5632450" y="296544"/>
                </a:lnTo>
                <a:close/>
              </a:path>
              <a:path w="5632450" h="1321435">
                <a:moveTo>
                  <a:pt x="5632450" y="349884"/>
                </a:moveTo>
                <a:lnTo>
                  <a:pt x="5624830" y="349884"/>
                </a:lnTo>
                <a:lnTo>
                  <a:pt x="5624830" y="319404"/>
                </a:lnTo>
                <a:lnTo>
                  <a:pt x="5632450" y="319404"/>
                </a:lnTo>
                <a:lnTo>
                  <a:pt x="5632450" y="349884"/>
                </a:lnTo>
                <a:close/>
              </a:path>
              <a:path w="5632450" h="1321435">
                <a:moveTo>
                  <a:pt x="5632450" y="403225"/>
                </a:moveTo>
                <a:lnTo>
                  <a:pt x="5624830" y="403225"/>
                </a:lnTo>
                <a:lnTo>
                  <a:pt x="5624830" y="372744"/>
                </a:lnTo>
                <a:lnTo>
                  <a:pt x="5632450" y="372744"/>
                </a:lnTo>
                <a:lnTo>
                  <a:pt x="5632450" y="403225"/>
                </a:lnTo>
                <a:close/>
              </a:path>
              <a:path w="5632450" h="1321435">
                <a:moveTo>
                  <a:pt x="5632450" y="456564"/>
                </a:moveTo>
                <a:lnTo>
                  <a:pt x="5624830" y="456564"/>
                </a:lnTo>
                <a:lnTo>
                  <a:pt x="5624830" y="426084"/>
                </a:lnTo>
                <a:lnTo>
                  <a:pt x="5632450" y="426084"/>
                </a:lnTo>
                <a:lnTo>
                  <a:pt x="5632450" y="456564"/>
                </a:lnTo>
                <a:close/>
              </a:path>
              <a:path w="5632450" h="1321435">
                <a:moveTo>
                  <a:pt x="5632450" y="509904"/>
                </a:moveTo>
                <a:lnTo>
                  <a:pt x="5624830" y="509904"/>
                </a:lnTo>
                <a:lnTo>
                  <a:pt x="5624830" y="479425"/>
                </a:lnTo>
                <a:lnTo>
                  <a:pt x="5632450" y="479425"/>
                </a:lnTo>
                <a:lnTo>
                  <a:pt x="5632450" y="509904"/>
                </a:lnTo>
                <a:close/>
              </a:path>
              <a:path w="5632450" h="1321435">
                <a:moveTo>
                  <a:pt x="5632450" y="563244"/>
                </a:moveTo>
                <a:lnTo>
                  <a:pt x="5624830" y="563244"/>
                </a:lnTo>
                <a:lnTo>
                  <a:pt x="5624830" y="532764"/>
                </a:lnTo>
                <a:lnTo>
                  <a:pt x="5632450" y="532764"/>
                </a:lnTo>
                <a:lnTo>
                  <a:pt x="5632450" y="563244"/>
                </a:lnTo>
                <a:close/>
              </a:path>
              <a:path w="5632450" h="1321435">
                <a:moveTo>
                  <a:pt x="5632450" y="616584"/>
                </a:moveTo>
                <a:lnTo>
                  <a:pt x="5624830" y="616584"/>
                </a:lnTo>
                <a:lnTo>
                  <a:pt x="5624830" y="586104"/>
                </a:lnTo>
                <a:lnTo>
                  <a:pt x="5632450" y="586104"/>
                </a:lnTo>
                <a:lnTo>
                  <a:pt x="5632450" y="616584"/>
                </a:lnTo>
                <a:close/>
              </a:path>
              <a:path w="5632450" h="1321435">
                <a:moveTo>
                  <a:pt x="5632450" y="669925"/>
                </a:moveTo>
                <a:lnTo>
                  <a:pt x="5624830" y="669925"/>
                </a:lnTo>
                <a:lnTo>
                  <a:pt x="5624830" y="639444"/>
                </a:lnTo>
                <a:lnTo>
                  <a:pt x="5632450" y="639444"/>
                </a:lnTo>
                <a:lnTo>
                  <a:pt x="5632450" y="669925"/>
                </a:lnTo>
                <a:close/>
              </a:path>
              <a:path w="5632450" h="1321435">
                <a:moveTo>
                  <a:pt x="5632450" y="723264"/>
                </a:moveTo>
                <a:lnTo>
                  <a:pt x="5624830" y="723264"/>
                </a:lnTo>
                <a:lnTo>
                  <a:pt x="5624830" y="692784"/>
                </a:lnTo>
                <a:lnTo>
                  <a:pt x="5632450" y="692784"/>
                </a:lnTo>
                <a:lnTo>
                  <a:pt x="5632450" y="723264"/>
                </a:lnTo>
                <a:close/>
              </a:path>
              <a:path w="5632450" h="1321435">
                <a:moveTo>
                  <a:pt x="5632450" y="776604"/>
                </a:moveTo>
                <a:lnTo>
                  <a:pt x="5624830" y="776604"/>
                </a:lnTo>
                <a:lnTo>
                  <a:pt x="5624830" y="746125"/>
                </a:lnTo>
                <a:lnTo>
                  <a:pt x="5632450" y="746125"/>
                </a:lnTo>
                <a:lnTo>
                  <a:pt x="5632450" y="776604"/>
                </a:lnTo>
                <a:close/>
              </a:path>
              <a:path w="5632450" h="1321435">
                <a:moveTo>
                  <a:pt x="5632450" y="829944"/>
                </a:moveTo>
                <a:lnTo>
                  <a:pt x="5624830" y="829944"/>
                </a:lnTo>
                <a:lnTo>
                  <a:pt x="5624830" y="799464"/>
                </a:lnTo>
                <a:lnTo>
                  <a:pt x="5632450" y="799464"/>
                </a:lnTo>
                <a:lnTo>
                  <a:pt x="5632450" y="829944"/>
                </a:lnTo>
                <a:close/>
              </a:path>
              <a:path w="5632450" h="1321435">
                <a:moveTo>
                  <a:pt x="5632450" y="883284"/>
                </a:moveTo>
                <a:lnTo>
                  <a:pt x="5624830" y="883284"/>
                </a:lnTo>
                <a:lnTo>
                  <a:pt x="5624830" y="852804"/>
                </a:lnTo>
                <a:lnTo>
                  <a:pt x="5632450" y="852804"/>
                </a:lnTo>
                <a:lnTo>
                  <a:pt x="5632450" y="883284"/>
                </a:lnTo>
                <a:close/>
              </a:path>
              <a:path w="5632450" h="1321435">
                <a:moveTo>
                  <a:pt x="5632450" y="936625"/>
                </a:moveTo>
                <a:lnTo>
                  <a:pt x="5624830" y="936625"/>
                </a:lnTo>
                <a:lnTo>
                  <a:pt x="5624830" y="906144"/>
                </a:lnTo>
                <a:lnTo>
                  <a:pt x="5632450" y="906144"/>
                </a:lnTo>
                <a:lnTo>
                  <a:pt x="5632450" y="936625"/>
                </a:lnTo>
                <a:close/>
              </a:path>
              <a:path w="5632450" h="1321435">
                <a:moveTo>
                  <a:pt x="5632450" y="989964"/>
                </a:moveTo>
                <a:lnTo>
                  <a:pt x="5624830" y="989964"/>
                </a:lnTo>
                <a:lnTo>
                  <a:pt x="5624830" y="959484"/>
                </a:lnTo>
                <a:lnTo>
                  <a:pt x="5632450" y="959484"/>
                </a:lnTo>
                <a:lnTo>
                  <a:pt x="5632450" y="989964"/>
                </a:lnTo>
                <a:close/>
              </a:path>
              <a:path w="5632450" h="1321435">
                <a:moveTo>
                  <a:pt x="5632450" y="1043304"/>
                </a:moveTo>
                <a:lnTo>
                  <a:pt x="5624830" y="1043304"/>
                </a:lnTo>
                <a:lnTo>
                  <a:pt x="5624830" y="1012825"/>
                </a:lnTo>
                <a:lnTo>
                  <a:pt x="5632450" y="1012825"/>
                </a:lnTo>
                <a:lnTo>
                  <a:pt x="5632450" y="1043304"/>
                </a:lnTo>
                <a:close/>
              </a:path>
              <a:path w="5632450" h="1321435">
                <a:moveTo>
                  <a:pt x="5632450" y="1096644"/>
                </a:moveTo>
                <a:lnTo>
                  <a:pt x="5624830" y="1096644"/>
                </a:lnTo>
                <a:lnTo>
                  <a:pt x="5624830" y="1066164"/>
                </a:lnTo>
                <a:lnTo>
                  <a:pt x="5632450" y="1066164"/>
                </a:lnTo>
                <a:lnTo>
                  <a:pt x="5632450" y="1096644"/>
                </a:lnTo>
                <a:close/>
              </a:path>
              <a:path w="5632450" h="1321435">
                <a:moveTo>
                  <a:pt x="5632450" y="1149984"/>
                </a:moveTo>
                <a:lnTo>
                  <a:pt x="5624830" y="1149984"/>
                </a:lnTo>
                <a:lnTo>
                  <a:pt x="5624830" y="1119504"/>
                </a:lnTo>
                <a:lnTo>
                  <a:pt x="5632450" y="1119504"/>
                </a:lnTo>
                <a:lnTo>
                  <a:pt x="5632450" y="1149984"/>
                </a:lnTo>
                <a:close/>
              </a:path>
              <a:path w="5632450" h="1321435">
                <a:moveTo>
                  <a:pt x="5632450" y="1203325"/>
                </a:moveTo>
                <a:lnTo>
                  <a:pt x="5624830" y="1203325"/>
                </a:lnTo>
                <a:lnTo>
                  <a:pt x="5624830" y="1172844"/>
                </a:lnTo>
                <a:lnTo>
                  <a:pt x="5632450" y="1172844"/>
                </a:lnTo>
                <a:lnTo>
                  <a:pt x="5632450" y="1203325"/>
                </a:lnTo>
                <a:close/>
              </a:path>
              <a:path w="5632450" h="1321435">
                <a:moveTo>
                  <a:pt x="5632450" y="1256664"/>
                </a:moveTo>
                <a:lnTo>
                  <a:pt x="5624830" y="1256664"/>
                </a:lnTo>
                <a:lnTo>
                  <a:pt x="5624830" y="1226184"/>
                </a:lnTo>
                <a:lnTo>
                  <a:pt x="5632450" y="1226184"/>
                </a:lnTo>
                <a:lnTo>
                  <a:pt x="5632450" y="1256664"/>
                </a:lnTo>
                <a:close/>
              </a:path>
              <a:path w="5632450" h="1321435">
                <a:moveTo>
                  <a:pt x="5632450" y="1310004"/>
                </a:moveTo>
                <a:lnTo>
                  <a:pt x="5624830" y="1310004"/>
                </a:lnTo>
                <a:lnTo>
                  <a:pt x="5624830" y="1279525"/>
                </a:lnTo>
                <a:lnTo>
                  <a:pt x="5632450" y="1279525"/>
                </a:lnTo>
                <a:lnTo>
                  <a:pt x="5632450" y="1310004"/>
                </a:lnTo>
                <a:close/>
              </a:path>
              <a:path w="5632450" h="1321435">
                <a:moveTo>
                  <a:pt x="5613400" y="1321434"/>
                </a:moveTo>
                <a:lnTo>
                  <a:pt x="5582920" y="1321434"/>
                </a:lnTo>
                <a:lnTo>
                  <a:pt x="5582920" y="1313814"/>
                </a:lnTo>
                <a:lnTo>
                  <a:pt x="5613400" y="1313814"/>
                </a:lnTo>
                <a:lnTo>
                  <a:pt x="5613400" y="1321434"/>
                </a:lnTo>
                <a:close/>
              </a:path>
              <a:path w="5632450" h="1321435">
                <a:moveTo>
                  <a:pt x="5560060" y="1321434"/>
                </a:moveTo>
                <a:lnTo>
                  <a:pt x="5529580" y="1321434"/>
                </a:lnTo>
                <a:lnTo>
                  <a:pt x="5529580" y="1313814"/>
                </a:lnTo>
                <a:lnTo>
                  <a:pt x="5560060" y="1313814"/>
                </a:lnTo>
                <a:lnTo>
                  <a:pt x="5560060" y="1321434"/>
                </a:lnTo>
                <a:close/>
              </a:path>
              <a:path w="5632450" h="1321435">
                <a:moveTo>
                  <a:pt x="5506720" y="1321434"/>
                </a:moveTo>
                <a:lnTo>
                  <a:pt x="5476240" y="1321434"/>
                </a:lnTo>
                <a:lnTo>
                  <a:pt x="5476240" y="1313814"/>
                </a:lnTo>
                <a:lnTo>
                  <a:pt x="5506720" y="1313814"/>
                </a:lnTo>
                <a:lnTo>
                  <a:pt x="5506720" y="1321434"/>
                </a:lnTo>
                <a:close/>
              </a:path>
              <a:path w="5632450" h="1321435">
                <a:moveTo>
                  <a:pt x="5453380" y="1321434"/>
                </a:moveTo>
                <a:lnTo>
                  <a:pt x="5422900" y="1321434"/>
                </a:lnTo>
                <a:lnTo>
                  <a:pt x="5422900" y="1313814"/>
                </a:lnTo>
                <a:lnTo>
                  <a:pt x="5453380" y="1313814"/>
                </a:lnTo>
                <a:lnTo>
                  <a:pt x="5453380" y="1321434"/>
                </a:lnTo>
                <a:close/>
              </a:path>
              <a:path w="5632450" h="1321435">
                <a:moveTo>
                  <a:pt x="5400040" y="1321434"/>
                </a:moveTo>
                <a:lnTo>
                  <a:pt x="5369560" y="1321434"/>
                </a:lnTo>
                <a:lnTo>
                  <a:pt x="5369560" y="1313814"/>
                </a:lnTo>
                <a:lnTo>
                  <a:pt x="5400040" y="1313814"/>
                </a:lnTo>
                <a:lnTo>
                  <a:pt x="5400040" y="1321434"/>
                </a:lnTo>
                <a:close/>
              </a:path>
              <a:path w="5632450" h="1321435">
                <a:moveTo>
                  <a:pt x="5346700" y="1321434"/>
                </a:moveTo>
                <a:lnTo>
                  <a:pt x="5316220" y="1321434"/>
                </a:lnTo>
                <a:lnTo>
                  <a:pt x="5316220" y="1313814"/>
                </a:lnTo>
                <a:lnTo>
                  <a:pt x="5346700" y="1313814"/>
                </a:lnTo>
                <a:lnTo>
                  <a:pt x="5346700" y="1321434"/>
                </a:lnTo>
                <a:close/>
              </a:path>
              <a:path w="5632450" h="1321435">
                <a:moveTo>
                  <a:pt x="5293360" y="1321434"/>
                </a:moveTo>
                <a:lnTo>
                  <a:pt x="5262880" y="1321434"/>
                </a:lnTo>
                <a:lnTo>
                  <a:pt x="5262880" y="1313814"/>
                </a:lnTo>
                <a:lnTo>
                  <a:pt x="5293360" y="1313814"/>
                </a:lnTo>
                <a:lnTo>
                  <a:pt x="5293360" y="1321434"/>
                </a:lnTo>
                <a:close/>
              </a:path>
              <a:path w="5632450" h="1321435">
                <a:moveTo>
                  <a:pt x="5240020" y="1321434"/>
                </a:moveTo>
                <a:lnTo>
                  <a:pt x="5209540" y="1321434"/>
                </a:lnTo>
                <a:lnTo>
                  <a:pt x="5209540" y="1313814"/>
                </a:lnTo>
                <a:lnTo>
                  <a:pt x="5240020" y="1313814"/>
                </a:lnTo>
                <a:lnTo>
                  <a:pt x="5240020" y="1321434"/>
                </a:lnTo>
                <a:close/>
              </a:path>
              <a:path w="5632450" h="1321435">
                <a:moveTo>
                  <a:pt x="5186680" y="1321434"/>
                </a:moveTo>
                <a:lnTo>
                  <a:pt x="5156200" y="1321434"/>
                </a:lnTo>
                <a:lnTo>
                  <a:pt x="5156200" y="1313814"/>
                </a:lnTo>
                <a:lnTo>
                  <a:pt x="5186680" y="1313814"/>
                </a:lnTo>
                <a:lnTo>
                  <a:pt x="5186680" y="1321434"/>
                </a:lnTo>
                <a:close/>
              </a:path>
              <a:path w="5632450" h="1321435">
                <a:moveTo>
                  <a:pt x="5133340" y="1321434"/>
                </a:moveTo>
                <a:lnTo>
                  <a:pt x="5102860" y="1321434"/>
                </a:lnTo>
                <a:lnTo>
                  <a:pt x="5102860" y="1313814"/>
                </a:lnTo>
                <a:lnTo>
                  <a:pt x="5133340" y="1313814"/>
                </a:lnTo>
                <a:lnTo>
                  <a:pt x="5133340" y="1321434"/>
                </a:lnTo>
                <a:close/>
              </a:path>
              <a:path w="5632450" h="1321435">
                <a:moveTo>
                  <a:pt x="5080000" y="1321434"/>
                </a:moveTo>
                <a:lnTo>
                  <a:pt x="5049520" y="1321434"/>
                </a:lnTo>
                <a:lnTo>
                  <a:pt x="5049520" y="1313814"/>
                </a:lnTo>
                <a:lnTo>
                  <a:pt x="5080000" y="1313814"/>
                </a:lnTo>
                <a:lnTo>
                  <a:pt x="5080000" y="1321434"/>
                </a:lnTo>
                <a:close/>
              </a:path>
              <a:path w="5632450" h="1321435">
                <a:moveTo>
                  <a:pt x="5026660" y="1321434"/>
                </a:moveTo>
                <a:lnTo>
                  <a:pt x="4996180" y="1321434"/>
                </a:lnTo>
                <a:lnTo>
                  <a:pt x="4996180" y="1313814"/>
                </a:lnTo>
                <a:lnTo>
                  <a:pt x="5026660" y="1313814"/>
                </a:lnTo>
                <a:lnTo>
                  <a:pt x="5026660" y="1321434"/>
                </a:lnTo>
                <a:close/>
              </a:path>
              <a:path w="5632450" h="1321435">
                <a:moveTo>
                  <a:pt x="4973320" y="1321434"/>
                </a:moveTo>
                <a:lnTo>
                  <a:pt x="4942840" y="1321434"/>
                </a:lnTo>
                <a:lnTo>
                  <a:pt x="4942840" y="1313814"/>
                </a:lnTo>
                <a:lnTo>
                  <a:pt x="4973320" y="1313814"/>
                </a:lnTo>
                <a:lnTo>
                  <a:pt x="4973320" y="1321434"/>
                </a:lnTo>
                <a:close/>
              </a:path>
              <a:path w="5632450" h="1321435">
                <a:moveTo>
                  <a:pt x="4919980" y="1321434"/>
                </a:moveTo>
                <a:lnTo>
                  <a:pt x="4889500" y="1321434"/>
                </a:lnTo>
                <a:lnTo>
                  <a:pt x="4889500" y="1313814"/>
                </a:lnTo>
                <a:lnTo>
                  <a:pt x="4919980" y="1313814"/>
                </a:lnTo>
                <a:lnTo>
                  <a:pt x="4919980" y="1321434"/>
                </a:lnTo>
                <a:close/>
              </a:path>
              <a:path w="5632450" h="1321435">
                <a:moveTo>
                  <a:pt x="4866640" y="1321434"/>
                </a:moveTo>
                <a:lnTo>
                  <a:pt x="4836160" y="1321434"/>
                </a:lnTo>
                <a:lnTo>
                  <a:pt x="4836160" y="1313814"/>
                </a:lnTo>
                <a:lnTo>
                  <a:pt x="4866640" y="1313814"/>
                </a:lnTo>
                <a:lnTo>
                  <a:pt x="4866640" y="1321434"/>
                </a:lnTo>
                <a:close/>
              </a:path>
              <a:path w="5632450" h="1321435">
                <a:moveTo>
                  <a:pt x="4813300" y="1321434"/>
                </a:moveTo>
                <a:lnTo>
                  <a:pt x="4782820" y="1321434"/>
                </a:lnTo>
                <a:lnTo>
                  <a:pt x="4782820" y="1313814"/>
                </a:lnTo>
                <a:lnTo>
                  <a:pt x="4813300" y="1313814"/>
                </a:lnTo>
                <a:lnTo>
                  <a:pt x="4813300" y="1321434"/>
                </a:lnTo>
                <a:close/>
              </a:path>
              <a:path w="5632450" h="1321435">
                <a:moveTo>
                  <a:pt x="4759960" y="1321434"/>
                </a:moveTo>
                <a:lnTo>
                  <a:pt x="4729480" y="1321434"/>
                </a:lnTo>
                <a:lnTo>
                  <a:pt x="4729480" y="1313814"/>
                </a:lnTo>
                <a:lnTo>
                  <a:pt x="4759960" y="1313814"/>
                </a:lnTo>
                <a:lnTo>
                  <a:pt x="4759960" y="1321434"/>
                </a:lnTo>
                <a:close/>
              </a:path>
              <a:path w="5632450" h="1321435">
                <a:moveTo>
                  <a:pt x="4706620" y="1321434"/>
                </a:moveTo>
                <a:lnTo>
                  <a:pt x="4676140" y="1321434"/>
                </a:lnTo>
                <a:lnTo>
                  <a:pt x="4676140" y="1313814"/>
                </a:lnTo>
                <a:lnTo>
                  <a:pt x="4706620" y="1313814"/>
                </a:lnTo>
                <a:lnTo>
                  <a:pt x="4706620" y="1321434"/>
                </a:lnTo>
                <a:close/>
              </a:path>
              <a:path w="5632450" h="1321435">
                <a:moveTo>
                  <a:pt x="4653280" y="1321434"/>
                </a:moveTo>
                <a:lnTo>
                  <a:pt x="4622800" y="1321434"/>
                </a:lnTo>
                <a:lnTo>
                  <a:pt x="4622800" y="1313814"/>
                </a:lnTo>
                <a:lnTo>
                  <a:pt x="4653280" y="1313814"/>
                </a:lnTo>
                <a:lnTo>
                  <a:pt x="4653280" y="1321434"/>
                </a:lnTo>
                <a:close/>
              </a:path>
              <a:path w="5632450" h="1321435">
                <a:moveTo>
                  <a:pt x="4599940" y="1321434"/>
                </a:moveTo>
                <a:lnTo>
                  <a:pt x="4569460" y="1321434"/>
                </a:lnTo>
                <a:lnTo>
                  <a:pt x="4569460" y="1313814"/>
                </a:lnTo>
                <a:lnTo>
                  <a:pt x="4599940" y="1313814"/>
                </a:lnTo>
                <a:lnTo>
                  <a:pt x="4599940" y="1321434"/>
                </a:lnTo>
                <a:close/>
              </a:path>
              <a:path w="5632450" h="1321435">
                <a:moveTo>
                  <a:pt x="4546600" y="1321434"/>
                </a:moveTo>
                <a:lnTo>
                  <a:pt x="4516120" y="1321434"/>
                </a:lnTo>
                <a:lnTo>
                  <a:pt x="4516120" y="1313814"/>
                </a:lnTo>
                <a:lnTo>
                  <a:pt x="4546600" y="1313814"/>
                </a:lnTo>
                <a:lnTo>
                  <a:pt x="4546600" y="1321434"/>
                </a:lnTo>
                <a:close/>
              </a:path>
              <a:path w="5632450" h="1321435">
                <a:moveTo>
                  <a:pt x="4493260" y="1321434"/>
                </a:moveTo>
                <a:lnTo>
                  <a:pt x="4462780" y="1321434"/>
                </a:lnTo>
                <a:lnTo>
                  <a:pt x="4462780" y="1313814"/>
                </a:lnTo>
                <a:lnTo>
                  <a:pt x="4493260" y="1313814"/>
                </a:lnTo>
                <a:lnTo>
                  <a:pt x="4493260" y="1321434"/>
                </a:lnTo>
                <a:close/>
              </a:path>
              <a:path w="5632450" h="1321435">
                <a:moveTo>
                  <a:pt x="4439920" y="1321434"/>
                </a:moveTo>
                <a:lnTo>
                  <a:pt x="4409440" y="1321434"/>
                </a:lnTo>
                <a:lnTo>
                  <a:pt x="4409440" y="1313814"/>
                </a:lnTo>
                <a:lnTo>
                  <a:pt x="4439920" y="1313814"/>
                </a:lnTo>
                <a:lnTo>
                  <a:pt x="4439920" y="1321434"/>
                </a:lnTo>
                <a:close/>
              </a:path>
              <a:path w="5632450" h="1321435">
                <a:moveTo>
                  <a:pt x="4386580" y="1321434"/>
                </a:moveTo>
                <a:lnTo>
                  <a:pt x="4356100" y="1321434"/>
                </a:lnTo>
                <a:lnTo>
                  <a:pt x="4356100" y="1313814"/>
                </a:lnTo>
                <a:lnTo>
                  <a:pt x="4386580" y="1313814"/>
                </a:lnTo>
                <a:lnTo>
                  <a:pt x="4386580" y="1321434"/>
                </a:lnTo>
                <a:close/>
              </a:path>
              <a:path w="5632450" h="1321435">
                <a:moveTo>
                  <a:pt x="4333240" y="1321434"/>
                </a:moveTo>
                <a:lnTo>
                  <a:pt x="4302760" y="1321434"/>
                </a:lnTo>
                <a:lnTo>
                  <a:pt x="4302760" y="1313814"/>
                </a:lnTo>
                <a:lnTo>
                  <a:pt x="4333240" y="1313814"/>
                </a:lnTo>
                <a:lnTo>
                  <a:pt x="4333240" y="1321434"/>
                </a:lnTo>
                <a:close/>
              </a:path>
              <a:path w="5632450" h="1321435">
                <a:moveTo>
                  <a:pt x="4279900" y="1321434"/>
                </a:moveTo>
                <a:lnTo>
                  <a:pt x="4249420" y="1321434"/>
                </a:lnTo>
                <a:lnTo>
                  <a:pt x="4249420" y="1313814"/>
                </a:lnTo>
                <a:lnTo>
                  <a:pt x="4279900" y="1313814"/>
                </a:lnTo>
                <a:lnTo>
                  <a:pt x="4279900" y="1321434"/>
                </a:lnTo>
                <a:close/>
              </a:path>
              <a:path w="5632450" h="1321435">
                <a:moveTo>
                  <a:pt x="4226560" y="1321434"/>
                </a:moveTo>
                <a:lnTo>
                  <a:pt x="4196080" y="1321434"/>
                </a:lnTo>
                <a:lnTo>
                  <a:pt x="4196080" y="1313814"/>
                </a:lnTo>
                <a:lnTo>
                  <a:pt x="4226560" y="1313814"/>
                </a:lnTo>
                <a:lnTo>
                  <a:pt x="4226560" y="1321434"/>
                </a:lnTo>
                <a:close/>
              </a:path>
              <a:path w="5632450" h="1321435">
                <a:moveTo>
                  <a:pt x="4173220" y="1321434"/>
                </a:moveTo>
                <a:lnTo>
                  <a:pt x="4142740" y="1321434"/>
                </a:lnTo>
                <a:lnTo>
                  <a:pt x="4142740" y="1313814"/>
                </a:lnTo>
                <a:lnTo>
                  <a:pt x="4173220" y="1313814"/>
                </a:lnTo>
                <a:lnTo>
                  <a:pt x="4173220" y="1321434"/>
                </a:lnTo>
                <a:close/>
              </a:path>
              <a:path w="5632450" h="1321435">
                <a:moveTo>
                  <a:pt x="4119880" y="1321434"/>
                </a:moveTo>
                <a:lnTo>
                  <a:pt x="4089400" y="1321434"/>
                </a:lnTo>
                <a:lnTo>
                  <a:pt x="4089400" y="1313814"/>
                </a:lnTo>
                <a:lnTo>
                  <a:pt x="4119880" y="1313814"/>
                </a:lnTo>
                <a:lnTo>
                  <a:pt x="4119880" y="1321434"/>
                </a:lnTo>
                <a:close/>
              </a:path>
              <a:path w="5632450" h="1321435">
                <a:moveTo>
                  <a:pt x="4066540" y="1321434"/>
                </a:moveTo>
                <a:lnTo>
                  <a:pt x="4036060" y="1321434"/>
                </a:lnTo>
                <a:lnTo>
                  <a:pt x="4036060" y="1313814"/>
                </a:lnTo>
                <a:lnTo>
                  <a:pt x="4066540" y="1313814"/>
                </a:lnTo>
                <a:lnTo>
                  <a:pt x="4066540" y="1321434"/>
                </a:lnTo>
                <a:close/>
              </a:path>
              <a:path w="5632450" h="1321435">
                <a:moveTo>
                  <a:pt x="4013200" y="1321434"/>
                </a:moveTo>
                <a:lnTo>
                  <a:pt x="3982720" y="1321434"/>
                </a:lnTo>
                <a:lnTo>
                  <a:pt x="3982720" y="1313814"/>
                </a:lnTo>
                <a:lnTo>
                  <a:pt x="4013200" y="1313814"/>
                </a:lnTo>
                <a:lnTo>
                  <a:pt x="4013200" y="1321434"/>
                </a:lnTo>
                <a:close/>
              </a:path>
              <a:path w="5632450" h="1321435">
                <a:moveTo>
                  <a:pt x="3959860" y="1321434"/>
                </a:moveTo>
                <a:lnTo>
                  <a:pt x="3929380" y="1321434"/>
                </a:lnTo>
                <a:lnTo>
                  <a:pt x="3929380" y="1313814"/>
                </a:lnTo>
                <a:lnTo>
                  <a:pt x="3959860" y="1313814"/>
                </a:lnTo>
                <a:lnTo>
                  <a:pt x="3959860" y="1321434"/>
                </a:lnTo>
                <a:close/>
              </a:path>
              <a:path w="5632450" h="1321435">
                <a:moveTo>
                  <a:pt x="3906520" y="1321434"/>
                </a:moveTo>
                <a:lnTo>
                  <a:pt x="3876040" y="1321434"/>
                </a:lnTo>
                <a:lnTo>
                  <a:pt x="3876040" y="1313814"/>
                </a:lnTo>
                <a:lnTo>
                  <a:pt x="3906520" y="1313814"/>
                </a:lnTo>
                <a:lnTo>
                  <a:pt x="3906520" y="1321434"/>
                </a:lnTo>
                <a:close/>
              </a:path>
              <a:path w="5632450" h="1321435">
                <a:moveTo>
                  <a:pt x="3853180" y="1321434"/>
                </a:moveTo>
                <a:lnTo>
                  <a:pt x="3822700" y="1321434"/>
                </a:lnTo>
                <a:lnTo>
                  <a:pt x="3822700" y="1313814"/>
                </a:lnTo>
                <a:lnTo>
                  <a:pt x="3853180" y="1313814"/>
                </a:lnTo>
                <a:lnTo>
                  <a:pt x="3853180" y="1321434"/>
                </a:lnTo>
                <a:close/>
              </a:path>
              <a:path w="5632450" h="1321435">
                <a:moveTo>
                  <a:pt x="3799840" y="1321434"/>
                </a:moveTo>
                <a:lnTo>
                  <a:pt x="3769360" y="1321434"/>
                </a:lnTo>
                <a:lnTo>
                  <a:pt x="3769360" y="1313814"/>
                </a:lnTo>
                <a:lnTo>
                  <a:pt x="3799840" y="1313814"/>
                </a:lnTo>
                <a:lnTo>
                  <a:pt x="3799840" y="1321434"/>
                </a:lnTo>
                <a:close/>
              </a:path>
              <a:path w="5632450" h="1321435">
                <a:moveTo>
                  <a:pt x="3746500" y="1321434"/>
                </a:moveTo>
                <a:lnTo>
                  <a:pt x="3716020" y="1321434"/>
                </a:lnTo>
                <a:lnTo>
                  <a:pt x="3716020" y="1313814"/>
                </a:lnTo>
                <a:lnTo>
                  <a:pt x="3746500" y="1313814"/>
                </a:lnTo>
                <a:lnTo>
                  <a:pt x="3746500" y="1321434"/>
                </a:lnTo>
                <a:close/>
              </a:path>
              <a:path w="5632450" h="1321435">
                <a:moveTo>
                  <a:pt x="3693160" y="1321434"/>
                </a:moveTo>
                <a:lnTo>
                  <a:pt x="3662680" y="1321434"/>
                </a:lnTo>
                <a:lnTo>
                  <a:pt x="3662680" y="1313814"/>
                </a:lnTo>
                <a:lnTo>
                  <a:pt x="3693160" y="1313814"/>
                </a:lnTo>
                <a:lnTo>
                  <a:pt x="3693160" y="1321434"/>
                </a:lnTo>
                <a:close/>
              </a:path>
              <a:path w="5632450" h="1321435">
                <a:moveTo>
                  <a:pt x="3639820" y="1321434"/>
                </a:moveTo>
                <a:lnTo>
                  <a:pt x="3609340" y="1321434"/>
                </a:lnTo>
                <a:lnTo>
                  <a:pt x="3609340" y="1313814"/>
                </a:lnTo>
                <a:lnTo>
                  <a:pt x="3639820" y="1313814"/>
                </a:lnTo>
                <a:lnTo>
                  <a:pt x="3639820" y="1321434"/>
                </a:lnTo>
                <a:close/>
              </a:path>
              <a:path w="5632450" h="1321435">
                <a:moveTo>
                  <a:pt x="3586480" y="1321434"/>
                </a:moveTo>
                <a:lnTo>
                  <a:pt x="3556000" y="1321434"/>
                </a:lnTo>
                <a:lnTo>
                  <a:pt x="3556000" y="1313814"/>
                </a:lnTo>
                <a:lnTo>
                  <a:pt x="3586480" y="1313814"/>
                </a:lnTo>
                <a:lnTo>
                  <a:pt x="3586480" y="1321434"/>
                </a:lnTo>
                <a:close/>
              </a:path>
              <a:path w="5632450" h="1321435">
                <a:moveTo>
                  <a:pt x="3533140" y="1321434"/>
                </a:moveTo>
                <a:lnTo>
                  <a:pt x="3502660" y="1321434"/>
                </a:lnTo>
                <a:lnTo>
                  <a:pt x="3502660" y="1313814"/>
                </a:lnTo>
                <a:lnTo>
                  <a:pt x="3533140" y="1313814"/>
                </a:lnTo>
                <a:lnTo>
                  <a:pt x="3533140" y="1321434"/>
                </a:lnTo>
                <a:close/>
              </a:path>
              <a:path w="5632450" h="1321435">
                <a:moveTo>
                  <a:pt x="3479800" y="1321434"/>
                </a:moveTo>
                <a:lnTo>
                  <a:pt x="3449320" y="1321434"/>
                </a:lnTo>
                <a:lnTo>
                  <a:pt x="3449320" y="1313814"/>
                </a:lnTo>
                <a:lnTo>
                  <a:pt x="3479800" y="1313814"/>
                </a:lnTo>
                <a:lnTo>
                  <a:pt x="3479800" y="1321434"/>
                </a:lnTo>
                <a:close/>
              </a:path>
              <a:path w="5632450" h="1321435">
                <a:moveTo>
                  <a:pt x="3426460" y="1321434"/>
                </a:moveTo>
                <a:lnTo>
                  <a:pt x="3395980" y="1321434"/>
                </a:lnTo>
                <a:lnTo>
                  <a:pt x="3395980" y="1313814"/>
                </a:lnTo>
                <a:lnTo>
                  <a:pt x="3426460" y="1313814"/>
                </a:lnTo>
                <a:lnTo>
                  <a:pt x="3426460" y="1321434"/>
                </a:lnTo>
                <a:close/>
              </a:path>
              <a:path w="5632450" h="1321435">
                <a:moveTo>
                  <a:pt x="3373120" y="1321434"/>
                </a:moveTo>
                <a:lnTo>
                  <a:pt x="3342640" y="1321434"/>
                </a:lnTo>
                <a:lnTo>
                  <a:pt x="3342640" y="1313814"/>
                </a:lnTo>
                <a:lnTo>
                  <a:pt x="3373120" y="1313814"/>
                </a:lnTo>
                <a:lnTo>
                  <a:pt x="3373120" y="1321434"/>
                </a:lnTo>
                <a:close/>
              </a:path>
              <a:path w="5632450" h="1321435">
                <a:moveTo>
                  <a:pt x="3319780" y="1321434"/>
                </a:moveTo>
                <a:lnTo>
                  <a:pt x="3289300" y="1321434"/>
                </a:lnTo>
                <a:lnTo>
                  <a:pt x="3289300" y="1313814"/>
                </a:lnTo>
                <a:lnTo>
                  <a:pt x="3319780" y="1313814"/>
                </a:lnTo>
                <a:lnTo>
                  <a:pt x="3319780" y="1321434"/>
                </a:lnTo>
                <a:close/>
              </a:path>
              <a:path w="5632450" h="1321435">
                <a:moveTo>
                  <a:pt x="3266440" y="1321434"/>
                </a:moveTo>
                <a:lnTo>
                  <a:pt x="3235960" y="1321434"/>
                </a:lnTo>
                <a:lnTo>
                  <a:pt x="3235960" y="1313814"/>
                </a:lnTo>
                <a:lnTo>
                  <a:pt x="3266440" y="1313814"/>
                </a:lnTo>
                <a:lnTo>
                  <a:pt x="3266440" y="1321434"/>
                </a:lnTo>
                <a:close/>
              </a:path>
              <a:path w="5632450" h="1321435">
                <a:moveTo>
                  <a:pt x="3213100" y="1321434"/>
                </a:moveTo>
                <a:lnTo>
                  <a:pt x="3182620" y="1321434"/>
                </a:lnTo>
                <a:lnTo>
                  <a:pt x="3182620" y="1313814"/>
                </a:lnTo>
                <a:lnTo>
                  <a:pt x="3213100" y="1313814"/>
                </a:lnTo>
                <a:lnTo>
                  <a:pt x="3213100" y="1321434"/>
                </a:lnTo>
                <a:close/>
              </a:path>
              <a:path w="5632450" h="1321435">
                <a:moveTo>
                  <a:pt x="3159760" y="1321434"/>
                </a:moveTo>
                <a:lnTo>
                  <a:pt x="3129280" y="1321434"/>
                </a:lnTo>
                <a:lnTo>
                  <a:pt x="3129280" y="1313814"/>
                </a:lnTo>
                <a:lnTo>
                  <a:pt x="3159760" y="1313814"/>
                </a:lnTo>
                <a:lnTo>
                  <a:pt x="3159760" y="1321434"/>
                </a:lnTo>
                <a:close/>
              </a:path>
              <a:path w="5632450" h="1321435">
                <a:moveTo>
                  <a:pt x="3106420" y="1321434"/>
                </a:moveTo>
                <a:lnTo>
                  <a:pt x="3075940" y="1321434"/>
                </a:lnTo>
                <a:lnTo>
                  <a:pt x="3075940" y="1313814"/>
                </a:lnTo>
                <a:lnTo>
                  <a:pt x="3106420" y="1313814"/>
                </a:lnTo>
                <a:lnTo>
                  <a:pt x="3106420" y="1321434"/>
                </a:lnTo>
                <a:close/>
              </a:path>
              <a:path w="5632450" h="1321435">
                <a:moveTo>
                  <a:pt x="3053080" y="1321434"/>
                </a:moveTo>
                <a:lnTo>
                  <a:pt x="3022600" y="1321434"/>
                </a:lnTo>
                <a:lnTo>
                  <a:pt x="3022600" y="1313814"/>
                </a:lnTo>
                <a:lnTo>
                  <a:pt x="3053080" y="1313814"/>
                </a:lnTo>
                <a:lnTo>
                  <a:pt x="3053080" y="1321434"/>
                </a:lnTo>
                <a:close/>
              </a:path>
              <a:path w="5632450" h="1321435">
                <a:moveTo>
                  <a:pt x="2999740" y="1321434"/>
                </a:moveTo>
                <a:lnTo>
                  <a:pt x="2969260" y="1321434"/>
                </a:lnTo>
                <a:lnTo>
                  <a:pt x="2969260" y="1313814"/>
                </a:lnTo>
                <a:lnTo>
                  <a:pt x="2999740" y="1313814"/>
                </a:lnTo>
                <a:lnTo>
                  <a:pt x="2999740" y="1321434"/>
                </a:lnTo>
                <a:close/>
              </a:path>
              <a:path w="5632450" h="1321435">
                <a:moveTo>
                  <a:pt x="2946400" y="1321434"/>
                </a:moveTo>
                <a:lnTo>
                  <a:pt x="2915920" y="1321434"/>
                </a:lnTo>
                <a:lnTo>
                  <a:pt x="2915920" y="1313814"/>
                </a:lnTo>
                <a:lnTo>
                  <a:pt x="2946400" y="1313814"/>
                </a:lnTo>
                <a:lnTo>
                  <a:pt x="2946400" y="1321434"/>
                </a:lnTo>
                <a:close/>
              </a:path>
              <a:path w="5632450" h="1321435">
                <a:moveTo>
                  <a:pt x="2893060" y="1321434"/>
                </a:moveTo>
                <a:lnTo>
                  <a:pt x="2862580" y="1321434"/>
                </a:lnTo>
                <a:lnTo>
                  <a:pt x="2862580" y="1313814"/>
                </a:lnTo>
                <a:lnTo>
                  <a:pt x="2893060" y="1313814"/>
                </a:lnTo>
                <a:lnTo>
                  <a:pt x="2893060" y="1321434"/>
                </a:lnTo>
                <a:close/>
              </a:path>
              <a:path w="5632450" h="1321435">
                <a:moveTo>
                  <a:pt x="2839720" y="1321434"/>
                </a:moveTo>
                <a:lnTo>
                  <a:pt x="2809240" y="1321434"/>
                </a:lnTo>
                <a:lnTo>
                  <a:pt x="2809240" y="1313814"/>
                </a:lnTo>
                <a:lnTo>
                  <a:pt x="2839720" y="1313814"/>
                </a:lnTo>
                <a:lnTo>
                  <a:pt x="2839720" y="1321434"/>
                </a:lnTo>
                <a:close/>
              </a:path>
              <a:path w="5632450" h="1321435">
                <a:moveTo>
                  <a:pt x="2786380" y="1321434"/>
                </a:moveTo>
                <a:lnTo>
                  <a:pt x="2755900" y="1321434"/>
                </a:lnTo>
                <a:lnTo>
                  <a:pt x="2755900" y="1313814"/>
                </a:lnTo>
                <a:lnTo>
                  <a:pt x="2786380" y="1313814"/>
                </a:lnTo>
                <a:lnTo>
                  <a:pt x="2786380" y="1321434"/>
                </a:lnTo>
                <a:close/>
              </a:path>
              <a:path w="5632450" h="1321435">
                <a:moveTo>
                  <a:pt x="2733040" y="1321434"/>
                </a:moveTo>
                <a:lnTo>
                  <a:pt x="2702560" y="1321434"/>
                </a:lnTo>
                <a:lnTo>
                  <a:pt x="2702560" y="1313814"/>
                </a:lnTo>
                <a:lnTo>
                  <a:pt x="2733040" y="1313814"/>
                </a:lnTo>
                <a:lnTo>
                  <a:pt x="2733040" y="1321434"/>
                </a:lnTo>
                <a:close/>
              </a:path>
              <a:path w="5632450" h="1321435">
                <a:moveTo>
                  <a:pt x="2679700" y="1321434"/>
                </a:moveTo>
                <a:lnTo>
                  <a:pt x="2649220" y="1321434"/>
                </a:lnTo>
                <a:lnTo>
                  <a:pt x="2649220" y="1313814"/>
                </a:lnTo>
                <a:lnTo>
                  <a:pt x="2679700" y="1313814"/>
                </a:lnTo>
                <a:lnTo>
                  <a:pt x="2679700" y="1321434"/>
                </a:lnTo>
                <a:close/>
              </a:path>
              <a:path w="5632450" h="1321435">
                <a:moveTo>
                  <a:pt x="2626360" y="1321434"/>
                </a:moveTo>
                <a:lnTo>
                  <a:pt x="2595879" y="1321434"/>
                </a:lnTo>
                <a:lnTo>
                  <a:pt x="2595879" y="1313814"/>
                </a:lnTo>
                <a:lnTo>
                  <a:pt x="2626360" y="1313814"/>
                </a:lnTo>
                <a:lnTo>
                  <a:pt x="2626360" y="1321434"/>
                </a:lnTo>
                <a:close/>
              </a:path>
              <a:path w="5632450" h="1321435">
                <a:moveTo>
                  <a:pt x="2573020" y="1321434"/>
                </a:moveTo>
                <a:lnTo>
                  <a:pt x="2542540" y="1321434"/>
                </a:lnTo>
                <a:lnTo>
                  <a:pt x="2542540" y="1313814"/>
                </a:lnTo>
                <a:lnTo>
                  <a:pt x="2573020" y="1313814"/>
                </a:lnTo>
                <a:lnTo>
                  <a:pt x="2573020" y="1321434"/>
                </a:lnTo>
                <a:close/>
              </a:path>
              <a:path w="5632450" h="1321435">
                <a:moveTo>
                  <a:pt x="2519679" y="1321434"/>
                </a:moveTo>
                <a:lnTo>
                  <a:pt x="2489200" y="1321434"/>
                </a:lnTo>
                <a:lnTo>
                  <a:pt x="2489200" y="1313814"/>
                </a:lnTo>
                <a:lnTo>
                  <a:pt x="2519679" y="1313814"/>
                </a:lnTo>
                <a:lnTo>
                  <a:pt x="2519679" y="1321434"/>
                </a:lnTo>
                <a:close/>
              </a:path>
              <a:path w="5632450" h="1321435">
                <a:moveTo>
                  <a:pt x="2466340" y="1321434"/>
                </a:moveTo>
                <a:lnTo>
                  <a:pt x="2435860" y="1321434"/>
                </a:lnTo>
                <a:lnTo>
                  <a:pt x="2435860" y="1313814"/>
                </a:lnTo>
                <a:lnTo>
                  <a:pt x="2466340" y="1313814"/>
                </a:lnTo>
                <a:lnTo>
                  <a:pt x="2466340" y="1321434"/>
                </a:lnTo>
                <a:close/>
              </a:path>
              <a:path w="5632450" h="1321435">
                <a:moveTo>
                  <a:pt x="2413000" y="1321434"/>
                </a:moveTo>
                <a:lnTo>
                  <a:pt x="2382520" y="1321434"/>
                </a:lnTo>
                <a:lnTo>
                  <a:pt x="2382520" y="1313814"/>
                </a:lnTo>
                <a:lnTo>
                  <a:pt x="2413000" y="1313814"/>
                </a:lnTo>
                <a:lnTo>
                  <a:pt x="2413000" y="1321434"/>
                </a:lnTo>
                <a:close/>
              </a:path>
              <a:path w="5632450" h="1321435">
                <a:moveTo>
                  <a:pt x="2359660" y="1321434"/>
                </a:moveTo>
                <a:lnTo>
                  <a:pt x="2329179" y="1321434"/>
                </a:lnTo>
                <a:lnTo>
                  <a:pt x="2329179" y="1313814"/>
                </a:lnTo>
                <a:lnTo>
                  <a:pt x="2359660" y="1313814"/>
                </a:lnTo>
                <a:lnTo>
                  <a:pt x="2359660" y="1321434"/>
                </a:lnTo>
                <a:close/>
              </a:path>
              <a:path w="5632450" h="1321435">
                <a:moveTo>
                  <a:pt x="2306320" y="1321434"/>
                </a:moveTo>
                <a:lnTo>
                  <a:pt x="2275840" y="1321434"/>
                </a:lnTo>
                <a:lnTo>
                  <a:pt x="2275840" y="1313814"/>
                </a:lnTo>
                <a:lnTo>
                  <a:pt x="2306320" y="1313814"/>
                </a:lnTo>
                <a:lnTo>
                  <a:pt x="2306320" y="1321434"/>
                </a:lnTo>
                <a:close/>
              </a:path>
              <a:path w="5632450" h="1321435">
                <a:moveTo>
                  <a:pt x="2252979" y="1321434"/>
                </a:moveTo>
                <a:lnTo>
                  <a:pt x="2222500" y="1321434"/>
                </a:lnTo>
                <a:lnTo>
                  <a:pt x="2222500" y="1313814"/>
                </a:lnTo>
                <a:lnTo>
                  <a:pt x="2252979" y="1313814"/>
                </a:lnTo>
                <a:lnTo>
                  <a:pt x="2252979" y="1321434"/>
                </a:lnTo>
                <a:close/>
              </a:path>
              <a:path w="5632450" h="1321435">
                <a:moveTo>
                  <a:pt x="2199640" y="1321434"/>
                </a:moveTo>
                <a:lnTo>
                  <a:pt x="2169160" y="1321434"/>
                </a:lnTo>
                <a:lnTo>
                  <a:pt x="2169160" y="1313814"/>
                </a:lnTo>
                <a:lnTo>
                  <a:pt x="2199640" y="1313814"/>
                </a:lnTo>
                <a:lnTo>
                  <a:pt x="2199640" y="1321434"/>
                </a:lnTo>
                <a:close/>
              </a:path>
              <a:path w="5632450" h="1321435">
                <a:moveTo>
                  <a:pt x="2146300" y="1321434"/>
                </a:moveTo>
                <a:lnTo>
                  <a:pt x="2115820" y="1321434"/>
                </a:lnTo>
                <a:lnTo>
                  <a:pt x="2115820" y="1313814"/>
                </a:lnTo>
                <a:lnTo>
                  <a:pt x="2146300" y="1313814"/>
                </a:lnTo>
                <a:lnTo>
                  <a:pt x="2146300" y="1321434"/>
                </a:lnTo>
                <a:close/>
              </a:path>
              <a:path w="5632450" h="1321435">
                <a:moveTo>
                  <a:pt x="2092960" y="1321434"/>
                </a:moveTo>
                <a:lnTo>
                  <a:pt x="2062479" y="1321434"/>
                </a:lnTo>
                <a:lnTo>
                  <a:pt x="2062479" y="1313814"/>
                </a:lnTo>
                <a:lnTo>
                  <a:pt x="2092960" y="1313814"/>
                </a:lnTo>
                <a:lnTo>
                  <a:pt x="2092960" y="1321434"/>
                </a:lnTo>
                <a:close/>
              </a:path>
              <a:path w="5632450" h="1321435">
                <a:moveTo>
                  <a:pt x="2039620" y="1321434"/>
                </a:moveTo>
                <a:lnTo>
                  <a:pt x="2009139" y="1321434"/>
                </a:lnTo>
                <a:lnTo>
                  <a:pt x="2009139" y="1313814"/>
                </a:lnTo>
                <a:lnTo>
                  <a:pt x="2039620" y="1313814"/>
                </a:lnTo>
                <a:lnTo>
                  <a:pt x="2039620" y="1321434"/>
                </a:lnTo>
                <a:close/>
              </a:path>
              <a:path w="5632450" h="1321435">
                <a:moveTo>
                  <a:pt x="1986279" y="1321434"/>
                </a:moveTo>
                <a:lnTo>
                  <a:pt x="1955800" y="1321434"/>
                </a:lnTo>
                <a:lnTo>
                  <a:pt x="1955800" y="1313814"/>
                </a:lnTo>
                <a:lnTo>
                  <a:pt x="1986279" y="1313814"/>
                </a:lnTo>
                <a:lnTo>
                  <a:pt x="1986279" y="1321434"/>
                </a:lnTo>
                <a:close/>
              </a:path>
              <a:path w="5632450" h="1321435">
                <a:moveTo>
                  <a:pt x="1932939" y="1321434"/>
                </a:moveTo>
                <a:lnTo>
                  <a:pt x="1902460" y="1321434"/>
                </a:lnTo>
                <a:lnTo>
                  <a:pt x="1902460" y="1313814"/>
                </a:lnTo>
                <a:lnTo>
                  <a:pt x="1932939" y="1313814"/>
                </a:lnTo>
                <a:lnTo>
                  <a:pt x="1932939" y="1321434"/>
                </a:lnTo>
                <a:close/>
              </a:path>
              <a:path w="5632450" h="1321435">
                <a:moveTo>
                  <a:pt x="1879600" y="1321434"/>
                </a:moveTo>
                <a:lnTo>
                  <a:pt x="1849120" y="1321434"/>
                </a:lnTo>
                <a:lnTo>
                  <a:pt x="1849120" y="1313814"/>
                </a:lnTo>
                <a:lnTo>
                  <a:pt x="1879600" y="1313814"/>
                </a:lnTo>
                <a:lnTo>
                  <a:pt x="1879600" y="1321434"/>
                </a:lnTo>
                <a:close/>
              </a:path>
              <a:path w="5632450" h="1321435">
                <a:moveTo>
                  <a:pt x="1826260" y="1321434"/>
                </a:moveTo>
                <a:lnTo>
                  <a:pt x="1795779" y="1321434"/>
                </a:lnTo>
                <a:lnTo>
                  <a:pt x="1795779" y="1313814"/>
                </a:lnTo>
                <a:lnTo>
                  <a:pt x="1826260" y="1313814"/>
                </a:lnTo>
                <a:lnTo>
                  <a:pt x="1826260" y="1321434"/>
                </a:lnTo>
                <a:close/>
              </a:path>
              <a:path w="5632450" h="1321435">
                <a:moveTo>
                  <a:pt x="1772920" y="1321434"/>
                </a:moveTo>
                <a:lnTo>
                  <a:pt x="1742439" y="1321434"/>
                </a:lnTo>
                <a:lnTo>
                  <a:pt x="1742439" y="1313814"/>
                </a:lnTo>
                <a:lnTo>
                  <a:pt x="1772920" y="1313814"/>
                </a:lnTo>
                <a:lnTo>
                  <a:pt x="1772920" y="1321434"/>
                </a:lnTo>
                <a:close/>
              </a:path>
              <a:path w="5632450" h="1321435">
                <a:moveTo>
                  <a:pt x="1719579" y="1321434"/>
                </a:moveTo>
                <a:lnTo>
                  <a:pt x="1689100" y="1321434"/>
                </a:lnTo>
                <a:lnTo>
                  <a:pt x="1689100" y="1313814"/>
                </a:lnTo>
                <a:lnTo>
                  <a:pt x="1719579" y="1313814"/>
                </a:lnTo>
                <a:lnTo>
                  <a:pt x="1719579" y="1321434"/>
                </a:lnTo>
                <a:close/>
              </a:path>
              <a:path w="5632450" h="1321435">
                <a:moveTo>
                  <a:pt x="1666239" y="1321434"/>
                </a:moveTo>
                <a:lnTo>
                  <a:pt x="1635760" y="1321434"/>
                </a:lnTo>
                <a:lnTo>
                  <a:pt x="1635760" y="1313814"/>
                </a:lnTo>
                <a:lnTo>
                  <a:pt x="1666239" y="1313814"/>
                </a:lnTo>
                <a:lnTo>
                  <a:pt x="1666239" y="1321434"/>
                </a:lnTo>
                <a:close/>
              </a:path>
              <a:path w="5632450" h="1321435">
                <a:moveTo>
                  <a:pt x="1612899" y="1321434"/>
                </a:moveTo>
                <a:lnTo>
                  <a:pt x="1582420" y="1321434"/>
                </a:lnTo>
                <a:lnTo>
                  <a:pt x="1582420" y="1313814"/>
                </a:lnTo>
                <a:lnTo>
                  <a:pt x="1612899" y="1313814"/>
                </a:lnTo>
                <a:lnTo>
                  <a:pt x="1612899" y="1321434"/>
                </a:lnTo>
                <a:close/>
              </a:path>
              <a:path w="5632450" h="1321435">
                <a:moveTo>
                  <a:pt x="1559560" y="1321434"/>
                </a:moveTo>
                <a:lnTo>
                  <a:pt x="1529080" y="1321434"/>
                </a:lnTo>
                <a:lnTo>
                  <a:pt x="1529080" y="1313814"/>
                </a:lnTo>
                <a:lnTo>
                  <a:pt x="1559560" y="1313814"/>
                </a:lnTo>
                <a:lnTo>
                  <a:pt x="1559560" y="1321434"/>
                </a:lnTo>
                <a:close/>
              </a:path>
              <a:path w="5632450" h="1321435">
                <a:moveTo>
                  <a:pt x="1506220" y="1321434"/>
                </a:moveTo>
                <a:lnTo>
                  <a:pt x="1475740" y="1321434"/>
                </a:lnTo>
                <a:lnTo>
                  <a:pt x="1475740" y="1313814"/>
                </a:lnTo>
                <a:lnTo>
                  <a:pt x="1506220" y="1313814"/>
                </a:lnTo>
                <a:lnTo>
                  <a:pt x="1506220" y="1321434"/>
                </a:lnTo>
                <a:close/>
              </a:path>
              <a:path w="5632450" h="1321435">
                <a:moveTo>
                  <a:pt x="1452880" y="1321434"/>
                </a:moveTo>
                <a:lnTo>
                  <a:pt x="1422399" y="1321434"/>
                </a:lnTo>
                <a:lnTo>
                  <a:pt x="1422399" y="1313814"/>
                </a:lnTo>
                <a:lnTo>
                  <a:pt x="1452880" y="1313814"/>
                </a:lnTo>
                <a:lnTo>
                  <a:pt x="1452880" y="1321434"/>
                </a:lnTo>
                <a:close/>
              </a:path>
              <a:path w="5632450" h="1321435">
                <a:moveTo>
                  <a:pt x="1399540" y="1321434"/>
                </a:moveTo>
                <a:lnTo>
                  <a:pt x="1369060" y="1321434"/>
                </a:lnTo>
                <a:lnTo>
                  <a:pt x="1369060" y="1313814"/>
                </a:lnTo>
                <a:lnTo>
                  <a:pt x="1399540" y="1313814"/>
                </a:lnTo>
                <a:lnTo>
                  <a:pt x="1399540" y="1321434"/>
                </a:lnTo>
                <a:close/>
              </a:path>
              <a:path w="5632450" h="1321435">
                <a:moveTo>
                  <a:pt x="1346199" y="1321434"/>
                </a:moveTo>
                <a:lnTo>
                  <a:pt x="1315720" y="1321434"/>
                </a:lnTo>
                <a:lnTo>
                  <a:pt x="1315720" y="1313814"/>
                </a:lnTo>
                <a:lnTo>
                  <a:pt x="1346199" y="1313814"/>
                </a:lnTo>
                <a:lnTo>
                  <a:pt x="1346199" y="1321434"/>
                </a:lnTo>
                <a:close/>
              </a:path>
              <a:path w="5632450" h="1321435">
                <a:moveTo>
                  <a:pt x="1292860" y="1321434"/>
                </a:moveTo>
                <a:lnTo>
                  <a:pt x="1262380" y="1321434"/>
                </a:lnTo>
                <a:lnTo>
                  <a:pt x="1262380" y="1313814"/>
                </a:lnTo>
                <a:lnTo>
                  <a:pt x="1292860" y="1313814"/>
                </a:lnTo>
                <a:lnTo>
                  <a:pt x="1292860" y="1321434"/>
                </a:lnTo>
                <a:close/>
              </a:path>
              <a:path w="5632450" h="1321435">
                <a:moveTo>
                  <a:pt x="1239520" y="1321434"/>
                </a:moveTo>
                <a:lnTo>
                  <a:pt x="1209040" y="1321434"/>
                </a:lnTo>
                <a:lnTo>
                  <a:pt x="1209040" y="1313814"/>
                </a:lnTo>
                <a:lnTo>
                  <a:pt x="1239520" y="1313814"/>
                </a:lnTo>
                <a:lnTo>
                  <a:pt x="1239520" y="1321434"/>
                </a:lnTo>
                <a:close/>
              </a:path>
              <a:path w="5632450" h="1321435">
                <a:moveTo>
                  <a:pt x="1186180" y="1321434"/>
                </a:moveTo>
                <a:lnTo>
                  <a:pt x="1155699" y="1321434"/>
                </a:lnTo>
                <a:lnTo>
                  <a:pt x="1155699" y="1313814"/>
                </a:lnTo>
                <a:lnTo>
                  <a:pt x="1186180" y="1313814"/>
                </a:lnTo>
                <a:lnTo>
                  <a:pt x="1186180" y="1321434"/>
                </a:lnTo>
                <a:close/>
              </a:path>
              <a:path w="5632450" h="1321435">
                <a:moveTo>
                  <a:pt x="1132840" y="1321434"/>
                </a:moveTo>
                <a:lnTo>
                  <a:pt x="1102360" y="1321434"/>
                </a:lnTo>
                <a:lnTo>
                  <a:pt x="1102360" y="1313814"/>
                </a:lnTo>
                <a:lnTo>
                  <a:pt x="1132840" y="1313814"/>
                </a:lnTo>
                <a:lnTo>
                  <a:pt x="1132840" y="1321434"/>
                </a:lnTo>
                <a:close/>
              </a:path>
              <a:path w="5632450" h="1321435">
                <a:moveTo>
                  <a:pt x="1079500" y="1321434"/>
                </a:moveTo>
                <a:lnTo>
                  <a:pt x="1049020" y="1321434"/>
                </a:lnTo>
                <a:lnTo>
                  <a:pt x="1049020" y="1313814"/>
                </a:lnTo>
                <a:lnTo>
                  <a:pt x="1079500" y="1313814"/>
                </a:lnTo>
                <a:lnTo>
                  <a:pt x="1079500" y="1321434"/>
                </a:lnTo>
                <a:close/>
              </a:path>
              <a:path w="5632450" h="1321435">
                <a:moveTo>
                  <a:pt x="1026160" y="1321434"/>
                </a:moveTo>
                <a:lnTo>
                  <a:pt x="995679" y="1321434"/>
                </a:lnTo>
                <a:lnTo>
                  <a:pt x="995679" y="1313814"/>
                </a:lnTo>
                <a:lnTo>
                  <a:pt x="1026160" y="1313814"/>
                </a:lnTo>
                <a:lnTo>
                  <a:pt x="1026160" y="1321434"/>
                </a:lnTo>
                <a:close/>
              </a:path>
              <a:path w="5632450" h="1321435">
                <a:moveTo>
                  <a:pt x="972819" y="1321434"/>
                </a:moveTo>
                <a:lnTo>
                  <a:pt x="942340" y="1321434"/>
                </a:lnTo>
                <a:lnTo>
                  <a:pt x="942340" y="1313814"/>
                </a:lnTo>
                <a:lnTo>
                  <a:pt x="972819" y="1313814"/>
                </a:lnTo>
                <a:lnTo>
                  <a:pt x="972819" y="1321434"/>
                </a:lnTo>
                <a:close/>
              </a:path>
              <a:path w="5632450" h="1321435">
                <a:moveTo>
                  <a:pt x="919479" y="1321434"/>
                </a:moveTo>
                <a:lnTo>
                  <a:pt x="889000" y="1321434"/>
                </a:lnTo>
                <a:lnTo>
                  <a:pt x="889000" y="1313814"/>
                </a:lnTo>
                <a:lnTo>
                  <a:pt x="919479" y="1313814"/>
                </a:lnTo>
                <a:lnTo>
                  <a:pt x="919479" y="1321434"/>
                </a:lnTo>
                <a:close/>
              </a:path>
              <a:path w="5632450" h="1321435">
                <a:moveTo>
                  <a:pt x="866140" y="1321434"/>
                </a:moveTo>
                <a:lnTo>
                  <a:pt x="835660" y="1321434"/>
                </a:lnTo>
                <a:lnTo>
                  <a:pt x="835660" y="1313814"/>
                </a:lnTo>
                <a:lnTo>
                  <a:pt x="866140" y="1313814"/>
                </a:lnTo>
                <a:lnTo>
                  <a:pt x="866140" y="1321434"/>
                </a:lnTo>
                <a:close/>
              </a:path>
              <a:path w="5632450" h="1321435">
                <a:moveTo>
                  <a:pt x="812800" y="1321434"/>
                </a:moveTo>
                <a:lnTo>
                  <a:pt x="782319" y="1321434"/>
                </a:lnTo>
                <a:lnTo>
                  <a:pt x="782319" y="1313814"/>
                </a:lnTo>
                <a:lnTo>
                  <a:pt x="812800" y="1313814"/>
                </a:lnTo>
                <a:lnTo>
                  <a:pt x="812800" y="1321434"/>
                </a:lnTo>
                <a:close/>
              </a:path>
              <a:path w="5632450" h="1321435">
                <a:moveTo>
                  <a:pt x="759460" y="1321434"/>
                </a:moveTo>
                <a:lnTo>
                  <a:pt x="728979" y="1321434"/>
                </a:lnTo>
                <a:lnTo>
                  <a:pt x="728979" y="1313814"/>
                </a:lnTo>
                <a:lnTo>
                  <a:pt x="759460" y="1313814"/>
                </a:lnTo>
                <a:lnTo>
                  <a:pt x="759460" y="1321434"/>
                </a:lnTo>
                <a:close/>
              </a:path>
              <a:path w="5632450" h="1321435">
                <a:moveTo>
                  <a:pt x="706119" y="1321434"/>
                </a:moveTo>
                <a:lnTo>
                  <a:pt x="675640" y="1321434"/>
                </a:lnTo>
                <a:lnTo>
                  <a:pt x="675640" y="1313814"/>
                </a:lnTo>
                <a:lnTo>
                  <a:pt x="706119" y="1313814"/>
                </a:lnTo>
                <a:lnTo>
                  <a:pt x="706119" y="1321434"/>
                </a:lnTo>
                <a:close/>
              </a:path>
              <a:path w="5632450" h="1321435">
                <a:moveTo>
                  <a:pt x="652779" y="1321434"/>
                </a:moveTo>
                <a:lnTo>
                  <a:pt x="622300" y="1321434"/>
                </a:lnTo>
                <a:lnTo>
                  <a:pt x="622300" y="1313814"/>
                </a:lnTo>
                <a:lnTo>
                  <a:pt x="652779" y="1313814"/>
                </a:lnTo>
                <a:lnTo>
                  <a:pt x="652779" y="1321434"/>
                </a:lnTo>
                <a:close/>
              </a:path>
              <a:path w="5632450" h="1321435">
                <a:moveTo>
                  <a:pt x="599440" y="1321434"/>
                </a:moveTo>
                <a:lnTo>
                  <a:pt x="568960" y="1321434"/>
                </a:lnTo>
                <a:lnTo>
                  <a:pt x="568960" y="1313814"/>
                </a:lnTo>
                <a:lnTo>
                  <a:pt x="599440" y="1313814"/>
                </a:lnTo>
                <a:lnTo>
                  <a:pt x="599440" y="1321434"/>
                </a:lnTo>
                <a:close/>
              </a:path>
              <a:path w="5632450" h="1321435">
                <a:moveTo>
                  <a:pt x="546100" y="1321434"/>
                </a:moveTo>
                <a:lnTo>
                  <a:pt x="515619" y="1321434"/>
                </a:lnTo>
                <a:lnTo>
                  <a:pt x="515619" y="1313814"/>
                </a:lnTo>
                <a:lnTo>
                  <a:pt x="546100" y="1313814"/>
                </a:lnTo>
                <a:lnTo>
                  <a:pt x="546100" y="1321434"/>
                </a:lnTo>
                <a:close/>
              </a:path>
              <a:path w="5632450" h="1321435">
                <a:moveTo>
                  <a:pt x="492759" y="1321434"/>
                </a:moveTo>
                <a:lnTo>
                  <a:pt x="462279" y="1321434"/>
                </a:lnTo>
                <a:lnTo>
                  <a:pt x="462279" y="1313814"/>
                </a:lnTo>
                <a:lnTo>
                  <a:pt x="492759" y="1313814"/>
                </a:lnTo>
                <a:lnTo>
                  <a:pt x="492759" y="1321434"/>
                </a:lnTo>
                <a:close/>
              </a:path>
              <a:path w="5632450" h="1321435">
                <a:moveTo>
                  <a:pt x="439419" y="1321434"/>
                </a:moveTo>
                <a:lnTo>
                  <a:pt x="408940" y="1321434"/>
                </a:lnTo>
                <a:lnTo>
                  <a:pt x="408940" y="1313814"/>
                </a:lnTo>
                <a:lnTo>
                  <a:pt x="439419" y="1313814"/>
                </a:lnTo>
                <a:lnTo>
                  <a:pt x="439419" y="1321434"/>
                </a:lnTo>
                <a:close/>
              </a:path>
              <a:path w="5632450" h="1321435">
                <a:moveTo>
                  <a:pt x="386079" y="1321434"/>
                </a:moveTo>
                <a:lnTo>
                  <a:pt x="355600" y="1321434"/>
                </a:lnTo>
                <a:lnTo>
                  <a:pt x="355600" y="1313814"/>
                </a:lnTo>
                <a:lnTo>
                  <a:pt x="386079" y="1313814"/>
                </a:lnTo>
                <a:lnTo>
                  <a:pt x="386079" y="1321434"/>
                </a:lnTo>
                <a:close/>
              </a:path>
              <a:path w="5632450" h="1321435">
                <a:moveTo>
                  <a:pt x="332740" y="1321434"/>
                </a:moveTo>
                <a:lnTo>
                  <a:pt x="302259" y="1321434"/>
                </a:lnTo>
                <a:lnTo>
                  <a:pt x="302259" y="1313814"/>
                </a:lnTo>
                <a:lnTo>
                  <a:pt x="332740" y="1313814"/>
                </a:lnTo>
                <a:lnTo>
                  <a:pt x="332740" y="1321434"/>
                </a:lnTo>
                <a:close/>
              </a:path>
              <a:path w="5632450" h="1321435">
                <a:moveTo>
                  <a:pt x="279400" y="1321434"/>
                </a:moveTo>
                <a:lnTo>
                  <a:pt x="248919" y="1321434"/>
                </a:lnTo>
                <a:lnTo>
                  <a:pt x="248919" y="1313814"/>
                </a:lnTo>
                <a:lnTo>
                  <a:pt x="279400" y="1313814"/>
                </a:lnTo>
                <a:lnTo>
                  <a:pt x="279400" y="1321434"/>
                </a:lnTo>
                <a:close/>
              </a:path>
              <a:path w="5632450" h="1321435">
                <a:moveTo>
                  <a:pt x="226059" y="1321434"/>
                </a:moveTo>
                <a:lnTo>
                  <a:pt x="195579" y="1321434"/>
                </a:lnTo>
                <a:lnTo>
                  <a:pt x="195579" y="1313814"/>
                </a:lnTo>
                <a:lnTo>
                  <a:pt x="226059" y="1313814"/>
                </a:lnTo>
                <a:lnTo>
                  <a:pt x="226059" y="1321434"/>
                </a:lnTo>
                <a:close/>
              </a:path>
              <a:path w="5632450" h="1321435">
                <a:moveTo>
                  <a:pt x="172719" y="1321434"/>
                </a:moveTo>
                <a:lnTo>
                  <a:pt x="142239" y="1321434"/>
                </a:lnTo>
                <a:lnTo>
                  <a:pt x="142239" y="1313814"/>
                </a:lnTo>
                <a:lnTo>
                  <a:pt x="172719" y="1313814"/>
                </a:lnTo>
                <a:lnTo>
                  <a:pt x="172719" y="1321434"/>
                </a:lnTo>
                <a:close/>
              </a:path>
              <a:path w="5632450" h="1321435">
                <a:moveTo>
                  <a:pt x="119379" y="1321434"/>
                </a:moveTo>
                <a:lnTo>
                  <a:pt x="88900" y="1321434"/>
                </a:lnTo>
                <a:lnTo>
                  <a:pt x="88900" y="1313814"/>
                </a:lnTo>
                <a:lnTo>
                  <a:pt x="119379" y="1313814"/>
                </a:lnTo>
                <a:lnTo>
                  <a:pt x="119379" y="1321434"/>
                </a:lnTo>
                <a:close/>
              </a:path>
              <a:path w="5632450" h="1321435">
                <a:moveTo>
                  <a:pt x="66039" y="1321434"/>
                </a:moveTo>
                <a:lnTo>
                  <a:pt x="35559" y="1321434"/>
                </a:lnTo>
                <a:lnTo>
                  <a:pt x="35559" y="1313814"/>
                </a:lnTo>
                <a:lnTo>
                  <a:pt x="66039" y="1313814"/>
                </a:lnTo>
                <a:lnTo>
                  <a:pt x="66039" y="1321434"/>
                </a:lnTo>
                <a:close/>
              </a:path>
            </a:pathLst>
          </a:custGeom>
          <a:solidFill>
            <a:srgbClr val="5F95E6"/>
          </a:solidFill>
        </p:spPr>
        <p:txBody>
          <a:bodyPr wrap="square" lIns="0" tIns="0" rIns="0" bIns="0" rtlCol="0"/>
          <a:lstStyle/>
          <a:p>
            <a:endParaRPr/>
          </a:p>
        </p:txBody>
      </p:sp>
      <p:sp>
        <p:nvSpPr>
          <p:cNvPr id="7" name="object 7"/>
          <p:cNvSpPr txBox="1"/>
          <p:nvPr/>
        </p:nvSpPr>
        <p:spPr>
          <a:xfrm>
            <a:off x="626109" y="1351914"/>
            <a:ext cx="9855200" cy="484378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提示语的基本元素分类</a:t>
            </a:r>
            <a:endParaRPr sz="2000">
              <a:latin typeface="Microsoft JhengHei"/>
              <a:cs typeface="Microsoft JhengHei"/>
            </a:endParaRPr>
          </a:p>
          <a:p>
            <a:pPr marL="12700">
              <a:lnSpc>
                <a:spcPct val="100000"/>
              </a:lnSpc>
              <a:spcBef>
                <a:spcPts val="1300"/>
              </a:spcBef>
            </a:pPr>
            <a:r>
              <a:rPr sz="1800" spc="-5" dirty="0">
                <a:latin typeface="宋体"/>
                <a:cs typeface="宋体"/>
              </a:rPr>
              <a:t>提示语的基本元素可以根据其功能和作用分为三个大类：信息类元素、结构类元素和控制类元素：</a:t>
            </a:r>
            <a:endParaRPr sz="1800">
              <a:latin typeface="宋体"/>
              <a:cs typeface="宋体"/>
            </a:endParaRPr>
          </a:p>
          <a:p>
            <a:pPr>
              <a:lnSpc>
                <a:spcPct val="100000"/>
              </a:lnSpc>
              <a:spcBef>
                <a:spcPts val="25"/>
              </a:spcBef>
            </a:pPr>
            <a:endParaRPr sz="2050">
              <a:latin typeface="宋体"/>
              <a:cs typeface="宋体"/>
            </a:endParaRPr>
          </a:p>
          <a:p>
            <a:pPr marL="81280" marR="4521835" algn="just">
              <a:lnSpc>
                <a:spcPct val="129900"/>
              </a:lnSpc>
            </a:pPr>
            <a:r>
              <a:rPr sz="1800" dirty="0">
                <a:latin typeface="宋体"/>
                <a:cs typeface="宋体"/>
              </a:rPr>
              <a:t>信息类元素决定了</a:t>
            </a:r>
            <a:r>
              <a:rPr sz="1800" spc="-10" dirty="0">
                <a:latin typeface="Arial"/>
                <a:cs typeface="Arial"/>
              </a:rPr>
              <a:t>AI</a:t>
            </a:r>
            <a:r>
              <a:rPr sz="1800" spc="-5" dirty="0">
                <a:latin typeface="宋体"/>
                <a:cs typeface="宋体"/>
              </a:rPr>
              <a:t>在生成过程中需要处理的具体内</a:t>
            </a:r>
            <a:r>
              <a:rPr sz="1800" dirty="0">
                <a:latin typeface="宋体"/>
                <a:cs typeface="宋体"/>
              </a:rPr>
              <a:t>容，包括主题、背景、数据等，为</a:t>
            </a:r>
            <a:r>
              <a:rPr sz="1800" spc="-10" dirty="0">
                <a:latin typeface="Arial"/>
                <a:cs typeface="Arial"/>
              </a:rPr>
              <a:t>AI</a:t>
            </a:r>
            <a:r>
              <a:rPr sz="1800" spc="-10" dirty="0">
                <a:latin typeface="宋体"/>
                <a:cs typeface="宋体"/>
              </a:rPr>
              <a:t>提供了必要的知识和上下文。</a:t>
            </a:r>
            <a:endParaRPr sz="1800">
              <a:latin typeface="宋体"/>
              <a:cs typeface="宋体"/>
            </a:endParaRPr>
          </a:p>
          <a:p>
            <a:pPr>
              <a:lnSpc>
                <a:spcPct val="100000"/>
              </a:lnSpc>
              <a:spcBef>
                <a:spcPts val="60"/>
              </a:spcBef>
            </a:pPr>
            <a:endParaRPr sz="2500">
              <a:latin typeface="宋体"/>
              <a:cs typeface="宋体"/>
            </a:endParaRPr>
          </a:p>
          <a:p>
            <a:pPr marL="81280" marR="4280535">
              <a:lnSpc>
                <a:spcPct val="129900"/>
              </a:lnSpc>
            </a:pPr>
            <a:r>
              <a:rPr sz="1800" spc="-5" dirty="0">
                <a:latin typeface="宋体"/>
                <a:cs typeface="宋体"/>
              </a:rPr>
              <a:t>结构类元素用于定义生成内容的组织形式和呈现方式，</a:t>
            </a:r>
            <a:r>
              <a:rPr sz="1800" dirty="0">
                <a:latin typeface="宋体"/>
                <a:cs typeface="宋体"/>
              </a:rPr>
              <a:t>决定了</a:t>
            </a:r>
            <a:r>
              <a:rPr sz="1800" spc="-10" dirty="0">
                <a:latin typeface="Arial"/>
                <a:cs typeface="Arial"/>
              </a:rPr>
              <a:t>AI</a:t>
            </a:r>
            <a:r>
              <a:rPr sz="1800" spc="-5" dirty="0">
                <a:latin typeface="宋体"/>
                <a:cs typeface="宋体"/>
              </a:rPr>
              <a:t>输出的结构、格式和风格。</a:t>
            </a:r>
            <a:endParaRPr sz="1800">
              <a:latin typeface="宋体"/>
              <a:cs typeface="宋体"/>
            </a:endParaRPr>
          </a:p>
          <a:p>
            <a:pPr>
              <a:lnSpc>
                <a:spcPct val="100000"/>
              </a:lnSpc>
            </a:pPr>
            <a:endParaRPr sz="2900">
              <a:latin typeface="宋体"/>
              <a:cs typeface="宋体"/>
            </a:endParaRPr>
          </a:p>
          <a:p>
            <a:pPr marL="81280" marR="4509135" algn="just">
              <a:lnSpc>
                <a:spcPct val="129900"/>
              </a:lnSpc>
            </a:pPr>
            <a:r>
              <a:rPr sz="1800" dirty="0">
                <a:latin typeface="宋体"/>
                <a:cs typeface="宋体"/>
              </a:rPr>
              <a:t>控制类元素用于管理和引导</a:t>
            </a:r>
            <a:r>
              <a:rPr sz="1800" spc="-10" dirty="0">
                <a:latin typeface="Arial"/>
                <a:cs typeface="Arial"/>
              </a:rPr>
              <a:t>AI</a:t>
            </a:r>
            <a:r>
              <a:rPr sz="1800" spc="-5" dirty="0">
                <a:latin typeface="宋体"/>
                <a:cs typeface="宋体"/>
              </a:rPr>
              <a:t>的生成过程，确保输出符合预期并能够进行必要的调整，是实现高级提示语</a:t>
            </a:r>
            <a:r>
              <a:rPr sz="1800" spc="-10" dirty="0">
                <a:latin typeface="宋体"/>
                <a:cs typeface="宋体"/>
              </a:rPr>
              <a:t>工程的重要工具。</a:t>
            </a:r>
            <a:endParaRPr sz="1800">
              <a:latin typeface="宋体"/>
              <a:cs typeface="宋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49591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提示语的</a:t>
            </a:r>
            <a:r>
              <a:rPr sz="4000" spc="270" dirty="0">
                <a:latin typeface="Arial"/>
                <a:cs typeface="Arial"/>
              </a:rPr>
              <a:t>DNA</a:t>
            </a:r>
            <a:r>
              <a:rPr sz="4000" spc="270" dirty="0"/>
              <a:t>：解构强大提示语的基本元</a:t>
            </a:r>
            <a:r>
              <a:rPr sz="4000" spc="-50" dirty="0"/>
              <a:t>素</a:t>
            </a:r>
            <a:endParaRPr sz="4000">
              <a:latin typeface="Arial"/>
              <a:cs typeface="Arial"/>
            </a:endParaRPr>
          </a:p>
        </p:txBody>
      </p:sp>
      <p:sp>
        <p:nvSpPr>
          <p:cNvPr id="3" name="object 3"/>
          <p:cNvSpPr txBox="1"/>
          <p:nvPr/>
        </p:nvSpPr>
        <p:spPr>
          <a:xfrm>
            <a:off x="626109" y="1078230"/>
            <a:ext cx="2317115"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提示语元素组合矩阵</a:t>
            </a:r>
            <a:endParaRPr sz="2000">
              <a:latin typeface="Microsoft JhengHei"/>
              <a:cs typeface="Microsoft JhengHei"/>
            </a:endParaRPr>
          </a:p>
        </p:txBody>
      </p:sp>
      <p:sp>
        <p:nvSpPr>
          <p:cNvPr id="4" name="object 4"/>
          <p:cNvSpPr txBox="1"/>
          <p:nvPr/>
        </p:nvSpPr>
        <p:spPr>
          <a:xfrm>
            <a:off x="4488179" y="4448175"/>
            <a:ext cx="7256780" cy="2162810"/>
          </a:xfrm>
          <a:prstGeom prst="rect">
            <a:avLst/>
          </a:prstGeom>
        </p:spPr>
        <p:txBody>
          <a:bodyPr vert="horz" wrap="square" lIns="0" tIns="94615" rIns="0" bIns="0" rtlCol="0">
            <a:spAutoFit/>
          </a:bodyPr>
          <a:lstStyle/>
          <a:p>
            <a:pPr marL="12700">
              <a:lnSpc>
                <a:spcPct val="100000"/>
              </a:lnSpc>
              <a:spcBef>
                <a:spcPts val="745"/>
              </a:spcBef>
            </a:pPr>
            <a:r>
              <a:rPr sz="1800" spc="-5" dirty="0">
                <a:latin typeface="宋体"/>
                <a:cs typeface="宋体"/>
              </a:rPr>
              <a:t>提示语元素协同效应理论的核心观点包括：</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互补增强：某些元素组合可以互相弥补不足，产生</a:t>
            </a:r>
            <a:r>
              <a:rPr sz="1800" spc="-10" dirty="0">
                <a:latin typeface="Arial"/>
                <a:cs typeface="Arial"/>
              </a:rPr>
              <a:t>1+1&gt;2</a:t>
            </a:r>
            <a:r>
              <a:rPr sz="1800" spc="-15" dirty="0">
                <a:latin typeface="宋体"/>
                <a:cs typeface="宋体"/>
              </a:rPr>
              <a:t>的效果。</a:t>
            </a:r>
            <a:endParaRPr sz="1800">
              <a:latin typeface="宋体"/>
              <a:cs typeface="宋体"/>
            </a:endParaRPr>
          </a:p>
          <a:p>
            <a:pPr marL="12700" marR="5080">
              <a:lnSpc>
                <a:spcPct val="129900"/>
              </a:lnSpc>
              <a:buFont typeface="Arial"/>
              <a:buChar char="▪"/>
              <a:tabLst>
                <a:tab pos="157480" algn="l"/>
              </a:tabLst>
            </a:pPr>
            <a:r>
              <a:rPr sz="1800" spc="-5" dirty="0">
                <a:latin typeface="宋体"/>
                <a:cs typeface="宋体"/>
              </a:rPr>
              <a:t>级联激活：一个元素的激活可能引发一系列相关元素的连锁反应，形成一个自我强化的正反馈循环。</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冲突调和：看似矛盾的元素组合可能产生意想不到的积极效果。</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涌现属性：某些元素组合可能产生单个元素所不具备的新特性。</a:t>
            </a:r>
            <a:endParaRPr sz="1800">
              <a:latin typeface="宋体"/>
              <a:cs typeface="宋体"/>
            </a:endParaRPr>
          </a:p>
        </p:txBody>
      </p:sp>
      <p:graphicFrame>
        <p:nvGraphicFramePr>
          <p:cNvPr id="5" name="object 5"/>
          <p:cNvGraphicFramePr>
            <a:graphicFrameLocks noGrp="1"/>
          </p:cNvGraphicFramePr>
          <p:nvPr/>
        </p:nvGraphicFramePr>
        <p:xfrm>
          <a:off x="934085" y="1509394"/>
          <a:ext cx="10282554" cy="2715258"/>
        </p:xfrm>
        <a:graphic>
          <a:graphicData uri="http://schemas.openxmlformats.org/drawingml/2006/table">
            <a:tbl>
              <a:tblPr firstRow="1" bandRow="1">
                <a:tableStyleId>{2D5ABB26-0587-4C30-8999-92F81FD0307C}</a:tableStyleId>
              </a:tblPr>
              <a:tblGrid>
                <a:gridCol w="1299845">
                  <a:extLst>
                    <a:ext uri="{9D8B030D-6E8A-4147-A177-3AD203B41FA5}">
                      <a16:colId xmlns:a16="http://schemas.microsoft.com/office/drawing/2014/main" val="20000"/>
                    </a:ext>
                  </a:extLst>
                </a:gridCol>
                <a:gridCol w="2219325">
                  <a:extLst>
                    <a:ext uri="{9D8B030D-6E8A-4147-A177-3AD203B41FA5}">
                      <a16:colId xmlns:a16="http://schemas.microsoft.com/office/drawing/2014/main" val="20001"/>
                    </a:ext>
                  </a:extLst>
                </a:gridCol>
                <a:gridCol w="1754504">
                  <a:extLst>
                    <a:ext uri="{9D8B030D-6E8A-4147-A177-3AD203B41FA5}">
                      <a16:colId xmlns:a16="http://schemas.microsoft.com/office/drawing/2014/main" val="20002"/>
                    </a:ext>
                  </a:extLst>
                </a:gridCol>
                <a:gridCol w="5008880">
                  <a:extLst>
                    <a:ext uri="{9D8B030D-6E8A-4147-A177-3AD203B41FA5}">
                      <a16:colId xmlns:a16="http://schemas.microsoft.com/office/drawing/2014/main" val="20003"/>
                    </a:ext>
                  </a:extLst>
                </a:gridCol>
              </a:tblGrid>
              <a:tr h="309880">
                <a:tc>
                  <a:txBody>
                    <a:bodyPr/>
                    <a:lstStyle/>
                    <a:p>
                      <a:pPr algn="ctr">
                        <a:lnSpc>
                          <a:spcPct val="100000"/>
                        </a:lnSpc>
                        <a:spcBef>
                          <a:spcPts val="439"/>
                        </a:spcBef>
                      </a:pPr>
                      <a:r>
                        <a:rPr sz="1100" spc="-30" dirty="0">
                          <a:latin typeface="宋体"/>
                          <a:cs typeface="宋体"/>
                        </a:rPr>
                        <a:t>目标</a:t>
                      </a:r>
                      <a:endParaRPr sz="1100">
                        <a:latin typeface="宋体"/>
                        <a:cs typeface="宋体"/>
                      </a:endParaRPr>
                    </a:p>
                  </a:txBody>
                  <a:tcPr marL="0" marR="0" marT="5587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89610">
                        <a:lnSpc>
                          <a:spcPct val="100000"/>
                        </a:lnSpc>
                        <a:spcBef>
                          <a:spcPts val="439"/>
                        </a:spcBef>
                      </a:pPr>
                      <a:r>
                        <a:rPr sz="1100" spc="-20" dirty="0">
                          <a:latin typeface="宋体"/>
                          <a:cs typeface="宋体"/>
                        </a:rPr>
                        <a:t>主要元素组合</a:t>
                      </a:r>
                      <a:endParaRPr sz="1100">
                        <a:latin typeface="宋体"/>
                        <a:cs typeface="宋体"/>
                      </a:endParaRPr>
                    </a:p>
                  </a:txBody>
                  <a:tcPr marL="0" marR="0" marT="5587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algn="ctr">
                        <a:lnSpc>
                          <a:spcPct val="100000"/>
                        </a:lnSpc>
                        <a:spcBef>
                          <a:spcPts val="439"/>
                        </a:spcBef>
                      </a:pPr>
                      <a:r>
                        <a:rPr sz="1100" spc="-20" dirty="0">
                          <a:latin typeface="宋体"/>
                          <a:cs typeface="宋体"/>
                        </a:rPr>
                        <a:t>次要元素组合</a:t>
                      </a:r>
                      <a:endParaRPr sz="1100">
                        <a:latin typeface="宋体"/>
                        <a:cs typeface="宋体"/>
                      </a:endParaRPr>
                    </a:p>
                  </a:txBody>
                  <a:tcPr marL="0" marR="0" marT="5587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tc>
                  <a:txBody>
                    <a:bodyPr/>
                    <a:lstStyle/>
                    <a:p>
                      <a:pPr marL="635" algn="ctr">
                        <a:lnSpc>
                          <a:spcPct val="100000"/>
                        </a:lnSpc>
                        <a:spcBef>
                          <a:spcPts val="439"/>
                        </a:spcBef>
                      </a:pPr>
                      <a:r>
                        <a:rPr sz="1100" spc="-20" dirty="0">
                          <a:latin typeface="宋体"/>
                          <a:cs typeface="宋体"/>
                        </a:rPr>
                        <a:t>组合效果</a:t>
                      </a:r>
                      <a:endParaRPr sz="1100">
                        <a:latin typeface="宋体"/>
                        <a:cs typeface="宋体"/>
                      </a:endParaRPr>
                    </a:p>
                  </a:txBody>
                  <a:tcPr marL="0" marR="0" marT="5587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5F95E6"/>
                    </a:solidFill>
                  </a:tcPr>
                </a:tc>
                <a:extLst>
                  <a:ext uri="{0D108BD9-81ED-4DB2-BD59-A6C34878D82A}">
                    <a16:rowId xmlns:a16="http://schemas.microsoft.com/office/drawing/2014/main" val="10000"/>
                  </a:ext>
                </a:extLst>
              </a:tr>
              <a:tr h="480059">
                <a:tc>
                  <a:txBody>
                    <a:bodyPr/>
                    <a:lstStyle/>
                    <a:p>
                      <a:pPr algn="ctr">
                        <a:lnSpc>
                          <a:spcPct val="100000"/>
                        </a:lnSpc>
                        <a:spcBef>
                          <a:spcPts val="1110"/>
                        </a:spcBef>
                      </a:pPr>
                      <a:r>
                        <a:rPr sz="1100" spc="-20" dirty="0">
                          <a:latin typeface="宋体"/>
                          <a:cs typeface="宋体"/>
                        </a:rPr>
                        <a:t>提高输出准确性</a:t>
                      </a:r>
                      <a:endParaRPr sz="11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969644" marR="105410" indent="-857250">
                        <a:lnSpc>
                          <a:spcPct val="100000"/>
                        </a:lnSpc>
                        <a:spcBef>
                          <a:spcPts val="450"/>
                        </a:spcBef>
                      </a:pPr>
                      <a:r>
                        <a:rPr sz="1100" spc="-60" dirty="0">
                          <a:latin typeface="宋体"/>
                          <a:cs typeface="宋体"/>
                        </a:rPr>
                        <a:t>主题元素 </a:t>
                      </a:r>
                      <a:r>
                        <a:rPr sz="1100" spc="-20" dirty="0">
                          <a:latin typeface="Arial"/>
                          <a:cs typeface="Arial"/>
                        </a:rPr>
                        <a:t>+ </a:t>
                      </a:r>
                      <a:r>
                        <a:rPr sz="1100" spc="-60" dirty="0">
                          <a:latin typeface="宋体"/>
                          <a:cs typeface="宋体"/>
                        </a:rPr>
                        <a:t>数据元素 </a:t>
                      </a:r>
                      <a:r>
                        <a:rPr sz="1100" spc="-10" dirty="0">
                          <a:latin typeface="Arial"/>
                          <a:cs typeface="Arial"/>
                        </a:rPr>
                        <a:t>+ </a:t>
                      </a:r>
                      <a:r>
                        <a:rPr sz="1100" spc="-20" dirty="0">
                          <a:latin typeface="宋体"/>
                          <a:cs typeface="宋体"/>
                        </a:rPr>
                        <a:t>质量控制</a:t>
                      </a:r>
                      <a:r>
                        <a:rPr sz="1100" spc="-30" dirty="0">
                          <a:latin typeface="宋体"/>
                          <a:cs typeface="宋体"/>
                        </a:rPr>
                        <a:t>元素</a:t>
                      </a:r>
                      <a:endParaRPr sz="1100">
                        <a:latin typeface="宋体"/>
                        <a:cs typeface="宋体"/>
                      </a:endParaRPr>
                    </a:p>
                  </a:txBody>
                  <a:tcPr marL="0" marR="0" marT="571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807085" marR="92075" indent="-708025">
                        <a:lnSpc>
                          <a:spcPct val="100000"/>
                        </a:lnSpc>
                        <a:spcBef>
                          <a:spcPts val="450"/>
                        </a:spcBef>
                      </a:pPr>
                      <a:r>
                        <a:rPr sz="1100" spc="-50" dirty="0">
                          <a:latin typeface="宋体"/>
                          <a:cs typeface="宋体"/>
                        </a:rPr>
                        <a:t>知识域元素 </a:t>
                      </a:r>
                      <a:r>
                        <a:rPr sz="1100" spc="-30" dirty="0">
                          <a:latin typeface="Arial"/>
                          <a:cs typeface="Arial"/>
                        </a:rPr>
                        <a:t>+ </a:t>
                      </a:r>
                      <a:r>
                        <a:rPr sz="1100" spc="-20" dirty="0">
                          <a:latin typeface="宋体"/>
                          <a:cs typeface="宋体"/>
                        </a:rPr>
                        <a:t>输出验证元</a:t>
                      </a:r>
                      <a:r>
                        <a:rPr sz="1100" spc="-50" dirty="0">
                          <a:latin typeface="宋体"/>
                          <a:cs typeface="宋体"/>
                        </a:rPr>
                        <a:t>素</a:t>
                      </a:r>
                      <a:endParaRPr sz="1100">
                        <a:latin typeface="宋体"/>
                        <a:cs typeface="宋体"/>
                      </a:endParaRPr>
                    </a:p>
                  </a:txBody>
                  <a:tcPr marL="0" marR="0" marT="571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7945" marR="190500">
                        <a:lnSpc>
                          <a:spcPct val="100000"/>
                        </a:lnSpc>
                        <a:spcBef>
                          <a:spcPts val="450"/>
                        </a:spcBef>
                      </a:pPr>
                      <a:r>
                        <a:rPr sz="1100" spc="-10" dirty="0">
                          <a:latin typeface="宋体"/>
                          <a:cs typeface="宋体"/>
                        </a:rPr>
                        <a:t>确保</a:t>
                      </a:r>
                      <a:r>
                        <a:rPr sz="1100" spc="-10" dirty="0">
                          <a:latin typeface="Arial"/>
                          <a:cs typeface="Arial"/>
                        </a:rPr>
                        <a:t>AI</a:t>
                      </a:r>
                      <a:r>
                        <a:rPr sz="1100" spc="-15" dirty="0">
                          <a:latin typeface="宋体"/>
                          <a:cs typeface="宋体"/>
                        </a:rPr>
                        <a:t>基于准确的主题和数据生成内容，并通过严格的质量控制和验证提高准</a:t>
                      </a:r>
                      <a:r>
                        <a:rPr sz="1100" spc="-30" dirty="0">
                          <a:latin typeface="宋体"/>
                          <a:cs typeface="宋体"/>
                        </a:rPr>
                        <a:t>确性</a:t>
                      </a:r>
                      <a:endParaRPr sz="1100">
                        <a:latin typeface="宋体"/>
                        <a:cs typeface="宋体"/>
                      </a:endParaRPr>
                    </a:p>
                  </a:txBody>
                  <a:tcPr marL="0" marR="0" marT="571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481965">
                <a:tc>
                  <a:txBody>
                    <a:bodyPr/>
                    <a:lstStyle/>
                    <a:p>
                      <a:pPr algn="ctr">
                        <a:lnSpc>
                          <a:spcPct val="100000"/>
                        </a:lnSpc>
                        <a:spcBef>
                          <a:spcPts val="1115"/>
                        </a:spcBef>
                      </a:pPr>
                      <a:r>
                        <a:rPr sz="1100" spc="-20" dirty="0">
                          <a:latin typeface="宋体"/>
                          <a:cs typeface="宋体"/>
                        </a:rPr>
                        <a:t>增强创造性思维</a:t>
                      </a:r>
                      <a:endParaRPr sz="1100">
                        <a:latin typeface="宋体"/>
                        <a:cs typeface="宋体"/>
                      </a:endParaRPr>
                    </a:p>
                  </a:txBody>
                  <a:tcPr marL="0" marR="0" marT="1416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969644" marR="105410" indent="-857250">
                        <a:lnSpc>
                          <a:spcPct val="100000"/>
                        </a:lnSpc>
                        <a:spcBef>
                          <a:spcPts val="455"/>
                        </a:spcBef>
                      </a:pPr>
                      <a:r>
                        <a:rPr sz="1100" spc="-60" dirty="0">
                          <a:latin typeface="宋体"/>
                          <a:cs typeface="宋体"/>
                        </a:rPr>
                        <a:t>主题元素 </a:t>
                      </a:r>
                      <a:r>
                        <a:rPr sz="1100" spc="-20" dirty="0">
                          <a:latin typeface="Arial"/>
                          <a:cs typeface="Arial"/>
                        </a:rPr>
                        <a:t>+ </a:t>
                      </a:r>
                      <a:r>
                        <a:rPr sz="1100" spc="-60" dirty="0">
                          <a:latin typeface="宋体"/>
                          <a:cs typeface="宋体"/>
                        </a:rPr>
                        <a:t>背景元素 </a:t>
                      </a:r>
                      <a:r>
                        <a:rPr sz="1100" spc="-10" dirty="0">
                          <a:latin typeface="Arial"/>
                          <a:cs typeface="Arial"/>
                        </a:rPr>
                        <a:t>+ </a:t>
                      </a:r>
                      <a:r>
                        <a:rPr sz="1100" spc="-20" dirty="0">
                          <a:latin typeface="宋体"/>
                          <a:cs typeface="宋体"/>
                        </a:rPr>
                        <a:t>约束条件</a:t>
                      </a:r>
                      <a:r>
                        <a:rPr sz="1100" spc="-30" dirty="0">
                          <a:latin typeface="宋体"/>
                          <a:cs typeface="宋体"/>
                        </a:rPr>
                        <a:t>元素</a:t>
                      </a:r>
                      <a:endParaRPr sz="1100">
                        <a:latin typeface="宋体"/>
                        <a:cs typeface="宋体"/>
                      </a:endParaRPr>
                    </a:p>
                  </a:txBody>
                  <a:tcPr marL="0" marR="0" marT="577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1115"/>
                        </a:spcBef>
                      </a:pPr>
                      <a:r>
                        <a:rPr sz="1100" spc="-60" dirty="0">
                          <a:latin typeface="宋体"/>
                          <a:cs typeface="宋体"/>
                        </a:rPr>
                        <a:t>参考元素 </a:t>
                      </a:r>
                      <a:r>
                        <a:rPr sz="1100" spc="5" dirty="0">
                          <a:latin typeface="Arial"/>
                          <a:cs typeface="Arial"/>
                        </a:rPr>
                        <a:t>+ </a:t>
                      </a:r>
                      <a:r>
                        <a:rPr sz="1100" spc="-20" dirty="0">
                          <a:latin typeface="宋体"/>
                          <a:cs typeface="宋体"/>
                        </a:rPr>
                        <a:t>迭代指令元素</a:t>
                      </a:r>
                      <a:endParaRPr sz="1100">
                        <a:latin typeface="宋体"/>
                        <a:cs typeface="宋体"/>
                      </a:endParaRPr>
                    </a:p>
                  </a:txBody>
                  <a:tcPr marL="0" marR="0" marT="1416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7945" marR="190500">
                        <a:lnSpc>
                          <a:spcPct val="100000"/>
                        </a:lnSpc>
                        <a:spcBef>
                          <a:spcPts val="455"/>
                        </a:spcBef>
                      </a:pPr>
                      <a:r>
                        <a:rPr sz="1100" spc="-10" dirty="0">
                          <a:latin typeface="宋体"/>
                          <a:cs typeface="宋体"/>
                        </a:rPr>
                        <a:t>通过提供丰富的背景信息和适度的约束，激发</a:t>
                      </a:r>
                      <a:r>
                        <a:rPr sz="1100" spc="-10" dirty="0">
                          <a:latin typeface="Arial"/>
                          <a:cs typeface="Arial"/>
                        </a:rPr>
                        <a:t>AI</a:t>
                      </a:r>
                      <a:r>
                        <a:rPr sz="1100" spc="-15" dirty="0">
                          <a:latin typeface="宋体"/>
                          <a:cs typeface="宋体"/>
                        </a:rPr>
                        <a:t>的创造性思维，同时通过多轮</a:t>
                      </a:r>
                      <a:r>
                        <a:rPr sz="1100" spc="-20" dirty="0">
                          <a:latin typeface="宋体"/>
                          <a:cs typeface="宋体"/>
                        </a:rPr>
                        <a:t>迭代促进创新</a:t>
                      </a:r>
                      <a:endParaRPr sz="1100">
                        <a:latin typeface="宋体"/>
                        <a:cs typeface="宋体"/>
                      </a:endParaRPr>
                    </a:p>
                  </a:txBody>
                  <a:tcPr marL="0" marR="0" marT="577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480695">
                <a:tc>
                  <a:txBody>
                    <a:bodyPr/>
                    <a:lstStyle/>
                    <a:p>
                      <a:pPr algn="ctr">
                        <a:lnSpc>
                          <a:spcPct val="100000"/>
                        </a:lnSpc>
                        <a:spcBef>
                          <a:spcPts val="1115"/>
                        </a:spcBef>
                      </a:pPr>
                      <a:r>
                        <a:rPr sz="1100" spc="-20" dirty="0">
                          <a:latin typeface="宋体"/>
                          <a:cs typeface="宋体"/>
                        </a:rPr>
                        <a:t>优化任务执行效率</a:t>
                      </a:r>
                      <a:endParaRPr sz="1100">
                        <a:latin typeface="宋体"/>
                        <a:cs typeface="宋体"/>
                      </a:endParaRPr>
                    </a:p>
                  </a:txBody>
                  <a:tcPr marL="0" marR="0" marT="1416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969644" marR="105410" indent="-857250">
                        <a:lnSpc>
                          <a:spcPct val="100000"/>
                        </a:lnSpc>
                        <a:spcBef>
                          <a:spcPts val="455"/>
                        </a:spcBef>
                      </a:pPr>
                      <a:r>
                        <a:rPr sz="1100" spc="-45" dirty="0">
                          <a:latin typeface="宋体"/>
                          <a:cs typeface="宋体"/>
                        </a:rPr>
                        <a:t>任务指令元素 </a:t>
                      </a:r>
                      <a:r>
                        <a:rPr sz="1100" spc="-20" dirty="0">
                          <a:latin typeface="Arial"/>
                          <a:cs typeface="Arial"/>
                        </a:rPr>
                        <a:t>+ </a:t>
                      </a:r>
                      <a:r>
                        <a:rPr sz="1100" spc="-60" dirty="0">
                          <a:latin typeface="宋体"/>
                          <a:cs typeface="宋体"/>
                        </a:rPr>
                        <a:t>结构元素 </a:t>
                      </a:r>
                      <a:r>
                        <a:rPr sz="1100" spc="-10" dirty="0">
                          <a:latin typeface="Arial"/>
                          <a:cs typeface="Arial"/>
                        </a:rPr>
                        <a:t>+ </a:t>
                      </a:r>
                      <a:r>
                        <a:rPr sz="1100" spc="-30" dirty="0">
                          <a:latin typeface="宋体"/>
                          <a:cs typeface="宋体"/>
                        </a:rPr>
                        <a:t>格式元素</a:t>
                      </a:r>
                      <a:endParaRPr sz="1100">
                        <a:latin typeface="宋体"/>
                        <a:cs typeface="宋体"/>
                      </a:endParaRPr>
                    </a:p>
                  </a:txBody>
                  <a:tcPr marL="0" marR="0" marT="577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1115"/>
                        </a:spcBef>
                      </a:pPr>
                      <a:r>
                        <a:rPr sz="1100" spc="-60" dirty="0">
                          <a:latin typeface="宋体"/>
                          <a:cs typeface="宋体"/>
                        </a:rPr>
                        <a:t>长度元素 </a:t>
                      </a:r>
                      <a:r>
                        <a:rPr sz="1100" dirty="0">
                          <a:latin typeface="Arial"/>
                          <a:cs typeface="Arial"/>
                        </a:rPr>
                        <a:t>+ </a:t>
                      </a:r>
                      <a:r>
                        <a:rPr sz="1100" spc="-20" dirty="0">
                          <a:latin typeface="宋体"/>
                          <a:cs typeface="宋体"/>
                        </a:rPr>
                        <a:t>风格元素</a:t>
                      </a:r>
                      <a:endParaRPr sz="1100">
                        <a:latin typeface="宋体"/>
                        <a:cs typeface="宋体"/>
                      </a:endParaRPr>
                    </a:p>
                  </a:txBody>
                  <a:tcPr marL="0" marR="0" marT="1416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7945" marR="182880">
                        <a:lnSpc>
                          <a:spcPct val="100000"/>
                        </a:lnSpc>
                        <a:spcBef>
                          <a:spcPts val="455"/>
                        </a:spcBef>
                      </a:pPr>
                      <a:r>
                        <a:rPr sz="1100" spc="-15" dirty="0">
                          <a:latin typeface="宋体"/>
                          <a:cs typeface="宋体"/>
                        </a:rPr>
                        <a:t>通过清晰的任务指令和预定义的结构提高执行效率，同时确保输出符合特定的</a:t>
                      </a:r>
                      <a:r>
                        <a:rPr sz="1100" spc="-20" dirty="0">
                          <a:latin typeface="宋体"/>
                          <a:cs typeface="宋体"/>
                        </a:rPr>
                        <a:t>格式和风格要求</a:t>
                      </a:r>
                      <a:endParaRPr sz="1100">
                        <a:latin typeface="宋体"/>
                        <a:cs typeface="宋体"/>
                      </a:endParaRPr>
                    </a:p>
                  </a:txBody>
                  <a:tcPr marL="0" marR="0" marT="577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480059">
                <a:tc>
                  <a:txBody>
                    <a:bodyPr/>
                    <a:lstStyle/>
                    <a:p>
                      <a:pPr algn="ctr">
                        <a:lnSpc>
                          <a:spcPct val="100000"/>
                        </a:lnSpc>
                        <a:spcBef>
                          <a:spcPts val="1110"/>
                        </a:spcBef>
                      </a:pPr>
                      <a:r>
                        <a:rPr sz="1100" spc="-20" dirty="0">
                          <a:latin typeface="宋体"/>
                          <a:cs typeface="宋体"/>
                        </a:rPr>
                        <a:t>提升输出一致性</a:t>
                      </a:r>
                      <a:endParaRPr sz="11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899794" marR="105410" indent="-787400">
                        <a:lnSpc>
                          <a:spcPct val="100000"/>
                        </a:lnSpc>
                        <a:spcBef>
                          <a:spcPts val="450"/>
                        </a:spcBef>
                      </a:pPr>
                      <a:r>
                        <a:rPr sz="1100" spc="-60" dirty="0">
                          <a:latin typeface="宋体"/>
                          <a:cs typeface="宋体"/>
                        </a:rPr>
                        <a:t>风格元素 </a:t>
                      </a:r>
                      <a:r>
                        <a:rPr sz="1100" spc="-20" dirty="0">
                          <a:latin typeface="Arial"/>
                          <a:cs typeface="Arial"/>
                        </a:rPr>
                        <a:t>+ </a:t>
                      </a:r>
                      <a:r>
                        <a:rPr sz="1100" spc="-50" dirty="0">
                          <a:latin typeface="宋体"/>
                          <a:cs typeface="宋体"/>
                        </a:rPr>
                        <a:t>知识域元素 </a:t>
                      </a:r>
                      <a:r>
                        <a:rPr sz="1100" spc="-10" dirty="0">
                          <a:latin typeface="Arial"/>
                          <a:cs typeface="Arial"/>
                        </a:rPr>
                        <a:t>+ </a:t>
                      </a:r>
                      <a:r>
                        <a:rPr sz="1100" spc="-25" dirty="0">
                          <a:latin typeface="宋体"/>
                          <a:cs typeface="宋体"/>
                        </a:rPr>
                        <a:t>约束条件元素</a:t>
                      </a:r>
                      <a:endParaRPr sz="1100">
                        <a:latin typeface="宋体"/>
                        <a:cs typeface="宋体"/>
                      </a:endParaRPr>
                    </a:p>
                  </a:txBody>
                  <a:tcPr marL="0" marR="0" marT="571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1110"/>
                        </a:spcBef>
                      </a:pPr>
                      <a:r>
                        <a:rPr sz="1100" spc="-60" dirty="0">
                          <a:latin typeface="宋体"/>
                          <a:cs typeface="宋体"/>
                        </a:rPr>
                        <a:t>格式元素 </a:t>
                      </a:r>
                      <a:r>
                        <a:rPr sz="1100" spc="5" dirty="0">
                          <a:latin typeface="Arial"/>
                          <a:cs typeface="Arial"/>
                        </a:rPr>
                        <a:t>+ </a:t>
                      </a:r>
                      <a:r>
                        <a:rPr sz="1100" spc="-20" dirty="0">
                          <a:latin typeface="宋体"/>
                          <a:cs typeface="宋体"/>
                        </a:rPr>
                        <a:t>质量控制元素</a:t>
                      </a:r>
                      <a:endParaRPr sz="1100">
                        <a:latin typeface="宋体"/>
                        <a:cs typeface="宋体"/>
                      </a:endParaRPr>
                    </a:p>
                  </a:txBody>
                  <a:tcPr marL="0" marR="0" marT="1409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7945" marR="182880">
                        <a:lnSpc>
                          <a:spcPct val="100000"/>
                        </a:lnSpc>
                        <a:spcBef>
                          <a:spcPts val="450"/>
                        </a:spcBef>
                      </a:pPr>
                      <a:r>
                        <a:rPr sz="1100" spc="-15" dirty="0">
                          <a:latin typeface="宋体"/>
                          <a:cs typeface="宋体"/>
                        </a:rPr>
                        <a:t>通过统一的风格和专业领域知识确保输出的一致性，同时使用约束条件和质量</a:t>
                      </a:r>
                      <a:r>
                        <a:rPr sz="1100" spc="-20" dirty="0">
                          <a:latin typeface="宋体"/>
                          <a:cs typeface="宋体"/>
                        </a:rPr>
                        <a:t>控制维持标准</a:t>
                      </a:r>
                      <a:endParaRPr sz="1100">
                        <a:latin typeface="宋体"/>
                        <a:cs typeface="宋体"/>
                      </a:endParaRPr>
                    </a:p>
                  </a:txBody>
                  <a:tcPr marL="0" marR="0" marT="571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482600">
                <a:tc>
                  <a:txBody>
                    <a:bodyPr/>
                    <a:lstStyle/>
                    <a:p>
                      <a:pPr algn="ctr">
                        <a:lnSpc>
                          <a:spcPct val="100000"/>
                        </a:lnSpc>
                        <a:spcBef>
                          <a:spcPts val="1120"/>
                        </a:spcBef>
                      </a:pPr>
                      <a:r>
                        <a:rPr sz="1100" spc="-20" dirty="0">
                          <a:latin typeface="宋体"/>
                          <a:cs typeface="宋体"/>
                        </a:rPr>
                        <a:t>增强交互体验</a:t>
                      </a:r>
                      <a:endParaRPr sz="1100">
                        <a:latin typeface="宋体"/>
                        <a:cs typeface="宋体"/>
                      </a:endParaRPr>
                    </a:p>
                  </a:txBody>
                  <a:tcPr marL="0" marR="0" marT="1422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459"/>
                        </a:spcBef>
                      </a:pPr>
                      <a:r>
                        <a:rPr sz="1100" spc="-45" dirty="0">
                          <a:latin typeface="宋体"/>
                          <a:cs typeface="宋体"/>
                        </a:rPr>
                        <a:t>迭代指令元素 </a:t>
                      </a:r>
                      <a:r>
                        <a:rPr sz="1100" dirty="0">
                          <a:latin typeface="Arial"/>
                          <a:cs typeface="Arial"/>
                        </a:rPr>
                        <a:t>+ </a:t>
                      </a:r>
                      <a:r>
                        <a:rPr sz="1100" spc="-45" dirty="0">
                          <a:latin typeface="宋体"/>
                          <a:cs typeface="宋体"/>
                        </a:rPr>
                        <a:t>输出验证元素 </a:t>
                      </a:r>
                      <a:r>
                        <a:rPr sz="1100" spc="-50" dirty="0">
                          <a:latin typeface="Arial"/>
                          <a:cs typeface="Arial"/>
                        </a:rPr>
                        <a:t>+</a:t>
                      </a:r>
                      <a:endParaRPr sz="1100">
                        <a:latin typeface="Arial"/>
                        <a:cs typeface="Arial"/>
                      </a:endParaRPr>
                    </a:p>
                    <a:p>
                      <a:pPr algn="ctr">
                        <a:lnSpc>
                          <a:spcPct val="100000"/>
                        </a:lnSpc>
                      </a:pPr>
                      <a:r>
                        <a:rPr sz="1100" spc="-20" dirty="0">
                          <a:latin typeface="宋体"/>
                          <a:cs typeface="宋体"/>
                        </a:rPr>
                        <a:t>质量控制元素</a:t>
                      </a:r>
                      <a:endParaRPr sz="1100">
                        <a:latin typeface="宋体"/>
                        <a:cs typeface="宋体"/>
                      </a:endParaRPr>
                    </a:p>
                  </a:txBody>
                  <a:tcPr marL="0" marR="0" marT="5841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1120"/>
                        </a:spcBef>
                      </a:pPr>
                      <a:r>
                        <a:rPr sz="1100" spc="-45" dirty="0">
                          <a:latin typeface="宋体"/>
                          <a:cs typeface="宋体"/>
                        </a:rPr>
                        <a:t>任务指令元素 </a:t>
                      </a:r>
                      <a:r>
                        <a:rPr sz="1100" spc="5" dirty="0">
                          <a:latin typeface="Arial"/>
                          <a:cs typeface="Arial"/>
                        </a:rPr>
                        <a:t>+ </a:t>
                      </a:r>
                      <a:r>
                        <a:rPr sz="1100" spc="-20" dirty="0">
                          <a:latin typeface="宋体"/>
                          <a:cs typeface="宋体"/>
                        </a:rPr>
                        <a:t>背景元素</a:t>
                      </a:r>
                      <a:endParaRPr sz="1100">
                        <a:latin typeface="宋体"/>
                        <a:cs typeface="宋体"/>
                      </a:endParaRPr>
                    </a:p>
                  </a:txBody>
                  <a:tcPr marL="0" marR="0" marT="1422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7945" marR="190500">
                        <a:lnSpc>
                          <a:spcPct val="100000"/>
                        </a:lnSpc>
                        <a:spcBef>
                          <a:spcPts val="459"/>
                        </a:spcBef>
                      </a:pPr>
                      <a:r>
                        <a:rPr sz="1100" spc="-10" dirty="0">
                          <a:latin typeface="宋体"/>
                          <a:cs typeface="宋体"/>
                        </a:rPr>
                        <a:t>建立动态的交互模式，允许</a:t>
                      </a:r>
                      <a:r>
                        <a:rPr sz="1100" spc="-10" dirty="0">
                          <a:latin typeface="Arial"/>
                          <a:cs typeface="Arial"/>
                        </a:rPr>
                        <a:t>AI</a:t>
                      </a:r>
                      <a:r>
                        <a:rPr sz="1100" spc="-15" dirty="0">
                          <a:latin typeface="宋体"/>
                          <a:cs typeface="宋体"/>
                        </a:rPr>
                        <a:t>进行自我验证和优化，同时根据任务和背景灵活</a:t>
                      </a:r>
                      <a:r>
                        <a:rPr sz="1100" spc="-20" dirty="0">
                          <a:latin typeface="宋体"/>
                          <a:cs typeface="宋体"/>
                        </a:rPr>
                        <a:t>调整输出</a:t>
                      </a:r>
                      <a:endParaRPr sz="1100">
                        <a:latin typeface="宋体"/>
                        <a:cs typeface="宋体"/>
                      </a:endParaRPr>
                    </a:p>
                  </a:txBody>
                  <a:tcPr marL="0" marR="0" marT="5841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pic>
        <p:nvPicPr>
          <p:cNvPr id="6" name="object 6"/>
          <p:cNvPicPr/>
          <p:nvPr/>
        </p:nvPicPr>
        <p:blipFill>
          <a:blip r:embed="rId2" cstate="print"/>
          <a:stretch>
            <a:fillRect/>
          </a:stretch>
        </p:blipFill>
        <p:spPr>
          <a:xfrm>
            <a:off x="864359" y="4395472"/>
            <a:ext cx="3234868" cy="2382874"/>
          </a:xfrm>
          <a:prstGeom prst="rect">
            <a:avLst/>
          </a:prstGeom>
        </p:spPr>
      </p:pic>
      <p:sp>
        <p:nvSpPr>
          <p:cNvPr id="7" name="object 7"/>
          <p:cNvSpPr txBox="1"/>
          <p:nvPr/>
        </p:nvSpPr>
        <p:spPr>
          <a:xfrm>
            <a:off x="4664075" y="1132204"/>
            <a:ext cx="28632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宋体"/>
                <a:cs typeface="宋体"/>
              </a:rPr>
              <a:t>表</a:t>
            </a:r>
            <a:r>
              <a:rPr sz="1800" spc="-160" dirty="0">
                <a:latin typeface="宋体"/>
                <a:cs typeface="宋体"/>
              </a:rPr>
              <a:t>2-1-</a:t>
            </a:r>
            <a:r>
              <a:rPr sz="1800" dirty="0">
                <a:latin typeface="宋体"/>
                <a:cs typeface="宋体"/>
              </a:rPr>
              <a:t>1</a:t>
            </a:r>
            <a:r>
              <a:rPr sz="1800" spc="-55" dirty="0">
                <a:latin typeface="宋体"/>
                <a:cs typeface="宋体"/>
              </a:rPr>
              <a:t> 提示语元素组合矩阵</a:t>
            </a:r>
            <a:endParaRPr sz="1800">
              <a:latin typeface="宋体"/>
              <a:cs typeface="宋体"/>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301625"/>
            <a:ext cx="10934700" cy="574040"/>
          </a:xfrm>
          <a:prstGeom prst="rect">
            <a:avLst/>
          </a:prstGeom>
        </p:spPr>
        <p:txBody>
          <a:bodyPr vert="horz" wrap="square" lIns="0" tIns="12700" rIns="0" bIns="0" rtlCol="0">
            <a:spAutoFit/>
          </a:bodyPr>
          <a:lstStyle/>
          <a:p>
            <a:pPr marL="12700">
              <a:lnSpc>
                <a:spcPct val="100000"/>
              </a:lnSpc>
              <a:spcBef>
                <a:spcPts val="100"/>
              </a:spcBef>
            </a:pPr>
            <a:r>
              <a:rPr spc="305" dirty="0"/>
              <a:t>调教</a:t>
            </a:r>
            <a:r>
              <a:rPr spc="295" dirty="0">
                <a:latin typeface="Arial"/>
                <a:cs typeface="Arial"/>
              </a:rPr>
              <a:t>AI</a:t>
            </a:r>
            <a:r>
              <a:rPr spc="285" dirty="0"/>
              <a:t>的秘籍：让你的提示语效果倍增的关键策略</a:t>
            </a:r>
          </a:p>
        </p:txBody>
      </p:sp>
      <p:sp>
        <p:nvSpPr>
          <p:cNvPr id="3" name="object 3"/>
          <p:cNvSpPr/>
          <p:nvPr/>
        </p:nvSpPr>
        <p:spPr>
          <a:xfrm>
            <a:off x="533082" y="1564957"/>
            <a:ext cx="5734050" cy="4382770"/>
          </a:xfrm>
          <a:custGeom>
            <a:avLst/>
            <a:gdLst/>
            <a:ahLst/>
            <a:cxnLst/>
            <a:rect l="l" t="t" r="r" b="b"/>
            <a:pathLst>
              <a:path w="5734050" h="4382770">
                <a:moveTo>
                  <a:pt x="5734050" y="3733800"/>
                </a:moveTo>
                <a:lnTo>
                  <a:pt x="5705475" y="3733800"/>
                </a:lnTo>
                <a:lnTo>
                  <a:pt x="5705475" y="3762375"/>
                </a:lnTo>
                <a:lnTo>
                  <a:pt x="5705475" y="4354195"/>
                </a:lnTo>
                <a:lnTo>
                  <a:pt x="28575" y="4354195"/>
                </a:lnTo>
                <a:lnTo>
                  <a:pt x="28575" y="3762375"/>
                </a:lnTo>
                <a:lnTo>
                  <a:pt x="5705475" y="3762375"/>
                </a:lnTo>
                <a:lnTo>
                  <a:pt x="5705475" y="3733800"/>
                </a:lnTo>
                <a:lnTo>
                  <a:pt x="0" y="3733800"/>
                </a:lnTo>
                <a:lnTo>
                  <a:pt x="0" y="4382770"/>
                </a:lnTo>
                <a:lnTo>
                  <a:pt x="5734050" y="4382770"/>
                </a:lnTo>
                <a:lnTo>
                  <a:pt x="5734050" y="4368482"/>
                </a:lnTo>
                <a:lnTo>
                  <a:pt x="5734050" y="4354195"/>
                </a:lnTo>
                <a:lnTo>
                  <a:pt x="5734050" y="3762375"/>
                </a:lnTo>
                <a:lnTo>
                  <a:pt x="5734050" y="3748087"/>
                </a:lnTo>
                <a:lnTo>
                  <a:pt x="5734050" y="3733800"/>
                </a:lnTo>
                <a:close/>
              </a:path>
              <a:path w="5734050" h="4382770">
                <a:moveTo>
                  <a:pt x="5734050" y="2800350"/>
                </a:moveTo>
                <a:lnTo>
                  <a:pt x="5705475" y="2800350"/>
                </a:lnTo>
                <a:lnTo>
                  <a:pt x="5705475" y="2828925"/>
                </a:lnTo>
                <a:lnTo>
                  <a:pt x="5705475" y="3420745"/>
                </a:lnTo>
                <a:lnTo>
                  <a:pt x="28575" y="3420745"/>
                </a:lnTo>
                <a:lnTo>
                  <a:pt x="28575" y="2828925"/>
                </a:lnTo>
                <a:lnTo>
                  <a:pt x="5705475" y="2828925"/>
                </a:lnTo>
                <a:lnTo>
                  <a:pt x="5705475" y="2800350"/>
                </a:lnTo>
                <a:lnTo>
                  <a:pt x="0" y="2800350"/>
                </a:lnTo>
                <a:lnTo>
                  <a:pt x="0" y="3449320"/>
                </a:lnTo>
                <a:lnTo>
                  <a:pt x="5734050" y="3449320"/>
                </a:lnTo>
                <a:lnTo>
                  <a:pt x="5734050" y="3435032"/>
                </a:lnTo>
                <a:lnTo>
                  <a:pt x="5734050" y="3420745"/>
                </a:lnTo>
                <a:lnTo>
                  <a:pt x="5734050" y="2828925"/>
                </a:lnTo>
                <a:lnTo>
                  <a:pt x="5734050" y="2814637"/>
                </a:lnTo>
                <a:lnTo>
                  <a:pt x="5734050" y="2800350"/>
                </a:lnTo>
                <a:close/>
              </a:path>
              <a:path w="5734050" h="4382770">
                <a:moveTo>
                  <a:pt x="5734050" y="1866900"/>
                </a:moveTo>
                <a:lnTo>
                  <a:pt x="5705475" y="1866900"/>
                </a:lnTo>
                <a:lnTo>
                  <a:pt x="5705475" y="1895475"/>
                </a:lnTo>
                <a:lnTo>
                  <a:pt x="5705475" y="2487295"/>
                </a:lnTo>
                <a:lnTo>
                  <a:pt x="28575" y="2487295"/>
                </a:lnTo>
                <a:lnTo>
                  <a:pt x="28575" y="1895475"/>
                </a:lnTo>
                <a:lnTo>
                  <a:pt x="5705475" y="1895475"/>
                </a:lnTo>
                <a:lnTo>
                  <a:pt x="5705475" y="1866900"/>
                </a:lnTo>
                <a:lnTo>
                  <a:pt x="0" y="1866900"/>
                </a:lnTo>
                <a:lnTo>
                  <a:pt x="0" y="2515870"/>
                </a:lnTo>
                <a:lnTo>
                  <a:pt x="5734050" y="2515870"/>
                </a:lnTo>
                <a:lnTo>
                  <a:pt x="5734050" y="2501582"/>
                </a:lnTo>
                <a:lnTo>
                  <a:pt x="5734050" y="2487295"/>
                </a:lnTo>
                <a:lnTo>
                  <a:pt x="5734050" y="1895475"/>
                </a:lnTo>
                <a:lnTo>
                  <a:pt x="5734050" y="1881187"/>
                </a:lnTo>
                <a:lnTo>
                  <a:pt x="5734050" y="1866900"/>
                </a:lnTo>
                <a:close/>
              </a:path>
              <a:path w="5734050" h="4382770">
                <a:moveTo>
                  <a:pt x="5734050" y="933450"/>
                </a:moveTo>
                <a:lnTo>
                  <a:pt x="5705475" y="933450"/>
                </a:lnTo>
                <a:lnTo>
                  <a:pt x="5705475" y="962025"/>
                </a:lnTo>
                <a:lnTo>
                  <a:pt x="5705475" y="1553845"/>
                </a:lnTo>
                <a:lnTo>
                  <a:pt x="28575" y="1553845"/>
                </a:lnTo>
                <a:lnTo>
                  <a:pt x="28575" y="962025"/>
                </a:lnTo>
                <a:lnTo>
                  <a:pt x="5705475" y="962025"/>
                </a:lnTo>
                <a:lnTo>
                  <a:pt x="5705475" y="933450"/>
                </a:lnTo>
                <a:lnTo>
                  <a:pt x="0" y="933450"/>
                </a:lnTo>
                <a:lnTo>
                  <a:pt x="0" y="1582420"/>
                </a:lnTo>
                <a:lnTo>
                  <a:pt x="5734050" y="1582420"/>
                </a:lnTo>
                <a:lnTo>
                  <a:pt x="5734050" y="1568132"/>
                </a:lnTo>
                <a:lnTo>
                  <a:pt x="5734050" y="1553845"/>
                </a:lnTo>
                <a:lnTo>
                  <a:pt x="5734050" y="962025"/>
                </a:lnTo>
                <a:lnTo>
                  <a:pt x="5734050" y="947737"/>
                </a:lnTo>
                <a:lnTo>
                  <a:pt x="5734050" y="933450"/>
                </a:lnTo>
                <a:close/>
              </a:path>
              <a:path w="5734050" h="4382770">
                <a:moveTo>
                  <a:pt x="5734050" y="0"/>
                </a:moveTo>
                <a:lnTo>
                  <a:pt x="5705475" y="0"/>
                </a:lnTo>
                <a:lnTo>
                  <a:pt x="5705475" y="28575"/>
                </a:lnTo>
                <a:lnTo>
                  <a:pt x="5705475" y="620395"/>
                </a:lnTo>
                <a:lnTo>
                  <a:pt x="28575" y="620395"/>
                </a:lnTo>
                <a:lnTo>
                  <a:pt x="28575" y="28575"/>
                </a:lnTo>
                <a:lnTo>
                  <a:pt x="5705475" y="28575"/>
                </a:lnTo>
                <a:lnTo>
                  <a:pt x="5705475" y="0"/>
                </a:lnTo>
                <a:lnTo>
                  <a:pt x="0" y="0"/>
                </a:lnTo>
                <a:lnTo>
                  <a:pt x="0" y="648970"/>
                </a:lnTo>
                <a:lnTo>
                  <a:pt x="5734050" y="648970"/>
                </a:lnTo>
                <a:lnTo>
                  <a:pt x="5734050" y="634682"/>
                </a:lnTo>
                <a:lnTo>
                  <a:pt x="5734050" y="620395"/>
                </a:lnTo>
                <a:lnTo>
                  <a:pt x="5734050" y="28575"/>
                </a:lnTo>
                <a:lnTo>
                  <a:pt x="5734050" y="14287"/>
                </a:lnTo>
                <a:lnTo>
                  <a:pt x="5734050" y="0"/>
                </a:lnTo>
                <a:close/>
              </a:path>
            </a:pathLst>
          </a:custGeom>
          <a:solidFill>
            <a:srgbClr val="2EB6AF"/>
          </a:solidFill>
        </p:spPr>
        <p:txBody>
          <a:bodyPr wrap="square" lIns="0" tIns="0" rIns="0" bIns="0" rtlCol="0"/>
          <a:lstStyle/>
          <a:p>
            <a:endParaRPr/>
          </a:p>
        </p:txBody>
      </p:sp>
      <p:sp>
        <p:nvSpPr>
          <p:cNvPr id="4" name="object 4"/>
          <p:cNvSpPr txBox="1"/>
          <p:nvPr/>
        </p:nvSpPr>
        <p:spPr>
          <a:xfrm>
            <a:off x="986789" y="1710690"/>
            <a:ext cx="4826000" cy="4033520"/>
          </a:xfrm>
          <a:prstGeom prst="rect">
            <a:avLst/>
          </a:prstGeom>
        </p:spPr>
        <p:txBody>
          <a:bodyPr vert="horz" wrap="square" lIns="0" tIns="12700" rIns="0" bIns="0" rtlCol="0">
            <a:spAutoFit/>
          </a:bodyPr>
          <a:lstStyle/>
          <a:p>
            <a:pPr algn="ctr">
              <a:lnSpc>
                <a:spcPct val="100000"/>
              </a:lnSpc>
              <a:spcBef>
                <a:spcPts val="100"/>
              </a:spcBef>
            </a:pPr>
            <a:r>
              <a:rPr sz="1800" spc="-5" dirty="0">
                <a:latin typeface="宋体"/>
                <a:cs typeface="宋体"/>
              </a:rPr>
              <a:t>策略一：精准定义任务，减少模糊性</a:t>
            </a:r>
            <a:endParaRPr sz="1800">
              <a:latin typeface="宋体"/>
              <a:cs typeface="宋体"/>
            </a:endParaRPr>
          </a:p>
          <a:p>
            <a:pPr marL="12065" marR="5080" algn="ctr">
              <a:lnSpc>
                <a:spcPct val="340300"/>
              </a:lnSpc>
            </a:pPr>
            <a:r>
              <a:rPr sz="1800" dirty="0">
                <a:latin typeface="宋体"/>
                <a:cs typeface="宋体"/>
              </a:rPr>
              <a:t>策略二：适当分解复杂任务，降低</a:t>
            </a:r>
            <a:r>
              <a:rPr sz="1800" spc="-10" dirty="0">
                <a:latin typeface="Arial"/>
                <a:cs typeface="Arial"/>
              </a:rPr>
              <a:t>AI</a:t>
            </a:r>
            <a:r>
              <a:rPr sz="1800" spc="-15" dirty="0">
                <a:latin typeface="宋体"/>
                <a:cs typeface="宋体"/>
              </a:rPr>
              <a:t>认知负荷</a:t>
            </a:r>
            <a:r>
              <a:rPr sz="1800" spc="-50" dirty="0">
                <a:latin typeface="宋体"/>
                <a:cs typeface="宋体"/>
              </a:rPr>
              <a:t> </a:t>
            </a:r>
            <a:r>
              <a:rPr sz="1800" spc="-5" dirty="0">
                <a:latin typeface="宋体"/>
                <a:cs typeface="宋体"/>
              </a:rPr>
              <a:t>策略三：引入引导性问题，提升生成内容的深度策略四：控制提示语长度，确保生成的准确性</a:t>
            </a:r>
            <a:r>
              <a:rPr sz="1800" spc="-50" dirty="0">
                <a:latin typeface="宋体"/>
                <a:cs typeface="宋体"/>
              </a:rPr>
              <a:t> </a:t>
            </a:r>
            <a:r>
              <a:rPr sz="1800" spc="-5" dirty="0">
                <a:latin typeface="宋体"/>
                <a:cs typeface="宋体"/>
              </a:rPr>
              <a:t>策略五：灵活运用开放式提示与封闭式提示</a:t>
            </a:r>
            <a:endParaRPr sz="1800">
              <a:latin typeface="宋体"/>
              <a:cs typeface="宋体"/>
            </a:endParaRPr>
          </a:p>
        </p:txBody>
      </p:sp>
      <p:grpSp>
        <p:nvGrpSpPr>
          <p:cNvPr id="5" name="object 5"/>
          <p:cNvGrpSpPr/>
          <p:nvPr/>
        </p:nvGrpSpPr>
        <p:grpSpPr>
          <a:xfrm>
            <a:off x="3336201" y="1873885"/>
            <a:ext cx="3321050" cy="3439160"/>
            <a:chOff x="3336201" y="1873885"/>
            <a:chExt cx="3321050" cy="3439160"/>
          </a:xfrm>
        </p:grpSpPr>
        <p:pic>
          <p:nvPicPr>
            <p:cNvPr id="6" name="object 6"/>
            <p:cNvPicPr/>
            <p:nvPr/>
          </p:nvPicPr>
          <p:blipFill>
            <a:blip r:embed="rId2" cstate="print"/>
            <a:stretch>
              <a:fillRect/>
            </a:stretch>
          </p:blipFill>
          <p:spPr>
            <a:xfrm>
              <a:off x="3336201" y="2199640"/>
              <a:ext cx="128447" cy="313055"/>
            </a:xfrm>
            <a:prstGeom prst="rect">
              <a:avLst/>
            </a:prstGeom>
          </p:spPr>
        </p:pic>
        <p:pic>
          <p:nvPicPr>
            <p:cNvPr id="7" name="object 7"/>
            <p:cNvPicPr/>
            <p:nvPr/>
          </p:nvPicPr>
          <p:blipFill>
            <a:blip r:embed="rId3" cstate="print"/>
            <a:stretch>
              <a:fillRect/>
            </a:stretch>
          </p:blipFill>
          <p:spPr>
            <a:xfrm>
              <a:off x="3336201" y="3176270"/>
              <a:ext cx="128447" cy="313054"/>
            </a:xfrm>
            <a:prstGeom prst="rect">
              <a:avLst/>
            </a:prstGeom>
          </p:spPr>
        </p:pic>
        <p:pic>
          <p:nvPicPr>
            <p:cNvPr id="8" name="object 8"/>
            <p:cNvPicPr/>
            <p:nvPr/>
          </p:nvPicPr>
          <p:blipFill>
            <a:blip r:embed="rId2" cstate="print"/>
            <a:stretch>
              <a:fillRect/>
            </a:stretch>
          </p:blipFill>
          <p:spPr>
            <a:xfrm>
              <a:off x="3336201" y="4066539"/>
              <a:ext cx="128447" cy="313055"/>
            </a:xfrm>
            <a:prstGeom prst="rect">
              <a:avLst/>
            </a:prstGeom>
          </p:spPr>
        </p:pic>
        <p:pic>
          <p:nvPicPr>
            <p:cNvPr id="9" name="object 9"/>
            <p:cNvPicPr/>
            <p:nvPr/>
          </p:nvPicPr>
          <p:blipFill>
            <a:blip r:embed="rId2" cstate="print"/>
            <a:stretch>
              <a:fillRect/>
            </a:stretch>
          </p:blipFill>
          <p:spPr>
            <a:xfrm>
              <a:off x="3336201" y="4999989"/>
              <a:ext cx="128447" cy="313055"/>
            </a:xfrm>
            <a:prstGeom prst="rect">
              <a:avLst/>
            </a:prstGeom>
          </p:spPr>
        </p:pic>
        <p:pic>
          <p:nvPicPr>
            <p:cNvPr id="10" name="object 10"/>
            <p:cNvPicPr/>
            <p:nvPr/>
          </p:nvPicPr>
          <p:blipFill>
            <a:blip r:embed="rId4" cstate="print"/>
            <a:stretch>
              <a:fillRect/>
            </a:stretch>
          </p:blipFill>
          <p:spPr>
            <a:xfrm>
              <a:off x="6252489" y="2796540"/>
              <a:ext cx="404558" cy="40639"/>
            </a:xfrm>
            <a:prstGeom prst="rect">
              <a:avLst/>
            </a:prstGeom>
          </p:spPr>
        </p:pic>
        <p:pic>
          <p:nvPicPr>
            <p:cNvPr id="11" name="object 11"/>
            <p:cNvPicPr/>
            <p:nvPr/>
          </p:nvPicPr>
          <p:blipFill>
            <a:blip r:embed="rId4" cstate="print"/>
            <a:stretch>
              <a:fillRect/>
            </a:stretch>
          </p:blipFill>
          <p:spPr>
            <a:xfrm>
              <a:off x="6252489" y="1873885"/>
              <a:ext cx="404558" cy="40639"/>
            </a:xfrm>
            <a:prstGeom prst="rect">
              <a:avLst/>
            </a:prstGeom>
          </p:spPr>
        </p:pic>
        <p:pic>
          <p:nvPicPr>
            <p:cNvPr id="12" name="object 12"/>
            <p:cNvPicPr/>
            <p:nvPr/>
          </p:nvPicPr>
          <p:blipFill>
            <a:blip r:embed="rId5" cstate="print"/>
            <a:stretch>
              <a:fillRect/>
            </a:stretch>
          </p:blipFill>
          <p:spPr>
            <a:xfrm>
              <a:off x="6252489" y="3719195"/>
              <a:ext cx="404558" cy="40639"/>
            </a:xfrm>
            <a:prstGeom prst="rect">
              <a:avLst/>
            </a:prstGeom>
          </p:spPr>
        </p:pic>
        <p:pic>
          <p:nvPicPr>
            <p:cNvPr id="13" name="object 13"/>
            <p:cNvPicPr/>
            <p:nvPr/>
          </p:nvPicPr>
          <p:blipFill>
            <a:blip r:embed="rId4" cstate="print"/>
            <a:stretch>
              <a:fillRect/>
            </a:stretch>
          </p:blipFill>
          <p:spPr>
            <a:xfrm>
              <a:off x="6252489" y="4715510"/>
              <a:ext cx="404558" cy="40639"/>
            </a:xfrm>
            <a:prstGeom prst="rect">
              <a:avLst/>
            </a:prstGeom>
          </p:spPr>
        </p:pic>
      </p:grpSp>
      <p:sp>
        <p:nvSpPr>
          <p:cNvPr id="14" name="object 14"/>
          <p:cNvSpPr txBox="1"/>
          <p:nvPr/>
        </p:nvSpPr>
        <p:spPr>
          <a:xfrm>
            <a:off x="6663690" y="1454785"/>
            <a:ext cx="4917440" cy="5118100"/>
          </a:xfrm>
          <a:prstGeom prst="rect">
            <a:avLst/>
          </a:prstGeom>
        </p:spPr>
        <p:txBody>
          <a:bodyPr vert="horz" wrap="square" lIns="0" tIns="12700" rIns="0" bIns="0" rtlCol="0">
            <a:spAutoFit/>
          </a:bodyPr>
          <a:lstStyle/>
          <a:p>
            <a:pPr marL="83820" marR="25400">
              <a:lnSpc>
                <a:spcPct val="129900"/>
              </a:lnSpc>
              <a:spcBef>
                <a:spcPts val="100"/>
              </a:spcBef>
            </a:pPr>
            <a:r>
              <a:rPr sz="1800" spc="-5" dirty="0">
                <a:latin typeface="宋体"/>
                <a:cs typeface="宋体"/>
              </a:rPr>
              <a:t>如何实现精准定义：明确的核心问题、具体化的生成指令、去除多余信息</a:t>
            </a:r>
            <a:endParaRPr sz="1800">
              <a:latin typeface="宋体"/>
              <a:cs typeface="宋体"/>
            </a:endParaRPr>
          </a:p>
          <a:p>
            <a:pPr marL="83820" marR="25400" indent="-71755">
              <a:lnSpc>
                <a:spcPct val="129900"/>
              </a:lnSpc>
              <a:spcBef>
                <a:spcPts val="1964"/>
              </a:spcBef>
            </a:pPr>
            <a:r>
              <a:rPr sz="1800" u="heavy" spc="-30" dirty="0">
                <a:uFill>
                  <a:solidFill>
                    <a:srgbClr val="000000"/>
                  </a:solidFill>
                </a:uFill>
                <a:latin typeface="Times New Roman"/>
                <a:cs typeface="Times New Roman"/>
              </a:rPr>
              <a:t> </a:t>
            </a:r>
            <a:r>
              <a:rPr sz="1800" u="heavy" dirty="0">
                <a:uFill>
                  <a:solidFill>
                    <a:srgbClr val="000000"/>
                  </a:solidFill>
                </a:uFill>
                <a:latin typeface="宋体"/>
                <a:cs typeface="宋体"/>
              </a:rPr>
              <a:t>分解任务的技巧：</a:t>
            </a:r>
            <a:r>
              <a:rPr sz="1800" spc="-5" dirty="0">
                <a:latin typeface="宋体"/>
                <a:cs typeface="宋体"/>
              </a:rPr>
              <a:t>分段生成、逐层深入、设置逻</a:t>
            </a:r>
            <a:r>
              <a:rPr sz="1800" spc="-20" dirty="0">
                <a:latin typeface="宋体"/>
                <a:cs typeface="宋体"/>
              </a:rPr>
              <a:t>辑结构</a:t>
            </a:r>
            <a:endParaRPr sz="1800">
              <a:latin typeface="宋体"/>
              <a:cs typeface="宋体"/>
            </a:endParaRPr>
          </a:p>
          <a:p>
            <a:pPr marL="103505" marR="5080" indent="-91440">
              <a:lnSpc>
                <a:spcPct val="129900"/>
              </a:lnSpc>
              <a:spcBef>
                <a:spcPts val="1614"/>
              </a:spcBef>
            </a:pPr>
            <a:r>
              <a:rPr sz="1800" u="heavy" spc="130" dirty="0">
                <a:uFill>
                  <a:solidFill>
                    <a:srgbClr val="000000"/>
                  </a:solidFill>
                </a:uFill>
                <a:latin typeface="Times New Roman"/>
                <a:cs typeface="Times New Roman"/>
              </a:rPr>
              <a:t> </a:t>
            </a:r>
            <a:r>
              <a:rPr sz="1800" u="heavy" dirty="0">
                <a:uFill>
                  <a:solidFill>
                    <a:srgbClr val="000000"/>
                  </a:solidFill>
                </a:uFill>
                <a:latin typeface="宋体"/>
                <a:cs typeface="宋体"/>
              </a:rPr>
              <a:t>引导性问题的设计要点：</a:t>
            </a:r>
            <a:r>
              <a:rPr sz="1800" spc="-5" dirty="0">
                <a:latin typeface="宋体"/>
                <a:cs typeface="宋体"/>
              </a:rPr>
              <a:t>设置多个层次的问题、</a:t>
            </a:r>
            <a:r>
              <a:rPr sz="1800" dirty="0">
                <a:latin typeface="宋体"/>
                <a:cs typeface="宋体"/>
              </a:rPr>
              <a:t>促使</a:t>
            </a:r>
            <a:r>
              <a:rPr sz="1800" spc="-10" dirty="0">
                <a:latin typeface="Arial"/>
                <a:cs typeface="Arial"/>
              </a:rPr>
              <a:t>AI</a:t>
            </a:r>
            <a:r>
              <a:rPr sz="1800" spc="-5" dirty="0">
                <a:latin typeface="宋体"/>
                <a:cs typeface="宋体"/>
              </a:rPr>
              <a:t>对比或论证、引导思维的多样性</a:t>
            </a:r>
            <a:endParaRPr sz="1800">
              <a:latin typeface="宋体"/>
              <a:cs typeface="宋体"/>
            </a:endParaRPr>
          </a:p>
          <a:p>
            <a:pPr>
              <a:lnSpc>
                <a:spcPct val="100000"/>
              </a:lnSpc>
              <a:spcBef>
                <a:spcPts val="55"/>
              </a:spcBef>
            </a:pPr>
            <a:endParaRPr sz="1700">
              <a:latin typeface="宋体"/>
              <a:cs typeface="宋体"/>
            </a:endParaRPr>
          </a:p>
          <a:p>
            <a:pPr marL="103505" marR="5080">
              <a:lnSpc>
                <a:spcPct val="129900"/>
              </a:lnSpc>
            </a:pPr>
            <a:r>
              <a:rPr sz="1800" u="heavy" dirty="0">
                <a:uFill>
                  <a:solidFill>
                    <a:srgbClr val="000000"/>
                  </a:solidFill>
                </a:uFill>
                <a:latin typeface="宋体"/>
                <a:cs typeface="宋体"/>
              </a:rPr>
              <a:t>控制提示语长度的技巧：</a:t>
            </a:r>
            <a:r>
              <a:rPr sz="1800" spc="-5" dirty="0">
                <a:latin typeface="宋体"/>
                <a:cs typeface="宋体"/>
              </a:rPr>
              <a:t>避免嵌套复杂的指令、保持简洁性、使用分步提示</a:t>
            </a:r>
            <a:endParaRPr sz="1800">
              <a:latin typeface="宋体"/>
              <a:cs typeface="宋体"/>
            </a:endParaRPr>
          </a:p>
          <a:p>
            <a:pPr marL="103505" marR="17780">
              <a:lnSpc>
                <a:spcPct val="129900"/>
              </a:lnSpc>
              <a:spcBef>
                <a:spcPts val="620"/>
              </a:spcBef>
            </a:pPr>
            <a:r>
              <a:rPr sz="1800" dirty="0">
                <a:latin typeface="宋体"/>
                <a:cs typeface="宋体"/>
              </a:rPr>
              <a:t>开放式提示：提出开放性问题，允许</a:t>
            </a:r>
            <a:r>
              <a:rPr sz="1800" spc="-10" dirty="0">
                <a:latin typeface="Arial"/>
                <a:cs typeface="Arial"/>
              </a:rPr>
              <a:t>AI</a:t>
            </a:r>
            <a:r>
              <a:rPr sz="1800" spc="-15" dirty="0">
                <a:latin typeface="宋体"/>
                <a:cs typeface="宋体"/>
              </a:rPr>
              <a:t>根据多个</a:t>
            </a:r>
            <a:r>
              <a:rPr sz="1800" spc="-10" dirty="0">
                <a:latin typeface="宋体"/>
                <a:cs typeface="宋体"/>
              </a:rPr>
              <a:t>角度进行生成</a:t>
            </a:r>
            <a:endParaRPr sz="1800">
              <a:latin typeface="宋体"/>
              <a:cs typeface="宋体"/>
            </a:endParaRPr>
          </a:p>
          <a:p>
            <a:pPr marL="103505" marR="5080">
              <a:lnSpc>
                <a:spcPct val="129900"/>
              </a:lnSpc>
            </a:pPr>
            <a:r>
              <a:rPr sz="1800" spc="-5" dirty="0">
                <a:latin typeface="宋体"/>
                <a:cs typeface="宋体"/>
              </a:rPr>
              <a:t>封闭式提示：提出具体问题或设定明确限制，要</a:t>
            </a:r>
            <a:r>
              <a:rPr sz="1800" dirty="0">
                <a:latin typeface="宋体"/>
                <a:cs typeface="宋体"/>
              </a:rPr>
              <a:t>求</a:t>
            </a:r>
            <a:r>
              <a:rPr sz="1800" spc="-10" dirty="0">
                <a:latin typeface="Arial"/>
                <a:cs typeface="Arial"/>
              </a:rPr>
              <a:t>AI</a:t>
            </a:r>
            <a:r>
              <a:rPr sz="1800" spc="-10" dirty="0">
                <a:latin typeface="宋体"/>
                <a:cs typeface="宋体"/>
              </a:rPr>
              <a:t>给出精准回答</a:t>
            </a:r>
            <a:endParaRPr sz="1800">
              <a:latin typeface="宋体"/>
              <a:cs typeface="宋体"/>
            </a:endParaRPr>
          </a:p>
        </p:txBody>
      </p:sp>
      <p:grpSp>
        <p:nvGrpSpPr>
          <p:cNvPr id="15" name="object 15"/>
          <p:cNvGrpSpPr/>
          <p:nvPr/>
        </p:nvGrpSpPr>
        <p:grpSpPr>
          <a:xfrm>
            <a:off x="6252489" y="1870710"/>
            <a:ext cx="2350135" cy="3808729"/>
            <a:chOff x="6252489" y="1870710"/>
            <a:chExt cx="2350135" cy="3808729"/>
          </a:xfrm>
        </p:grpSpPr>
        <p:pic>
          <p:nvPicPr>
            <p:cNvPr id="16" name="object 16"/>
            <p:cNvPicPr/>
            <p:nvPr/>
          </p:nvPicPr>
          <p:blipFill>
            <a:blip r:embed="rId4" cstate="print"/>
            <a:stretch>
              <a:fillRect/>
            </a:stretch>
          </p:blipFill>
          <p:spPr>
            <a:xfrm>
              <a:off x="6252489" y="5638800"/>
              <a:ext cx="404558" cy="40639"/>
            </a:xfrm>
            <a:prstGeom prst="rect">
              <a:avLst/>
            </a:prstGeom>
          </p:spPr>
        </p:pic>
        <p:pic>
          <p:nvPicPr>
            <p:cNvPr id="17" name="object 17"/>
            <p:cNvPicPr/>
            <p:nvPr/>
          </p:nvPicPr>
          <p:blipFill>
            <a:blip r:embed="rId6" cstate="print"/>
            <a:stretch>
              <a:fillRect/>
            </a:stretch>
          </p:blipFill>
          <p:spPr>
            <a:xfrm>
              <a:off x="6676389" y="1870710"/>
              <a:ext cx="1925954" cy="31750"/>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920730" cy="634365"/>
          </a:xfrm>
          <a:prstGeom prst="rect">
            <a:avLst/>
          </a:prstGeom>
        </p:spPr>
        <p:txBody>
          <a:bodyPr vert="horz" wrap="square" lIns="0" tIns="12065" rIns="0" bIns="0" rtlCol="0">
            <a:spAutoFit/>
          </a:bodyPr>
          <a:lstStyle/>
          <a:p>
            <a:pPr marL="12700">
              <a:lnSpc>
                <a:spcPct val="100000"/>
              </a:lnSpc>
              <a:spcBef>
                <a:spcPts val="95"/>
              </a:spcBef>
            </a:pPr>
            <a:r>
              <a:rPr sz="4000" spc="270" dirty="0"/>
              <a:t>常见陷阱与应对：新手必知的提示语设计误</a:t>
            </a:r>
            <a:r>
              <a:rPr sz="4000" spc="-50" dirty="0"/>
              <a:t>区</a:t>
            </a:r>
            <a:endParaRPr sz="4000"/>
          </a:p>
        </p:txBody>
      </p:sp>
      <p:sp>
        <p:nvSpPr>
          <p:cNvPr id="3" name="object 3"/>
          <p:cNvSpPr txBox="1"/>
          <p:nvPr/>
        </p:nvSpPr>
        <p:spPr>
          <a:xfrm>
            <a:off x="626109" y="1078230"/>
            <a:ext cx="4099560"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缺乏迭代陷阱：期待一次性完美结果</a:t>
            </a:r>
            <a:endParaRPr sz="2000">
              <a:latin typeface="Microsoft JhengHei"/>
              <a:cs typeface="Microsoft JhengHei"/>
            </a:endParaRPr>
          </a:p>
        </p:txBody>
      </p:sp>
      <p:sp>
        <p:nvSpPr>
          <p:cNvPr id="4" name="object 4"/>
          <p:cNvSpPr/>
          <p:nvPr/>
        </p:nvSpPr>
        <p:spPr>
          <a:xfrm>
            <a:off x="493712" y="1557337"/>
            <a:ext cx="3439160" cy="1894839"/>
          </a:xfrm>
          <a:custGeom>
            <a:avLst/>
            <a:gdLst/>
            <a:ahLst/>
            <a:cxnLst/>
            <a:rect l="l" t="t" r="r" b="b"/>
            <a:pathLst>
              <a:path w="3439160" h="1894839">
                <a:moveTo>
                  <a:pt x="3439160" y="1894839"/>
                </a:moveTo>
                <a:lnTo>
                  <a:pt x="0" y="1894839"/>
                </a:lnTo>
                <a:lnTo>
                  <a:pt x="0" y="0"/>
                </a:lnTo>
                <a:lnTo>
                  <a:pt x="3439160" y="0"/>
                </a:lnTo>
                <a:lnTo>
                  <a:pt x="3439160" y="14287"/>
                </a:lnTo>
                <a:lnTo>
                  <a:pt x="28575" y="14287"/>
                </a:lnTo>
                <a:lnTo>
                  <a:pt x="14287" y="28575"/>
                </a:lnTo>
                <a:lnTo>
                  <a:pt x="28575" y="28575"/>
                </a:lnTo>
                <a:lnTo>
                  <a:pt x="28575" y="1866264"/>
                </a:lnTo>
                <a:lnTo>
                  <a:pt x="14287" y="1866264"/>
                </a:lnTo>
                <a:lnTo>
                  <a:pt x="28575" y="1880552"/>
                </a:lnTo>
                <a:lnTo>
                  <a:pt x="3439160" y="1880552"/>
                </a:lnTo>
                <a:lnTo>
                  <a:pt x="3439160" y="1894839"/>
                </a:lnTo>
                <a:close/>
              </a:path>
              <a:path w="3439160" h="1894839">
                <a:moveTo>
                  <a:pt x="28575" y="28575"/>
                </a:moveTo>
                <a:lnTo>
                  <a:pt x="14287" y="28575"/>
                </a:lnTo>
                <a:lnTo>
                  <a:pt x="28575" y="14287"/>
                </a:lnTo>
                <a:lnTo>
                  <a:pt x="28575" y="28575"/>
                </a:lnTo>
                <a:close/>
              </a:path>
              <a:path w="3439160" h="1894839">
                <a:moveTo>
                  <a:pt x="3410585" y="28575"/>
                </a:moveTo>
                <a:lnTo>
                  <a:pt x="28575" y="28575"/>
                </a:lnTo>
                <a:lnTo>
                  <a:pt x="28575" y="14287"/>
                </a:lnTo>
                <a:lnTo>
                  <a:pt x="3410585" y="14287"/>
                </a:lnTo>
                <a:lnTo>
                  <a:pt x="3410585" y="28575"/>
                </a:lnTo>
                <a:close/>
              </a:path>
              <a:path w="3439160" h="1894839">
                <a:moveTo>
                  <a:pt x="3410585" y="1880552"/>
                </a:moveTo>
                <a:lnTo>
                  <a:pt x="3410585" y="14287"/>
                </a:lnTo>
                <a:lnTo>
                  <a:pt x="3424872" y="28575"/>
                </a:lnTo>
                <a:lnTo>
                  <a:pt x="3439160" y="28575"/>
                </a:lnTo>
                <a:lnTo>
                  <a:pt x="3439160" y="1866264"/>
                </a:lnTo>
                <a:lnTo>
                  <a:pt x="3424872" y="1866264"/>
                </a:lnTo>
                <a:lnTo>
                  <a:pt x="3410585" y="1880552"/>
                </a:lnTo>
                <a:close/>
              </a:path>
              <a:path w="3439160" h="1894839">
                <a:moveTo>
                  <a:pt x="3439160" y="28575"/>
                </a:moveTo>
                <a:lnTo>
                  <a:pt x="3424872" y="28575"/>
                </a:lnTo>
                <a:lnTo>
                  <a:pt x="3410585" y="14287"/>
                </a:lnTo>
                <a:lnTo>
                  <a:pt x="3439160" y="14287"/>
                </a:lnTo>
                <a:lnTo>
                  <a:pt x="3439160" y="28575"/>
                </a:lnTo>
                <a:close/>
              </a:path>
              <a:path w="3439160" h="1894839">
                <a:moveTo>
                  <a:pt x="28575" y="1880552"/>
                </a:moveTo>
                <a:lnTo>
                  <a:pt x="14287" y="1866264"/>
                </a:lnTo>
                <a:lnTo>
                  <a:pt x="28575" y="1866264"/>
                </a:lnTo>
                <a:lnTo>
                  <a:pt x="28575" y="1880552"/>
                </a:lnTo>
                <a:close/>
              </a:path>
              <a:path w="3439160" h="1894839">
                <a:moveTo>
                  <a:pt x="3410585" y="1880552"/>
                </a:moveTo>
                <a:lnTo>
                  <a:pt x="28575" y="1880552"/>
                </a:lnTo>
                <a:lnTo>
                  <a:pt x="28575" y="1866264"/>
                </a:lnTo>
                <a:lnTo>
                  <a:pt x="3410585" y="1866264"/>
                </a:lnTo>
                <a:lnTo>
                  <a:pt x="3410585" y="1880552"/>
                </a:lnTo>
                <a:close/>
              </a:path>
              <a:path w="3439160" h="1894839">
                <a:moveTo>
                  <a:pt x="3439160" y="1880552"/>
                </a:moveTo>
                <a:lnTo>
                  <a:pt x="3410585" y="1880552"/>
                </a:lnTo>
                <a:lnTo>
                  <a:pt x="3424872" y="1866264"/>
                </a:lnTo>
                <a:lnTo>
                  <a:pt x="3439160" y="1866264"/>
                </a:lnTo>
                <a:lnTo>
                  <a:pt x="3439160" y="1880552"/>
                </a:lnTo>
                <a:close/>
              </a:path>
            </a:pathLst>
          </a:custGeom>
          <a:solidFill>
            <a:srgbClr val="5F95E6"/>
          </a:solidFill>
        </p:spPr>
        <p:txBody>
          <a:bodyPr wrap="square" lIns="0" tIns="0" rIns="0" bIns="0" rtlCol="0"/>
          <a:lstStyle/>
          <a:p>
            <a:endParaRPr/>
          </a:p>
        </p:txBody>
      </p:sp>
      <p:sp>
        <p:nvSpPr>
          <p:cNvPr id="5" name="object 5"/>
          <p:cNvSpPr txBox="1"/>
          <p:nvPr/>
        </p:nvSpPr>
        <p:spPr>
          <a:xfrm>
            <a:off x="694690" y="1739900"/>
            <a:ext cx="3141980" cy="1450340"/>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5F95E6"/>
                </a:solidFill>
                <a:latin typeface="Microsoft JhengHei"/>
                <a:cs typeface="Microsoft JhengHei"/>
              </a:rPr>
              <a:t>陷阱症状：</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5" dirty="0">
                <a:latin typeface="宋体"/>
                <a:cs typeface="宋体"/>
              </a:rPr>
              <a:t>过度复杂的初始提示语</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对初次输出结果不满意就放弃</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缺乏对</a:t>
            </a:r>
            <a:r>
              <a:rPr sz="1800" spc="-10" dirty="0">
                <a:latin typeface="Arial"/>
                <a:cs typeface="Arial"/>
              </a:rPr>
              <a:t>AI</a:t>
            </a:r>
            <a:r>
              <a:rPr sz="1800" spc="-10" dirty="0">
                <a:latin typeface="宋体"/>
                <a:cs typeface="宋体"/>
              </a:rPr>
              <a:t>输出的分析和反馈</a:t>
            </a:r>
            <a:endParaRPr sz="1800">
              <a:latin typeface="宋体"/>
              <a:cs typeface="宋体"/>
            </a:endParaRPr>
          </a:p>
        </p:txBody>
      </p:sp>
      <p:sp>
        <p:nvSpPr>
          <p:cNvPr id="6" name="object 6"/>
          <p:cNvSpPr/>
          <p:nvPr/>
        </p:nvSpPr>
        <p:spPr>
          <a:xfrm>
            <a:off x="4158932" y="1545907"/>
            <a:ext cx="7371080" cy="1894839"/>
          </a:xfrm>
          <a:custGeom>
            <a:avLst/>
            <a:gdLst/>
            <a:ahLst/>
            <a:cxnLst/>
            <a:rect l="l" t="t" r="r" b="b"/>
            <a:pathLst>
              <a:path w="7371080" h="1894839">
                <a:moveTo>
                  <a:pt x="7371080" y="1894839"/>
                </a:moveTo>
                <a:lnTo>
                  <a:pt x="0" y="1894839"/>
                </a:lnTo>
                <a:lnTo>
                  <a:pt x="0" y="0"/>
                </a:lnTo>
                <a:lnTo>
                  <a:pt x="7371080" y="0"/>
                </a:lnTo>
                <a:lnTo>
                  <a:pt x="7371080" y="14287"/>
                </a:lnTo>
                <a:lnTo>
                  <a:pt x="28575" y="14287"/>
                </a:lnTo>
                <a:lnTo>
                  <a:pt x="14287" y="28574"/>
                </a:lnTo>
                <a:lnTo>
                  <a:pt x="28575" y="28574"/>
                </a:lnTo>
                <a:lnTo>
                  <a:pt x="28575" y="1866264"/>
                </a:lnTo>
                <a:lnTo>
                  <a:pt x="14287" y="1866264"/>
                </a:lnTo>
                <a:lnTo>
                  <a:pt x="28575" y="1880552"/>
                </a:lnTo>
                <a:lnTo>
                  <a:pt x="7371080" y="1880552"/>
                </a:lnTo>
                <a:lnTo>
                  <a:pt x="7371080" y="1894839"/>
                </a:lnTo>
                <a:close/>
              </a:path>
              <a:path w="7371080" h="1894839">
                <a:moveTo>
                  <a:pt x="28575" y="28574"/>
                </a:moveTo>
                <a:lnTo>
                  <a:pt x="14287" y="28574"/>
                </a:lnTo>
                <a:lnTo>
                  <a:pt x="28575" y="14287"/>
                </a:lnTo>
                <a:lnTo>
                  <a:pt x="28575" y="28574"/>
                </a:lnTo>
                <a:close/>
              </a:path>
              <a:path w="7371080" h="1894839">
                <a:moveTo>
                  <a:pt x="7342505" y="28574"/>
                </a:moveTo>
                <a:lnTo>
                  <a:pt x="28575" y="28574"/>
                </a:lnTo>
                <a:lnTo>
                  <a:pt x="28575" y="14287"/>
                </a:lnTo>
                <a:lnTo>
                  <a:pt x="7342505" y="14287"/>
                </a:lnTo>
                <a:lnTo>
                  <a:pt x="7342505" y="28574"/>
                </a:lnTo>
                <a:close/>
              </a:path>
              <a:path w="7371080" h="1894839">
                <a:moveTo>
                  <a:pt x="7342505" y="1880552"/>
                </a:moveTo>
                <a:lnTo>
                  <a:pt x="7342505" y="14287"/>
                </a:lnTo>
                <a:lnTo>
                  <a:pt x="7356792" y="28574"/>
                </a:lnTo>
                <a:lnTo>
                  <a:pt x="7371080" y="28574"/>
                </a:lnTo>
                <a:lnTo>
                  <a:pt x="7371080" y="1866264"/>
                </a:lnTo>
                <a:lnTo>
                  <a:pt x="7356792" y="1866264"/>
                </a:lnTo>
                <a:lnTo>
                  <a:pt x="7342505" y="1880552"/>
                </a:lnTo>
                <a:close/>
              </a:path>
              <a:path w="7371080" h="1894839">
                <a:moveTo>
                  <a:pt x="7371080" y="28574"/>
                </a:moveTo>
                <a:lnTo>
                  <a:pt x="7356792" y="28574"/>
                </a:lnTo>
                <a:lnTo>
                  <a:pt x="7342505" y="14287"/>
                </a:lnTo>
                <a:lnTo>
                  <a:pt x="7371080" y="14287"/>
                </a:lnTo>
                <a:lnTo>
                  <a:pt x="7371080" y="28574"/>
                </a:lnTo>
                <a:close/>
              </a:path>
              <a:path w="7371080" h="1894839">
                <a:moveTo>
                  <a:pt x="28575" y="1880552"/>
                </a:moveTo>
                <a:lnTo>
                  <a:pt x="14287" y="1866264"/>
                </a:lnTo>
                <a:lnTo>
                  <a:pt x="28575" y="1866264"/>
                </a:lnTo>
                <a:lnTo>
                  <a:pt x="28575" y="1880552"/>
                </a:lnTo>
                <a:close/>
              </a:path>
              <a:path w="7371080" h="1894839">
                <a:moveTo>
                  <a:pt x="7342505" y="1880552"/>
                </a:moveTo>
                <a:lnTo>
                  <a:pt x="28575" y="1880552"/>
                </a:lnTo>
                <a:lnTo>
                  <a:pt x="28575" y="1866264"/>
                </a:lnTo>
                <a:lnTo>
                  <a:pt x="7342505" y="1866264"/>
                </a:lnTo>
                <a:lnTo>
                  <a:pt x="7342505" y="1880552"/>
                </a:lnTo>
                <a:close/>
              </a:path>
              <a:path w="7371080" h="1894839">
                <a:moveTo>
                  <a:pt x="7371080" y="1880552"/>
                </a:moveTo>
                <a:lnTo>
                  <a:pt x="7342505" y="1880552"/>
                </a:lnTo>
                <a:lnTo>
                  <a:pt x="7356792" y="1866264"/>
                </a:lnTo>
                <a:lnTo>
                  <a:pt x="7371080" y="1866264"/>
                </a:lnTo>
                <a:lnTo>
                  <a:pt x="7371080" y="1880552"/>
                </a:lnTo>
                <a:close/>
              </a:path>
            </a:pathLst>
          </a:custGeom>
          <a:solidFill>
            <a:srgbClr val="FF9700"/>
          </a:solidFill>
        </p:spPr>
        <p:txBody>
          <a:bodyPr wrap="square" lIns="0" tIns="0" rIns="0" bIns="0" rtlCol="0"/>
          <a:lstStyle/>
          <a:p>
            <a:endParaRPr/>
          </a:p>
        </p:txBody>
      </p:sp>
      <p:sp>
        <p:nvSpPr>
          <p:cNvPr id="7" name="object 7"/>
          <p:cNvSpPr txBox="1"/>
          <p:nvPr/>
        </p:nvSpPr>
        <p:spPr>
          <a:xfrm>
            <a:off x="4359909" y="1728469"/>
            <a:ext cx="6799580" cy="1450340"/>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FF9700"/>
                </a:solidFill>
                <a:latin typeface="Microsoft JhengHei"/>
                <a:cs typeface="Microsoft JhengHei"/>
              </a:rPr>
              <a:t>应对策略：</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5" dirty="0">
                <a:latin typeface="宋体"/>
                <a:cs typeface="宋体"/>
              </a:rPr>
              <a:t>采用增量方法：从基础提示语开始，逐步添加细节和要求。</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主动寻求反馈：要求</a:t>
            </a:r>
            <a:r>
              <a:rPr sz="1800" spc="-10" dirty="0">
                <a:latin typeface="Arial"/>
                <a:cs typeface="Arial"/>
              </a:rPr>
              <a:t>AI</a:t>
            </a:r>
            <a:r>
              <a:rPr sz="1800" spc="-5" dirty="0">
                <a:latin typeface="宋体"/>
                <a:cs typeface="宋体"/>
              </a:rPr>
              <a:t>对其输出进行自我评估，并提供改进建议。</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准备多轮对话：设计一系列后续问题，用于澄清和改进初始输出。</a:t>
            </a:r>
            <a:endParaRPr sz="1800">
              <a:latin typeface="宋体"/>
              <a:cs typeface="宋体"/>
            </a:endParaRPr>
          </a:p>
        </p:txBody>
      </p:sp>
      <p:sp>
        <p:nvSpPr>
          <p:cNvPr id="8" name="object 8"/>
          <p:cNvSpPr txBox="1"/>
          <p:nvPr/>
        </p:nvSpPr>
        <p:spPr>
          <a:xfrm>
            <a:off x="626109" y="3782060"/>
            <a:ext cx="6391275"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过度指令和模糊指令陷阱：当细节淹没重点或意图不明确</a:t>
            </a:r>
            <a:endParaRPr sz="2000">
              <a:latin typeface="Microsoft JhengHei"/>
              <a:cs typeface="Microsoft JhengHei"/>
            </a:endParaRPr>
          </a:p>
        </p:txBody>
      </p:sp>
      <p:sp>
        <p:nvSpPr>
          <p:cNvPr id="9" name="object 9"/>
          <p:cNvSpPr/>
          <p:nvPr/>
        </p:nvSpPr>
        <p:spPr>
          <a:xfrm>
            <a:off x="493712" y="4261167"/>
            <a:ext cx="3439160" cy="1894839"/>
          </a:xfrm>
          <a:custGeom>
            <a:avLst/>
            <a:gdLst/>
            <a:ahLst/>
            <a:cxnLst/>
            <a:rect l="l" t="t" r="r" b="b"/>
            <a:pathLst>
              <a:path w="3439160" h="1894839">
                <a:moveTo>
                  <a:pt x="3439160" y="1894840"/>
                </a:moveTo>
                <a:lnTo>
                  <a:pt x="0" y="1894840"/>
                </a:lnTo>
                <a:lnTo>
                  <a:pt x="0" y="0"/>
                </a:lnTo>
                <a:lnTo>
                  <a:pt x="3439160" y="0"/>
                </a:lnTo>
                <a:lnTo>
                  <a:pt x="3439160" y="14287"/>
                </a:lnTo>
                <a:lnTo>
                  <a:pt x="28575" y="14287"/>
                </a:lnTo>
                <a:lnTo>
                  <a:pt x="14287" y="28575"/>
                </a:lnTo>
                <a:lnTo>
                  <a:pt x="28575" y="28575"/>
                </a:lnTo>
                <a:lnTo>
                  <a:pt x="28575" y="1866265"/>
                </a:lnTo>
                <a:lnTo>
                  <a:pt x="14287" y="1866265"/>
                </a:lnTo>
                <a:lnTo>
                  <a:pt x="28575" y="1880552"/>
                </a:lnTo>
                <a:lnTo>
                  <a:pt x="3439160" y="1880552"/>
                </a:lnTo>
                <a:lnTo>
                  <a:pt x="3439160" y="1894840"/>
                </a:lnTo>
                <a:close/>
              </a:path>
              <a:path w="3439160" h="1894839">
                <a:moveTo>
                  <a:pt x="28575" y="28575"/>
                </a:moveTo>
                <a:lnTo>
                  <a:pt x="14287" y="28575"/>
                </a:lnTo>
                <a:lnTo>
                  <a:pt x="28575" y="14287"/>
                </a:lnTo>
                <a:lnTo>
                  <a:pt x="28575" y="28575"/>
                </a:lnTo>
                <a:close/>
              </a:path>
              <a:path w="3439160" h="1894839">
                <a:moveTo>
                  <a:pt x="3410585" y="28575"/>
                </a:moveTo>
                <a:lnTo>
                  <a:pt x="28575" y="28575"/>
                </a:lnTo>
                <a:lnTo>
                  <a:pt x="28575" y="14287"/>
                </a:lnTo>
                <a:lnTo>
                  <a:pt x="3410585" y="14287"/>
                </a:lnTo>
                <a:lnTo>
                  <a:pt x="3410585" y="28575"/>
                </a:lnTo>
                <a:close/>
              </a:path>
              <a:path w="3439160" h="1894839">
                <a:moveTo>
                  <a:pt x="3410585" y="1880552"/>
                </a:moveTo>
                <a:lnTo>
                  <a:pt x="3410585" y="14287"/>
                </a:lnTo>
                <a:lnTo>
                  <a:pt x="3424872" y="28575"/>
                </a:lnTo>
                <a:lnTo>
                  <a:pt x="3439160" y="28575"/>
                </a:lnTo>
                <a:lnTo>
                  <a:pt x="3439160" y="1866265"/>
                </a:lnTo>
                <a:lnTo>
                  <a:pt x="3424872" y="1866265"/>
                </a:lnTo>
                <a:lnTo>
                  <a:pt x="3410585" y="1880552"/>
                </a:lnTo>
                <a:close/>
              </a:path>
              <a:path w="3439160" h="1894839">
                <a:moveTo>
                  <a:pt x="3439160" y="28575"/>
                </a:moveTo>
                <a:lnTo>
                  <a:pt x="3424872" y="28575"/>
                </a:lnTo>
                <a:lnTo>
                  <a:pt x="3410585" y="14287"/>
                </a:lnTo>
                <a:lnTo>
                  <a:pt x="3439160" y="14287"/>
                </a:lnTo>
                <a:lnTo>
                  <a:pt x="3439160" y="28575"/>
                </a:lnTo>
                <a:close/>
              </a:path>
              <a:path w="3439160" h="1894839">
                <a:moveTo>
                  <a:pt x="28575" y="1880552"/>
                </a:moveTo>
                <a:lnTo>
                  <a:pt x="14287" y="1866265"/>
                </a:lnTo>
                <a:lnTo>
                  <a:pt x="28575" y="1866265"/>
                </a:lnTo>
                <a:lnTo>
                  <a:pt x="28575" y="1880552"/>
                </a:lnTo>
                <a:close/>
              </a:path>
              <a:path w="3439160" h="1894839">
                <a:moveTo>
                  <a:pt x="3410585" y="1880552"/>
                </a:moveTo>
                <a:lnTo>
                  <a:pt x="28575" y="1880552"/>
                </a:lnTo>
                <a:lnTo>
                  <a:pt x="28575" y="1866265"/>
                </a:lnTo>
                <a:lnTo>
                  <a:pt x="3410585" y="1866265"/>
                </a:lnTo>
                <a:lnTo>
                  <a:pt x="3410585" y="1880552"/>
                </a:lnTo>
                <a:close/>
              </a:path>
              <a:path w="3439160" h="1894839">
                <a:moveTo>
                  <a:pt x="3439160" y="1880552"/>
                </a:moveTo>
                <a:lnTo>
                  <a:pt x="3410585" y="1880552"/>
                </a:lnTo>
                <a:lnTo>
                  <a:pt x="3424872" y="1866265"/>
                </a:lnTo>
                <a:lnTo>
                  <a:pt x="3439160" y="1866265"/>
                </a:lnTo>
                <a:lnTo>
                  <a:pt x="3439160" y="1880552"/>
                </a:lnTo>
                <a:close/>
              </a:path>
            </a:pathLst>
          </a:custGeom>
          <a:solidFill>
            <a:srgbClr val="5F95E6"/>
          </a:solidFill>
        </p:spPr>
        <p:txBody>
          <a:bodyPr wrap="square" lIns="0" tIns="0" rIns="0" bIns="0" rtlCol="0"/>
          <a:lstStyle/>
          <a:p>
            <a:endParaRPr/>
          </a:p>
        </p:txBody>
      </p:sp>
      <p:sp>
        <p:nvSpPr>
          <p:cNvPr id="10" name="object 10"/>
          <p:cNvSpPr txBox="1"/>
          <p:nvPr/>
        </p:nvSpPr>
        <p:spPr>
          <a:xfrm>
            <a:off x="694690" y="4443730"/>
            <a:ext cx="3141980" cy="1450340"/>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5F95E6"/>
                </a:solidFill>
                <a:latin typeface="Microsoft JhengHei"/>
                <a:cs typeface="Microsoft JhengHei"/>
              </a:rPr>
              <a:t>陷阱症状：</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5" dirty="0">
                <a:latin typeface="宋体"/>
                <a:cs typeface="宋体"/>
              </a:rPr>
              <a:t>提示语异常冗长或过于简短</a:t>
            </a:r>
            <a:endParaRPr sz="1800">
              <a:latin typeface="宋体"/>
              <a:cs typeface="宋体"/>
            </a:endParaRPr>
          </a:p>
          <a:p>
            <a:pPr marL="157480" indent="-144780">
              <a:lnSpc>
                <a:spcPct val="100000"/>
              </a:lnSpc>
              <a:spcBef>
                <a:spcPts val="645"/>
              </a:spcBef>
              <a:buChar char="▪"/>
              <a:tabLst>
                <a:tab pos="157480" algn="l"/>
              </a:tabLst>
            </a:pPr>
            <a:r>
              <a:rPr sz="1800" spc="-10" dirty="0">
                <a:latin typeface="Arial"/>
                <a:cs typeface="Arial"/>
              </a:rPr>
              <a:t>AI</a:t>
            </a:r>
            <a:r>
              <a:rPr sz="1800" spc="-10" dirty="0">
                <a:latin typeface="宋体"/>
                <a:cs typeface="宋体"/>
              </a:rPr>
              <a:t>输出与期望严重不符</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频繁需要澄清或重新解释需求</a:t>
            </a:r>
            <a:endParaRPr sz="1800">
              <a:latin typeface="宋体"/>
              <a:cs typeface="宋体"/>
            </a:endParaRPr>
          </a:p>
        </p:txBody>
      </p:sp>
      <p:sp>
        <p:nvSpPr>
          <p:cNvPr id="11" name="object 11"/>
          <p:cNvSpPr/>
          <p:nvPr/>
        </p:nvSpPr>
        <p:spPr>
          <a:xfrm>
            <a:off x="4158932" y="4249737"/>
            <a:ext cx="7371080" cy="1894839"/>
          </a:xfrm>
          <a:custGeom>
            <a:avLst/>
            <a:gdLst/>
            <a:ahLst/>
            <a:cxnLst/>
            <a:rect l="l" t="t" r="r" b="b"/>
            <a:pathLst>
              <a:path w="7371080" h="1894839">
                <a:moveTo>
                  <a:pt x="7371080" y="1894839"/>
                </a:moveTo>
                <a:lnTo>
                  <a:pt x="0" y="1894839"/>
                </a:lnTo>
                <a:lnTo>
                  <a:pt x="0" y="0"/>
                </a:lnTo>
                <a:lnTo>
                  <a:pt x="7371080" y="0"/>
                </a:lnTo>
                <a:lnTo>
                  <a:pt x="7371080" y="14287"/>
                </a:lnTo>
                <a:lnTo>
                  <a:pt x="28575" y="14287"/>
                </a:lnTo>
                <a:lnTo>
                  <a:pt x="14287" y="28575"/>
                </a:lnTo>
                <a:lnTo>
                  <a:pt x="28575" y="28575"/>
                </a:lnTo>
                <a:lnTo>
                  <a:pt x="28575" y="1866264"/>
                </a:lnTo>
                <a:lnTo>
                  <a:pt x="14287" y="1866264"/>
                </a:lnTo>
                <a:lnTo>
                  <a:pt x="28575" y="1880552"/>
                </a:lnTo>
                <a:lnTo>
                  <a:pt x="7371080" y="1880552"/>
                </a:lnTo>
                <a:lnTo>
                  <a:pt x="7371080" y="1894839"/>
                </a:lnTo>
                <a:close/>
              </a:path>
              <a:path w="7371080" h="1894839">
                <a:moveTo>
                  <a:pt x="28575" y="28575"/>
                </a:moveTo>
                <a:lnTo>
                  <a:pt x="14287" y="28575"/>
                </a:lnTo>
                <a:lnTo>
                  <a:pt x="28575" y="14287"/>
                </a:lnTo>
                <a:lnTo>
                  <a:pt x="28575" y="28575"/>
                </a:lnTo>
                <a:close/>
              </a:path>
              <a:path w="7371080" h="1894839">
                <a:moveTo>
                  <a:pt x="7342505" y="28575"/>
                </a:moveTo>
                <a:lnTo>
                  <a:pt x="28575" y="28575"/>
                </a:lnTo>
                <a:lnTo>
                  <a:pt x="28575" y="14287"/>
                </a:lnTo>
                <a:lnTo>
                  <a:pt x="7342505" y="14287"/>
                </a:lnTo>
                <a:lnTo>
                  <a:pt x="7342505" y="28575"/>
                </a:lnTo>
                <a:close/>
              </a:path>
              <a:path w="7371080" h="1894839">
                <a:moveTo>
                  <a:pt x="7342505" y="1880552"/>
                </a:moveTo>
                <a:lnTo>
                  <a:pt x="7342505" y="14287"/>
                </a:lnTo>
                <a:lnTo>
                  <a:pt x="7356792" y="28575"/>
                </a:lnTo>
                <a:lnTo>
                  <a:pt x="7371080" y="28575"/>
                </a:lnTo>
                <a:lnTo>
                  <a:pt x="7371080" y="1866264"/>
                </a:lnTo>
                <a:lnTo>
                  <a:pt x="7356792" y="1866264"/>
                </a:lnTo>
                <a:lnTo>
                  <a:pt x="7342505" y="1880552"/>
                </a:lnTo>
                <a:close/>
              </a:path>
              <a:path w="7371080" h="1894839">
                <a:moveTo>
                  <a:pt x="7371080" y="28575"/>
                </a:moveTo>
                <a:lnTo>
                  <a:pt x="7356792" y="28575"/>
                </a:lnTo>
                <a:lnTo>
                  <a:pt x="7342505" y="14287"/>
                </a:lnTo>
                <a:lnTo>
                  <a:pt x="7371080" y="14287"/>
                </a:lnTo>
                <a:lnTo>
                  <a:pt x="7371080" y="28575"/>
                </a:lnTo>
                <a:close/>
              </a:path>
              <a:path w="7371080" h="1894839">
                <a:moveTo>
                  <a:pt x="28575" y="1880552"/>
                </a:moveTo>
                <a:lnTo>
                  <a:pt x="14287" y="1866264"/>
                </a:lnTo>
                <a:lnTo>
                  <a:pt x="28575" y="1866264"/>
                </a:lnTo>
                <a:lnTo>
                  <a:pt x="28575" y="1880552"/>
                </a:lnTo>
                <a:close/>
              </a:path>
              <a:path w="7371080" h="1894839">
                <a:moveTo>
                  <a:pt x="7342505" y="1880552"/>
                </a:moveTo>
                <a:lnTo>
                  <a:pt x="28575" y="1880552"/>
                </a:lnTo>
                <a:lnTo>
                  <a:pt x="28575" y="1866264"/>
                </a:lnTo>
                <a:lnTo>
                  <a:pt x="7342505" y="1866264"/>
                </a:lnTo>
                <a:lnTo>
                  <a:pt x="7342505" y="1880552"/>
                </a:lnTo>
                <a:close/>
              </a:path>
              <a:path w="7371080" h="1894839">
                <a:moveTo>
                  <a:pt x="7371080" y="1880552"/>
                </a:moveTo>
                <a:lnTo>
                  <a:pt x="7342505" y="1880552"/>
                </a:lnTo>
                <a:lnTo>
                  <a:pt x="7356792" y="1866264"/>
                </a:lnTo>
                <a:lnTo>
                  <a:pt x="7371080" y="1866264"/>
                </a:lnTo>
                <a:lnTo>
                  <a:pt x="7371080" y="1880552"/>
                </a:lnTo>
                <a:close/>
              </a:path>
            </a:pathLst>
          </a:custGeom>
          <a:solidFill>
            <a:srgbClr val="FF9700"/>
          </a:solidFill>
        </p:spPr>
        <p:txBody>
          <a:bodyPr wrap="square" lIns="0" tIns="0" rIns="0" bIns="0" rtlCol="0"/>
          <a:lstStyle/>
          <a:p>
            <a:endParaRPr/>
          </a:p>
        </p:txBody>
      </p:sp>
      <p:sp>
        <p:nvSpPr>
          <p:cNvPr id="12" name="object 12"/>
          <p:cNvSpPr txBox="1"/>
          <p:nvPr/>
        </p:nvSpPr>
        <p:spPr>
          <a:xfrm>
            <a:off x="4359909" y="4255134"/>
            <a:ext cx="5427980" cy="1806575"/>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FF9700"/>
                </a:solidFill>
                <a:latin typeface="Microsoft JhengHei"/>
                <a:cs typeface="Microsoft JhengHei"/>
              </a:rPr>
              <a:t>应对策略：</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5" dirty="0">
                <a:latin typeface="宋体"/>
                <a:cs typeface="宋体"/>
              </a:rPr>
              <a:t>平衡详细度：提供足够的上下文，但避免过多限制。</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明确关键点：突出最重要的</a:t>
            </a:r>
            <a:r>
              <a:rPr sz="1800" spc="-10" dirty="0">
                <a:latin typeface="Arial"/>
                <a:cs typeface="Arial"/>
              </a:rPr>
              <a:t>2-3</a:t>
            </a:r>
            <a:r>
              <a:rPr sz="1800" spc="-15" dirty="0">
                <a:latin typeface="宋体"/>
                <a:cs typeface="宋体"/>
              </a:rPr>
              <a:t>个要求。</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使用结构化格式：采用清晰的结构来组织需求。</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提供示例：如果可能，给出期望输出的简短示例。</a:t>
            </a:r>
            <a:endParaRPr sz="1800">
              <a:latin typeface="宋体"/>
              <a:cs typeface="宋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936" y="1237582"/>
            <a:ext cx="2544405" cy="2545809"/>
          </a:xfrm>
          <a:prstGeom prst="rect">
            <a:avLst/>
          </a:prstGeom>
        </p:spPr>
      </p:pic>
      <p:sp>
        <p:nvSpPr>
          <p:cNvPr id="3" name="object 3"/>
          <p:cNvSpPr txBox="1">
            <a:spLocks noGrp="1"/>
          </p:cNvSpPr>
          <p:nvPr>
            <p:ph type="title"/>
          </p:nvPr>
        </p:nvSpPr>
        <p:spPr>
          <a:xfrm>
            <a:off x="363854" y="234314"/>
            <a:ext cx="10920730" cy="634365"/>
          </a:xfrm>
          <a:prstGeom prst="rect">
            <a:avLst/>
          </a:prstGeom>
        </p:spPr>
        <p:txBody>
          <a:bodyPr vert="horz" wrap="square" lIns="0" tIns="12065" rIns="0" bIns="0" rtlCol="0">
            <a:spAutoFit/>
          </a:bodyPr>
          <a:lstStyle/>
          <a:p>
            <a:pPr marL="12700">
              <a:lnSpc>
                <a:spcPct val="100000"/>
              </a:lnSpc>
              <a:spcBef>
                <a:spcPts val="95"/>
              </a:spcBef>
            </a:pPr>
            <a:r>
              <a:rPr sz="4000" spc="270" dirty="0"/>
              <a:t>常见陷阱与应对：新手必知的提示语设计误</a:t>
            </a:r>
            <a:r>
              <a:rPr sz="4000" spc="-50" dirty="0"/>
              <a:t>区</a:t>
            </a:r>
            <a:endParaRPr sz="4000"/>
          </a:p>
        </p:txBody>
      </p:sp>
      <p:sp>
        <p:nvSpPr>
          <p:cNvPr id="4" name="object 4"/>
          <p:cNvSpPr/>
          <p:nvPr/>
        </p:nvSpPr>
        <p:spPr>
          <a:xfrm>
            <a:off x="2913697" y="1831657"/>
            <a:ext cx="3513454" cy="1894839"/>
          </a:xfrm>
          <a:custGeom>
            <a:avLst/>
            <a:gdLst/>
            <a:ahLst/>
            <a:cxnLst/>
            <a:rect l="l" t="t" r="r" b="b"/>
            <a:pathLst>
              <a:path w="3513454" h="1894839">
                <a:moveTo>
                  <a:pt x="3513454" y="1894839"/>
                </a:moveTo>
                <a:lnTo>
                  <a:pt x="0" y="1894839"/>
                </a:lnTo>
                <a:lnTo>
                  <a:pt x="0" y="0"/>
                </a:lnTo>
                <a:lnTo>
                  <a:pt x="3513454" y="0"/>
                </a:lnTo>
                <a:lnTo>
                  <a:pt x="3513454" y="14287"/>
                </a:lnTo>
                <a:lnTo>
                  <a:pt x="28575" y="14287"/>
                </a:lnTo>
                <a:lnTo>
                  <a:pt x="14287" y="28574"/>
                </a:lnTo>
                <a:lnTo>
                  <a:pt x="28575" y="28574"/>
                </a:lnTo>
                <a:lnTo>
                  <a:pt x="28575" y="1866264"/>
                </a:lnTo>
                <a:lnTo>
                  <a:pt x="14287" y="1866264"/>
                </a:lnTo>
                <a:lnTo>
                  <a:pt x="28575" y="1880552"/>
                </a:lnTo>
                <a:lnTo>
                  <a:pt x="3513454" y="1880552"/>
                </a:lnTo>
                <a:lnTo>
                  <a:pt x="3513454" y="1894839"/>
                </a:lnTo>
                <a:close/>
              </a:path>
              <a:path w="3513454" h="1894839">
                <a:moveTo>
                  <a:pt x="28575" y="28574"/>
                </a:moveTo>
                <a:lnTo>
                  <a:pt x="14287" y="28574"/>
                </a:lnTo>
                <a:lnTo>
                  <a:pt x="28575" y="14287"/>
                </a:lnTo>
                <a:lnTo>
                  <a:pt x="28575" y="28574"/>
                </a:lnTo>
                <a:close/>
              </a:path>
              <a:path w="3513454" h="1894839">
                <a:moveTo>
                  <a:pt x="3484879" y="28574"/>
                </a:moveTo>
                <a:lnTo>
                  <a:pt x="28575" y="28574"/>
                </a:lnTo>
                <a:lnTo>
                  <a:pt x="28575" y="14287"/>
                </a:lnTo>
                <a:lnTo>
                  <a:pt x="3484879" y="14287"/>
                </a:lnTo>
                <a:lnTo>
                  <a:pt x="3484879" y="28574"/>
                </a:lnTo>
                <a:close/>
              </a:path>
              <a:path w="3513454" h="1894839">
                <a:moveTo>
                  <a:pt x="3484879" y="1880552"/>
                </a:moveTo>
                <a:lnTo>
                  <a:pt x="3484879" y="14287"/>
                </a:lnTo>
                <a:lnTo>
                  <a:pt x="3499167" y="28574"/>
                </a:lnTo>
                <a:lnTo>
                  <a:pt x="3513454" y="28574"/>
                </a:lnTo>
                <a:lnTo>
                  <a:pt x="3513454" y="1866264"/>
                </a:lnTo>
                <a:lnTo>
                  <a:pt x="3499167" y="1866264"/>
                </a:lnTo>
                <a:lnTo>
                  <a:pt x="3484879" y="1880552"/>
                </a:lnTo>
                <a:close/>
              </a:path>
              <a:path w="3513454" h="1894839">
                <a:moveTo>
                  <a:pt x="3513454" y="28574"/>
                </a:moveTo>
                <a:lnTo>
                  <a:pt x="3499167" y="28574"/>
                </a:lnTo>
                <a:lnTo>
                  <a:pt x="3484879" y="14287"/>
                </a:lnTo>
                <a:lnTo>
                  <a:pt x="3513454" y="14287"/>
                </a:lnTo>
                <a:lnTo>
                  <a:pt x="3513454" y="28574"/>
                </a:lnTo>
                <a:close/>
              </a:path>
              <a:path w="3513454" h="1894839">
                <a:moveTo>
                  <a:pt x="28575" y="1880552"/>
                </a:moveTo>
                <a:lnTo>
                  <a:pt x="14287" y="1866264"/>
                </a:lnTo>
                <a:lnTo>
                  <a:pt x="28575" y="1866264"/>
                </a:lnTo>
                <a:lnTo>
                  <a:pt x="28575" y="1880552"/>
                </a:lnTo>
                <a:close/>
              </a:path>
              <a:path w="3513454" h="1894839">
                <a:moveTo>
                  <a:pt x="3484879" y="1880552"/>
                </a:moveTo>
                <a:lnTo>
                  <a:pt x="28575" y="1880552"/>
                </a:lnTo>
                <a:lnTo>
                  <a:pt x="28575" y="1866264"/>
                </a:lnTo>
                <a:lnTo>
                  <a:pt x="3484879" y="1866264"/>
                </a:lnTo>
                <a:lnTo>
                  <a:pt x="3484879" y="1880552"/>
                </a:lnTo>
                <a:close/>
              </a:path>
              <a:path w="3513454" h="1894839">
                <a:moveTo>
                  <a:pt x="3513454" y="1880552"/>
                </a:moveTo>
                <a:lnTo>
                  <a:pt x="3484879" y="1880552"/>
                </a:lnTo>
                <a:lnTo>
                  <a:pt x="3499167" y="1866264"/>
                </a:lnTo>
                <a:lnTo>
                  <a:pt x="3513454" y="1866264"/>
                </a:lnTo>
                <a:lnTo>
                  <a:pt x="3513454" y="1880552"/>
                </a:lnTo>
                <a:close/>
              </a:path>
            </a:pathLst>
          </a:custGeom>
          <a:solidFill>
            <a:srgbClr val="5F95E6"/>
          </a:solidFill>
        </p:spPr>
        <p:txBody>
          <a:bodyPr wrap="square" lIns="0" tIns="0" rIns="0" bIns="0" rtlCol="0"/>
          <a:lstStyle/>
          <a:p>
            <a:endParaRPr/>
          </a:p>
        </p:txBody>
      </p:sp>
      <p:sp>
        <p:nvSpPr>
          <p:cNvPr id="5" name="object 5"/>
          <p:cNvSpPr txBox="1"/>
          <p:nvPr/>
        </p:nvSpPr>
        <p:spPr>
          <a:xfrm>
            <a:off x="3114675" y="2014219"/>
            <a:ext cx="3141980" cy="1450340"/>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5F95E6"/>
                </a:solidFill>
                <a:latin typeface="Microsoft JhengHei"/>
                <a:cs typeface="Microsoft JhengHei"/>
              </a:rPr>
              <a:t>陷阱症状：</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5" dirty="0">
                <a:latin typeface="宋体"/>
                <a:cs typeface="宋体"/>
              </a:rPr>
              <a:t>提示语中包含明显立场或倾向</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获得的信息总是支持特定观点</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缺乏对立或不同观点的呈现</a:t>
            </a:r>
            <a:endParaRPr sz="1800">
              <a:latin typeface="宋体"/>
              <a:cs typeface="宋体"/>
            </a:endParaRPr>
          </a:p>
        </p:txBody>
      </p:sp>
      <p:sp>
        <p:nvSpPr>
          <p:cNvPr id="6" name="object 6"/>
          <p:cNvSpPr/>
          <p:nvPr/>
        </p:nvSpPr>
        <p:spPr>
          <a:xfrm>
            <a:off x="272732" y="4101782"/>
            <a:ext cx="6153785" cy="2309495"/>
          </a:xfrm>
          <a:custGeom>
            <a:avLst/>
            <a:gdLst/>
            <a:ahLst/>
            <a:cxnLst/>
            <a:rect l="l" t="t" r="r" b="b"/>
            <a:pathLst>
              <a:path w="6153785" h="2309495">
                <a:moveTo>
                  <a:pt x="6153784" y="2309494"/>
                </a:moveTo>
                <a:lnTo>
                  <a:pt x="0" y="2309494"/>
                </a:lnTo>
                <a:lnTo>
                  <a:pt x="0" y="0"/>
                </a:lnTo>
                <a:lnTo>
                  <a:pt x="6153784" y="0"/>
                </a:lnTo>
                <a:lnTo>
                  <a:pt x="6153784" y="14287"/>
                </a:lnTo>
                <a:lnTo>
                  <a:pt x="28575" y="14287"/>
                </a:lnTo>
                <a:lnTo>
                  <a:pt x="14287" y="28575"/>
                </a:lnTo>
                <a:lnTo>
                  <a:pt x="28575" y="28575"/>
                </a:lnTo>
                <a:lnTo>
                  <a:pt x="28575" y="2280919"/>
                </a:lnTo>
                <a:lnTo>
                  <a:pt x="14287" y="2280919"/>
                </a:lnTo>
                <a:lnTo>
                  <a:pt x="28575" y="2295207"/>
                </a:lnTo>
                <a:lnTo>
                  <a:pt x="6153784" y="2295207"/>
                </a:lnTo>
                <a:lnTo>
                  <a:pt x="6153784" y="2309494"/>
                </a:lnTo>
                <a:close/>
              </a:path>
              <a:path w="6153785" h="2309495">
                <a:moveTo>
                  <a:pt x="28575" y="28575"/>
                </a:moveTo>
                <a:lnTo>
                  <a:pt x="14287" y="28575"/>
                </a:lnTo>
                <a:lnTo>
                  <a:pt x="28575" y="14287"/>
                </a:lnTo>
                <a:lnTo>
                  <a:pt x="28575" y="28575"/>
                </a:lnTo>
                <a:close/>
              </a:path>
              <a:path w="6153785" h="2309495">
                <a:moveTo>
                  <a:pt x="6125209" y="28575"/>
                </a:moveTo>
                <a:lnTo>
                  <a:pt x="28575" y="28575"/>
                </a:lnTo>
                <a:lnTo>
                  <a:pt x="28575" y="14287"/>
                </a:lnTo>
                <a:lnTo>
                  <a:pt x="6125209" y="14287"/>
                </a:lnTo>
                <a:lnTo>
                  <a:pt x="6125209" y="28575"/>
                </a:lnTo>
                <a:close/>
              </a:path>
              <a:path w="6153785" h="2309495">
                <a:moveTo>
                  <a:pt x="6125209" y="2295207"/>
                </a:moveTo>
                <a:lnTo>
                  <a:pt x="6125209" y="14287"/>
                </a:lnTo>
                <a:lnTo>
                  <a:pt x="6139497" y="28575"/>
                </a:lnTo>
                <a:lnTo>
                  <a:pt x="6153784" y="28575"/>
                </a:lnTo>
                <a:lnTo>
                  <a:pt x="6153784" y="2280919"/>
                </a:lnTo>
                <a:lnTo>
                  <a:pt x="6139497" y="2280919"/>
                </a:lnTo>
                <a:lnTo>
                  <a:pt x="6125209" y="2295207"/>
                </a:lnTo>
                <a:close/>
              </a:path>
              <a:path w="6153785" h="2309495">
                <a:moveTo>
                  <a:pt x="6153784" y="28575"/>
                </a:moveTo>
                <a:lnTo>
                  <a:pt x="6139497" y="28575"/>
                </a:lnTo>
                <a:lnTo>
                  <a:pt x="6125209" y="14287"/>
                </a:lnTo>
                <a:lnTo>
                  <a:pt x="6153784" y="14287"/>
                </a:lnTo>
                <a:lnTo>
                  <a:pt x="6153784" y="28575"/>
                </a:lnTo>
                <a:close/>
              </a:path>
              <a:path w="6153785" h="2309495">
                <a:moveTo>
                  <a:pt x="28575" y="2295207"/>
                </a:moveTo>
                <a:lnTo>
                  <a:pt x="14287" y="2280919"/>
                </a:lnTo>
                <a:lnTo>
                  <a:pt x="28575" y="2280919"/>
                </a:lnTo>
                <a:lnTo>
                  <a:pt x="28575" y="2295207"/>
                </a:lnTo>
                <a:close/>
              </a:path>
              <a:path w="6153785" h="2309495">
                <a:moveTo>
                  <a:pt x="6125209" y="2295207"/>
                </a:moveTo>
                <a:lnTo>
                  <a:pt x="28575" y="2295207"/>
                </a:lnTo>
                <a:lnTo>
                  <a:pt x="28575" y="2280919"/>
                </a:lnTo>
                <a:lnTo>
                  <a:pt x="6125209" y="2280919"/>
                </a:lnTo>
                <a:lnTo>
                  <a:pt x="6125209" y="2295207"/>
                </a:lnTo>
                <a:close/>
              </a:path>
              <a:path w="6153785" h="2309495">
                <a:moveTo>
                  <a:pt x="6153784" y="2295207"/>
                </a:moveTo>
                <a:lnTo>
                  <a:pt x="6125209" y="2295207"/>
                </a:lnTo>
                <a:lnTo>
                  <a:pt x="6139497" y="2280919"/>
                </a:lnTo>
                <a:lnTo>
                  <a:pt x="6153784" y="2280919"/>
                </a:lnTo>
                <a:lnTo>
                  <a:pt x="6153784" y="2295207"/>
                </a:lnTo>
                <a:close/>
              </a:path>
            </a:pathLst>
          </a:custGeom>
          <a:solidFill>
            <a:srgbClr val="FF9700"/>
          </a:solidFill>
        </p:spPr>
        <p:txBody>
          <a:bodyPr wrap="square" lIns="0" tIns="0" rIns="0" bIns="0" rtlCol="0"/>
          <a:lstStyle/>
          <a:p>
            <a:endParaRPr/>
          </a:p>
        </p:txBody>
      </p:sp>
      <p:sp>
        <p:nvSpPr>
          <p:cNvPr id="7" name="object 7"/>
          <p:cNvSpPr txBox="1"/>
          <p:nvPr/>
        </p:nvSpPr>
        <p:spPr>
          <a:xfrm>
            <a:off x="473709" y="4313555"/>
            <a:ext cx="5885180" cy="1806575"/>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FF9700"/>
                </a:solidFill>
                <a:latin typeface="Microsoft JhengHei"/>
                <a:cs typeface="Microsoft JhengHei"/>
              </a:rPr>
              <a:t>应对策略：</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5" dirty="0">
                <a:latin typeface="宋体"/>
                <a:cs typeface="宋体"/>
              </a:rPr>
              <a:t>自我审视：在设计提示语时，反思自己可能存在的偏见。</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使用中立语言：避免在提示语中包含偏见或预设立场。</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要求多角度分析：明确要求</a:t>
            </a:r>
            <a:r>
              <a:rPr sz="1800" spc="-10" dirty="0">
                <a:latin typeface="Arial"/>
                <a:cs typeface="Arial"/>
              </a:rPr>
              <a:t>AI</a:t>
            </a:r>
            <a:r>
              <a:rPr sz="1800" spc="-5" dirty="0">
                <a:latin typeface="宋体"/>
                <a:cs typeface="宋体"/>
              </a:rPr>
              <a:t>提供不同的观点或论据。</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批判性思考：对</a:t>
            </a:r>
            <a:r>
              <a:rPr sz="1800" spc="-10" dirty="0">
                <a:latin typeface="Arial"/>
                <a:cs typeface="Arial"/>
              </a:rPr>
              <a:t>AI</a:t>
            </a:r>
            <a:r>
              <a:rPr sz="1800" spc="-5" dirty="0">
                <a:latin typeface="宋体"/>
                <a:cs typeface="宋体"/>
              </a:rPr>
              <a:t>的输出保持警惕，交叉验证重要信息。</a:t>
            </a:r>
            <a:endParaRPr sz="1800">
              <a:latin typeface="宋体"/>
              <a:cs typeface="宋体"/>
            </a:endParaRPr>
          </a:p>
        </p:txBody>
      </p:sp>
      <p:pic>
        <p:nvPicPr>
          <p:cNvPr id="8" name="object 8"/>
          <p:cNvPicPr/>
          <p:nvPr/>
        </p:nvPicPr>
        <p:blipFill>
          <a:blip r:embed="rId3" cstate="print"/>
          <a:stretch>
            <a:fillRect/>
          </a:stretch>
        </p:blipFill>
        <p:spPr>
          <a:xfrm>
            <a:off x="6704965" y="1136014"/>
            <a:ext cx="31750" cy="5473700"/>
          </a:xfrm>
          <a:prstGeom prst="rect">
            <a:avLst/>
          </a:prstGeom>
        </p:spPr>
      </p:pic>
      <p:sp>
        <p:nvSpPr>
          <p:cNvPr id="9" name="object 9"/>
          <p:cNvSpPr txBox="1"/>
          <p:nvPr/>
        </p:nvSpPr>
        <p:spPr>
          <a:xfrm>
            <a:off x="2553335" y="1142364"/>
            <a:ext cx="8611870" cy="331470"/>
          </a:xfrm>
          <a:prstGeom prst="rect">
            <a:avLst/>
          </a:prstGeom>
        </p:spPr>
        <p:txBody>
          <a:bodyPr vert="horz" wrap="square" lIns="0" tIns="13335" rIns="0" bIns="0" rtlCol="0">
            <a:spAutoFit/>
          </a:bodyPr>
          <a:lstStyle/>
          <a:p>
            <a:pPr marL="12700">
              <a:lnSpc>
                <a:spcPct val="100000"/>
              </a:lnSpc>
              <a:spcBef>
                <a:spcPts val="105"/>
              </a:spcBef>
              <a:tabLst>
                <a:tab pos="4525010" algn="l"/>
              </a:tabLst>
            </a:pPr>
            <a:r>
              <a:rPr sz="2000" b="1" dirty="0">
                <a:latin typeface="Microsoft JhengHei"/>
                <a:cs typeface="Microsoft JhengHei"/>
              </a:rPr>
              <a:t>假设偏见陷阱：当</a:t>
            </a:r>
            <a:r>
              <a:rPr sz="2000" b="1" spc="-10" dirty="0">
                <a:latin typeface="Arial"/>
                <a:cs typeface="Arial"/>
              </a:rPr>
              <a:t>AI</a:t>
            </a:r>
            <a:r>
              <a:rPr sz="2000" b="1" dirty="0">
                <a:latin typeface="Microsoft JhengHei"/>
                <a:cs typeface="Microsoft JhengHei"/>
              </a:rPr>
              <a:t>只告诉你想听</a:t>
            </a:r>
            <a:r>
              <a:rPr sz="2000" b="1" spc="-50" dirty="0">
                <a:latin typeface="Microsoft JhengHei"/>
                <a:cs typeface="Microsoft JhengHei"/>
              </a:rPr>
              <a:t>的</a:t>
            </a:r>
            <a:r>
              <a:rPr sz="2000" b="1" dirty="0">
                <a:latin typeface="Microsoft JhengHei"/>
                <a:cs typeface="Microsoft JhengHei"/>
              </a:rPr>
              <a:t>	幻觉生成陷阱：当</a:t>
            </a:r>
            <a:r>
              <a:rPr sz="2000" b="1" spc="-10" dirty="0">
                <a:latin typeface="Arial"/>
                <a:cs typeface="Arial"/>
              </a:rPr>
              <a:t>AI</a:t>
            </a:r>
            <a:r>
              <a:rPr sz="2000" b="1" dirty="0">
                <a:latin typeface="Microsoft JhengHei"/>
                <a:cs typeface="Microsoft JhengHei"/>
              </a:rPr>
              <a:t>自信地胡说八</a:t>
            </a:r>
            <a:r>
              <a:rPr sz="2000" b="1" spc="-50" dirty="0">
                <a:latin typeface="Microsoft JhengHei"/>
                <a:cs typeface="Microsoft JhengHei"/>
              </a:rPr>
              <a:t>道</a:t>
            </a:r>
            <a:endParaRPr sz="2000">
              <a:latin typeface="Microsoft JhengHei"/>
              <a:cs typeface="Microsoft JhengHei"/>
            </a:endParaRPr>
          </a:p>
        </p:txBody>
      </p:sp>
      <p:grpSp>
        <p:nvGrpSpPr>
          <p:cNvPr id="10" name="object 10"/>
          <p:cNvGrpSpPr/>
          <p:nvPr/>
        </p:nvGrpSpPr>
        <p:grpSpPr>
          <a:xfrm>
            <a:off x="6973252" y="1858327"/>
            <a:ext cx="4940935" cy="4531360"/>
            <a:chOff x="6973252" y="1858327"/>
            <a:chExt cx="4940935" cy="4531360"/>
          </a:xfrm>
        </p:grpSpPr>
        <p:sp>
          <p:nvSpPr>
            <p:cNvPr id="11" name="object 11"/>
            <p:cNvSpPr/>
            <p:nvPr/>
          </p:nvSpPr>
          <p:spPr>
            <a:xfrm>
              <a:off x="6973252" y="1858327"/>
              <a:ext cx="4933950" cy="1894839"/>
            </a:xfrm>
            <a:custGeom>
              <a:avLst/>
              <a:gdLst/>
              <a:ahLst/>
              <a:cxnLst/>
              <a:rect l="l" t="t" r="r" b="b"/>
              <a:pathLst>
                <a:path w="4933950" h="1894839">
                  <a:moveTo>
                    <a:pt x="4933950" y="1894839"/>
                  </a:moveTo>
                  <a:lnTo>
                    <a:pt x="0" y="1894839"/>
                  </a:lnTo>
                  <a:lnTo>
                    <a:pt x="0" y="0"/>
                  </a:lnTo>
                  <a:lnTo>
                    <a:pt x="4933950" y="0"/>
                  </a:lnTo>
                  <a:lnTo>
                    <a:pt x="4933950" y="14287"/>
                  </a:lnTo>
                  <a:lnTo>
                    <a:pt x="28575" y="14287"/>
                  </a:lnTo>
                  <a:lnTo>
                    <a:pt x="14287" y="28575"/>
                  </a:lnTo>
                  <a:lnTo>
                    <a:pt x="28575" y="28575"/>
                  </a:lnTo>
                  <a:lnTo>
                    <a:pt x="28575" y="1866264"/>
                  </a:lnTo>
                  <a:lnTo>
                    <a:pt x="14287" y="1866264"/>
                  </a:lnTo>
                  <a:lnTo>
                    <a:pt x="28575" y="1880552"/>
                  </a:lnTo>
                  <a:lnTo>
                    <a:pt x="4933950" y="1880552"/>
                  </a:lnTo>
                  <a:lnTo>
                    <a:pt x="4933950" y="1894839"/>
                  </a:lnTo>
                  <a:close/>
                </a:path>
                <a:path w="4933950" h="1894839">
                  <a:moveTo>
                    <a:pt x="28575" y="28575"/>
                  </a:moveTo>
                  <a:lnTo>
                    <a:pt x="14287" y="28575"/>
                  </a:lnTo>
                  <a:lnTo>
                    <a:pt x="28575" y="14287"/>
                  </a:lnTo>
                  <a:lnTo>
                    <a:pt x="28575" y="28575"/>
                  </a:lnTo>
                  <a:close/>
                </a:path>
                <a:path w="4933950" h="1894839">
                  <a:moveTo>
                    <a:pt x="4905375" y="28575"/>
                  </a:moveTo>
                  <a:lnTo>
                    <a:pt x="28575" y="28575"/>
                  </a:lnTo>
                  <a:lnTo>
                    <a:pt x="28575" y="14287"/>
                  </a:lnTo>
                  <a:lnTo>
                    <a:pt x="4905375" y="14287"/>
                  </a:lnTo>
                  <a:lnTo>
                    <a:pt x="4905375" y="28575"/>
                  </a:lnTo>
                  <a:close/>
                </a:path>
                <a:path w="4933950" h="1894839">
                  <a:moveTo>
                    <a:pt x="4905375" y="1880552"/>
                  </a:moveTo>
                  <a:lnTo>
                    <a:pt x="4905375" y="14287"/>
                  </a:lnTo>
                  <a:lnTo>
                    <a:pt x="4919662" y="28575"/>
                  </a:lnTo>
                  <a:lnTo>
                    <a:pt x="4933950" y="28575"/>
                  </a:lnTo>
                  <a:lnTo>
                    <a:pt x="4933950" y="1866264"/>
                  </a:lnTo>
                  <a:lnTo>
                    <a:pt x="4919662" y="1866264"/>
                  </a:lnTo>
                  <a:lnTo>
                    <a:pt x="4905375" y="1880552"/>
                  </a:lnTo>
                  <a:close/>
                </a:path>
                <a:path w="4933950" h="1894839">
                  <a:moveTo>
                    <a:pt x="4933950" y="28575"/>
                  </a:moveTo>
                  <a:lnTo>
                    <a:pt x="4919662" y="28575"/>
                  </a:lnTo>
                  <a:lnTo>
                    <a:pt x="4905375" y="14287"/>
                  </a:lnTo>
                  <a:lnTo>
                    <a:pt x="4933950" y="14287"/>
                  </a:lnTo>
                  <a:lnTo>
                    <a:pt x="4933950" y="28575"/>
                  </a:lnTo>
                  <a:close/>
                </a:path>
                <a:path w="4933950" h="1894839">
                  <a:moveTo>
                    <a:pt x="28575" y="1880552"/>
                  </a:moveTo>
                  <a:lnTo>
                    <a:pt x="14287" y="1866264"/>
                  </a:lnTo>
                  <a:lnTo>
                    <a:pt x="28575" y="1866264"/>
                  </a:lnTo>
                  <a:lnTo>
                    <a:pt x="28575" y="1880552"/>
                  </a:lnTo>
                  <a:close/>
                </a:path>
                <a:path w="4933950" h="1894839">
                  <a:moveTo>
                    <a:pt x="4905375" y="1880552"/>
                  </a:moveTo>
                  <a:lnTo>
                    <a:pt x="28575" y="1880552"/>
                  </a:lnTo>
                  <a:lnTo>
                    <a:pt x="28575" y="1866264"/>
                  </a:lnTo>
                  <a:lnTo>
                    <a:pt x="4905375" y="1866264"/>
                  </a:lnTo>
                  <a:lnTo>
                    <a:pt x="4905375" y="1880552"/>
                  </a:lnTo>
                  <a:close/>
                </a:path>
                <a:path w="4933950" h="1894839">
                  <a:moveTo>
                    <a:pt x="4933950" y="1880552"/>
                  </a:moveTo>
                  <a:lnTo>
                    <a:pt x="4905375" y="1880552"/>
                  </a:lnTo>
                  <a:lnTo>
                    <a:pt x="4919662" y="1866264"/>
                  </a:lnTo>
                  <a:lnTo>
                    <a:pt x="4933950" y="1866264"/>
                  </a:lnTo>
                  <a:lnTo>
                    <a:pt x="4933950" y="1880552"/>
                  </a:lnTo>
                  <a:close/>
                </a:path>
              </a:pathLst>
            </a:custGeom>
            <a:solidFill>
              <a:srgbClr val="5F95E6"/>
            </a:solidFill>
          </p:spPr>
          <p:txBody>
            <a:bodyPr wrap="square" lIns="0" tIns="0" rIns="0" bIns="0" rtlCol="0"/>
            <a:lstStyle/>
            <a:p>
              <a:endParaRPr/>
            </a:p>
          </p:txBody>
        </p:sp>
        <p:sp>
          <p:nvSpPr>
            <p:cNvPr id="12" name="object 12"/>
            <p:cNvSpPr/>
            <p:nvPr/>
          </p:nvSpPr>
          <p:spPr>
            <a:xfrm>
              <a:off x="6980237" y="3783647"/>
              <a:ext cx="4933950" cy="2606040"/>
            </a:xfrm>
            <a:custGeom>
              <a:avLst/>
              <a:gdLst/>
              <a:ahLst/>
              <a:cxnLst/>
              <a:rect l="l" t="t" r="r" b="b"/>
              <a:pathLst>
                <a:path w="4933950" h="2606040">
                  <a:moveTo>
                    <a:pt x="4933950" y="2606040"/>
                  </a:moveTo>
                  <a:lnTo>
                    <a:pt x="0" y="2606040"/>
                  </a:lnTo>
                  <a:lnTo>
                    <a:pt x="0" y="0"/>
                  </a:lnTo>
                  <a:lnTo>
                    <a:pt x="4933950" y="0"/>
                  </a:lnTo>
                  <a:lnTo>
                    <a:pt x="4933950" y="14287"/>
                  </a:lnTo>
                  <a:lnTo>
                    <a:pt x="28575" y="14287"/>
                  </a:lnTo>
                  <a:lnTo>
                    <a:pt x="14287" y="28575"/>
                  </a:lnTo>
                  <a:lnTo>
                    <a:pt x="28575" y="28575"/>
                  </a:lnTo>
                  <a:lnTo>
                    <a:pt x="28575" y="2577465"/>
                  </a:lnTo>
                  <a:lnTo>
                    <a:pt x="14287" y="2577465"/>
                  </a:lnTo>
                  <a:lnTo>
                    <a:pt x="28575" y="2591752"/>
                  </a:lnTo>
                  <a:lnTo>
                    <a:pt x="4933950" y="2591752"/>
                  </a:lnTo>
                  <a:lnTo>
                    <a:pt x="4933950" y="2606040"/>
                  </a:lnTo>
                  <a:close/>
                </a:path>
                <a:path w="4933950" h="2606040">
                  <a:moveTo>
                    <a:pt x="28575" y="28575"/>
                  </a:moveTo>
                  <a:lnTo>
                    <a:pt x="14287" y="28575"/>
                  </a:lnTo>
                  <a:lnTo>
                    <a:pt x="28575" y="14287"/>
                  </a:lnTo>
                  <a:lnTo>
                    <a:pt x="28575" y="28575"/>
                  </a:lnTo>
                  <a:close/>
                </a:path>
                <a:path w="4933950" h="2606040">
                  <a:moveTo>
                    <a:pt x="4905375" y="28575"/>
                  </a:moveTo>
                  <a:lnTo>
                    <a:pt x="28575" y="28575"/>
                  </a:lnTo>
                  <a:lnTo>
                    <a:pt x="28575" y="14287"/>
                  </a:lnTo>
                  <a:lnTo>
                    <a:pt x="4905375" y="14287"/>
                  </a:lnTo>
                  <a:lnTo>
                    <a:pt x="4905375" y="28575"/>
                  </a:lnTo>
                  <a:close/>
                </a:path>
                <a:path w="4933950" h="2606040">
                  <a:moveTo>
                    <a:pt x="4905375" y="2591752"/>
                  </a:moveTo>
                  <a:lnTo>
                    <a:pt x="4905375" y="14287"/>
                  </a:lnTo>
                  <a:lnTo>
                    <a:pt x="4919662" y="28575"/>
                  </a:lnTo>
                  <a:lnTo>
                    <a:pt x="4933950" y="28575"/>
                  </a:lnTo>
                  <a:lnTo>
                    <a:pt x="4933950" y="2577465"/>
                  </a:lnTo>
                  <a:lnTo>
                    <a:pt x="4919662" y="2577465"/>
                  </a:lnTo>
                  <a:lnTo>
                    <a:pt x="4905375" y="2591752"/>
                  </a:lnTo>
                  <a:close/>
                </a:path>
                <a:path w="4933950" h="2606040">
                  <a:moveTo>
                    <a:pt x="4933950" y="28575"/>
                  </a:moveTo>
                  <a:lnTo>
                    <a:pt x="4919662" y="28575"/>
                  </a:lnTo>
                  <a:lnTo>
                    <a:pt x="4905375" y="14287"/>
                  </a:lnTo>
                  <a:lnTo>
                    <a:pt x="4933950" y="14287"/>
                  </a:lnTo>
                  <a:lnTo>
                    <a:pt x="4933950" y="28575"/>
                  </a:lnTo>
                  <a:close/>
                </a:path>
                <a:path w="4933950" h="2606040">
                  <a:moveTo>
                    <a:pt x="28575" y="2591752"/>
                  </a:moveTo>
                  <a:lnTo>
                    <a:pt x="14287" y="2577465"/>
                  </a:lnTo>
                  <a:lnTo>
                    <a:pt x="28575" y="2577465"/>
                  </a:lnTo>
                  <a:lnTo>
                    <a:pt x="28575" y="2591752"/>
                  </a:lnTo>
                  <a:close/>
                </a:path>
                <a:path w="4933950" h="2606040">
                  <a:moveTo>
                    <a:pt x="4905375" y="2591752"/>
                  </a:moveTo>
                  <a:lnTo>
                    <a:pt x="28575" y="2591752"/>
                  </a:lnTo>
                  <a:lnTo>
                    <a:pt x="28575" y="2577465"/>
                  </a:lnTo>
                  <a:lnTo>
                    <a:pt x="4905375" y="2577465"/>
                  </a:lnTo>
                  <a:lnTo>
                    <a:pt x="4905375" y="2591752"/>
                  </a:lnTo>
                  <a:close/>
                </a:path>
                <a:path w="4933950" h="2606040">
                  <a:moveTo>
                    <a:pt x="4933950" y="2591752"/>
                  </a:moveTo>
                  <a:lnTo>
                    <a:pt x="4905375" y="2591752"/>
                  </a:lnTo>
                  <a:lnTo>
                    <a:pt x="4919662" y="2577465"/>
                  </a:lnTo>
                  <a:lnTo>
                    <a:pt x="4933950" y="2577465"/>
                  </a:lnTo>
                  <a:lnTo>
                    <a:pt x="4933950" y="2591752"/>
                  </a:lnTo>
                  <a:close/>
                </a:path>
              </a:pathLst>
            </a:custGeom>
            <a:solidFill>
              <a:srgbClr val="FF9700"/>
            </a:solidFill>
          </p:spPr>
          <p:txBody>
            <a:bodyPr wrap="square" lIns="0" tIns="0" rIns="0" bIns="0" rtlCol="0"/>
            <a:lstStyle/>
            <a:p>
              <a:endParaRPr/>
            </a:p>
          </p:txBody>
        </p:sp>
      </p:grpSp>
      <p:sp>
        <p:nvSpPr>
          <p:cNvPr id="13" name="object 13"/>
          <p:cNvSpPr txBox="1"/>
          <p:nvPr/>
        </p:nvSpPr>
        <p:spPr>
          <a:xfrm>
            <a:off x="7174230" y="1863725"/>
            <a:ext cx="4736465" cy="4443730"/>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5F95E6"/>
                </a:solidFill>
                <a:latin typeface="Microsoft JhengHei"/>
                <a:cs typeface="Microsoft JhengHei"/>
              </a:rPr>
              <a:t>陷阱症状：</a:t>
            </a:r>
            <a:endParaRPr sz="1800">
              <a:latin typeface="Microsoft JhengHei"/>
              <a:cs typeface="Microsoft JhengHei"/>
            </a:endParaRPr>
          </a:p>
          <a:p>
            <a:pPr marL="157480" indent="-144780">
              <a:lnSpc>
                <a:spcPct val="100000"/>
              </a:lnSpc>
              <a:spcBef>
                <a:spcPts val="645"/>
              </a:spcBef>
              <a:buChar char="▪"/>
              <a:tabLst>
                <a:tab pos="157480" algn="l"/>
              </a:tabLst>
            </a:pPr>
            <a:r>
              <a:rPr sz="1800" spc="-10" dirty="0">
                <a:latin typeface="Arial"/>
                <a:cs typeface="Arial"/>
              </a:rPr>
              <a:t>AI</a:t>
            </a:r>
            <a:r>
              <a:rPr sz="1800" spc="-5" dirty="0">
                <a:latin typeface="宋体"/>
                <a:cs typeface="宋体"/>
              </a:rPr>
              <a:t>提供的具体数据或事实无法验证</a:t>
            </a:r>
            <a:endParaRPr sz="1800">
              <a:latin typeface="宋体"/>
              <a:cs typeface="宋体"/>
            </a:endParaRPr>
          </a:p>
          <a:p>
            <a:pPr marL="12700" marR="227965">
              <a:lnSpc>
                <a:spcPct val="129900"/>
              </a:lnSpc>
              <a:buFont typeface="Arial"/>
              <a:buChar char="▪"/>
              <a:tabLst>
                <a:tab pos="157480" algn="l"/>
              </a:tabLst>
            </a:pPr>
            <a:r>
              <a:rPr sz="1800" spc="-5" dirty="0">
                <a:latin typeface="宋体"/>
                <a:cs typeface="宋体"/>
              </a:rPr>
              <a:t>输出中包含看似专业但实际上不存在的术语</a:t>
            </a:r>
            <a:r>
              <a:rPr sz="1800" spc="-20" dirty="0">
                <a:latin typeface="宋体"/>
                <a:cs typeface="宋体"/>
              </a:rPr>
              <a:t>或概念</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对未来或不确定事件做出过于具体的预测</a:t>
            </a:r>
            <a:endParaRPr sz="1800">
              <a:latin typeface="宋体"/>
              <a:cs typeface="宋体"/>
            </a:endParaRPr>
          </a:p>
          <a:p>
            <a:pPr marL="19685">
              <a:lnSpc>
                <a:spcPct val="100000"/>
              </a:lnSpc>
              <a:spcBef>
                <a:spcPts val="1775"/>
              </a:spcBef>
            </a:pPr>
            <a:r>
              <a:rPr sz="1800" b="1" spc="-10" dirty="0">
                <a:solidFill>
                  <a:srgbClr val="FF9700"/>
                </a:solidFill>
                <a:latin typeface="Microsoft JhengHei"/>
                <a:cs typeface="Microsoft JhengHei"/>
              </a:rPr>
              <a:t>应对策略：</a:t>
            </a:r>
            <a:endParaRPr sz="1800">
              <a:latin typeface="Microsoft JhengHei"/>
              <a:cs typeface="Microsoft JhengHei"/>
            </a:endParaRPr>
          </a:p>
          <a:p>
            <a:pPr marL="164465" indent="-144780">
              <a:lnSpc>
                <a:spcPct val="100000"/>
              </a:lnSpc>
              <a:spcBef>
                <a:spcPts val="645"/>
              </a:spcBef>
              <a:buFont typeface="Arial"/>
              <a:buChar char="▪"/>
              <a:tabLst>
                <a:tab pos="164465" algn="l"/>
              </a:tabLst>
            </a:pPr>
            <a:r>
              <a:rPr sz="1800" dirty="0">
                <a:latin typeface="宋体"/>
                <a:cs typeface="宋体"/>
              </a:rPr>
              <a:t>明确不确定性：鼓励</a:t>
            </a:r>
            <a:r>
              <a:rPr sz="1800" spc="-10" dirty="0">
                <a:latin typeface="Arial"/>
                <a:cs typeface="Arial"/>
              </a:rPr>
              <a:t>AI</a:t>
            </a:r>
            <a:r>
              <a:rPr sz="1800" spc="-5" dirty="0">
                <a:latin typeface="宋体"/>
                <a:cs typeface="宋体"/>
              </a:rPr>
              <a:t>在不确定时明确说明。</a:t>
            </a:r>
            <a:endParaRPr sz="1800">
              <a:latin typeface="宋体"/>
              <a:cs typeface="宋体"/>
            </a:endParaRPr>
          </a:p>
          <a:p>
            <a:pPr marL="164465" indent="-144780">
              <a:lnSpc>
                <a:spcPct val="100000"/>
              </a:lnSpc>
              <a:spcBef>
                <a:spcPts val="645"/>
              </a:spcBef>
              <a:buFont typeface="Arial"/>
              <a:buChar char="▪"/>
              <a:tabLst>
                <a:tab pos="164465" algn="l"/>
              </a:tabLst>
            </a:pPr>
            <a:r>
              <a:rPr sz="1800" dirty="0">
                <a:latin typeface="宋体"/>
                <a:cs typeface="宋体"/>
              </a:rPr>
              <a:t>事实核查提示：要求</a:t>
            </a:r>
            <a:r>
              <a:rPr sz="1800" spc="-10" dirty="0">
                <a:latin typeface="Arial"/>
                <a:cs typeface="Arial"/>
              </a:rPr>
              <a:t>AI</a:t>
            </a:r>
            <a:r>
              <a:rPr sz="1800" spc="-5" dirty="0">
                <a:latin typeface="宋体"/>
                <a:cs typeface="宋体"/>
              </a:rPr>
              <a:t>区分已知事实和推测。</a:t>
            </a:r>
            <a:endParaRPr sz="1800">
              <a:latin typeface="宋体"/>
              <a:cs typeface="宋体"/>
            </a:endParaRPr>
          </a:p>
          <a:p>
            <a:pPr marL="19685" marR="233679">
              <a:lnSpc>
                <a:spcPct val="129900"/>
              </a:lnSpc>
              <a:buFont typeface="Arial"/>
              <a:buChar char="▪"/>
              <a:tabLst>
                <a:tab pos="164465" algn="l"/>
              </a:tabLst>
            </a:pPr>
            <a:r>
              <a:rPr sz="1800" dirty="0">
                <a:latin typeface="宋体"/>
                <a:cs typeface="宋体"/>
              </a:rPr>
              <a:t>多源验证：要求</a:t>
            </a:r>
            <a:r>
              <a:rPr sz="1800" spc="-10" dirty="0">
                <a:latin typeface="Arial"/>
                <a:cs typeface="Arial"/>
              </a:rPr>
              <a:t>AI</a:t>
            </a:r>
            <a:r>
              <a:rPr sz="1800" spc="-5" dirty="0">
                <a:latin typeface="宋体"/>
                <a:cs typeface="宋体"/>
              </a:rPr>
              <a:t>从多个角度或来源验证信</a:t>
            </a:r>
            <a:r>
              <a:rPr sz="1800" spc="-25" dirty="0">
                <a:latin typeface="宋体"/>
                <a:cs typeface="宋体"/>
              </a:rPr>
              <a:t>息。</a:t>
            </a:r>
            <a:endParaRPr sz="1800">
              <a:latin typeface="宋体"/>
              <a:cs typeface="宋体"/>
            </a:endParaRPr>
          </a:p>
          <a:p>
            <a:pPr marL="19685" marR="233679">
              <a:lnSpc>
                <a:spcPct val="129900"/>
              </a:lnSpc>
              <a:buFont typeface="Arial"/>
              <a:buChar char="▪"/>
              <a:tabLst>
                <a:tab pos="164465" algn="l"/>
              </a:tabLst>
            </a:pPr>
            <a:r>
              <a:rPr sz="1800" dirty="0">
                <a:latin typeface="宋体"/>
                <a:cs typeface="宋体"/>
              </a:rPr>
              <a:t>要求引用：明确要求</a:t>
            </a:r>
            <a:r>
              <a:rPr sz="1800" spc="-10" dirty="0">
                <a:latin typeface="Arial"/>
                <a:cs typeface="Arial"/>
              </a:rPr>
              <a:t>AI</a:t>
            </a:r>
            <a:r>
              <a:rPr sz="1800" spc="-10" dirty="0">
                <a:latin typeface="宋体"/>
                <a:cs typeface="宋体"/>
              </a:rPr>
              <a:t>提供信息来源，便于</a:t>
            </a:r>
            <a:r>
              <a:rPr sz="1800" spc="-20" dirty="0">
                <a:latin typeface="宋体"/>
                <a:cs typeface="宋体"/>
              </a:rPr>
              <a:t>验证。</a:t>
            </a:r>
            <a:endParaRPr sz="1800">
              <a:latin typeface="宋体"/>
              <a:cs typeface="宋体"/>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920730" cy="634365"/>
          </a:xfrm>
          <a:prstGeom prst="rect">
            <a:avLst/>
          </a:prstGeom>
        </p:spPr>
        <p:txBody>
          <a:bodyPr vert="horz" wrap="square" lIns="0" tIns="12065" rIns="0" bIns="0" rtlCol="0">
            <a:spAutoFit/>
          </a:bodyPr>
          <a:lstStyle/>
          <a:p>
            <a:pPr marL="12700">
              <a:lnSpc>
                <a:spcPct val="100000"/>
              </a:lnSpc>
              <a:spcBef>
                <a:spcPts val="95"/>
              </a:spcBef>
            </a:pPr>
            <a:r>
              <a:rPr sz="4000" spc="270" dirty="0"/>
              <a:t>常见陷阱与应对：新手必知的提示语设计误</a:t>
            </a:r>
            <a:r>
              <a:rPr sz="4000" spc="-50" dirty="0"/>
              <a:t>区</a:t>
            </a:r>
            <a:endParaRPr sz="4000"/>
          </a:p>
        </p:txBody>
      </p:sp>
      <p:sp>
        <p:nvSpPr>
          <p:cNvPr id="3" name="object 3"/>
          <p:cNvSpPr txBox="1"/>
          <p:nvPr/>
        </p:nvSpPr>
        <p:spPr>
          <a:xfrm>
            <a:off x="626109" y="1078230"/>
            <a:ext cx="4353560" cy="331470"/>
          </a:xfrm>
          <a:prstGeom prst="rect">
            <a:avLst/>
          </a:prstGeom>
        </p:spPr>
        <p:txBody>
          <a:bodyPr vert="horz" wrap="square" lIns="0" tIns="13335" rIns="0" bIns="0" rtlCol="0">
            <a:spAutoFit/>
          </a:bodyPr>
          <a:lstStyle/>
          <a:p>
            <a:pPr marL="12700">
              <a:lnSpc>
                <a:spcPct val="100000"/>
              </a:lnSpc>
              <a:spcBef>
                <a:spcPts val="105"/>
              </a:spcBef>
            </a:pPr>
            <a:r>
              <a:rPr sz="2000" b="1" dirty="0">
                <a:latin typeface="Microsoft JhengHei"/>
                <a:cs typeface="Microsoft JhengHei"/>
              </a:rPr>
              <a:t>忽视伦理边界陷阱：低估</a:t>
            </a:r>
            <a:r>
              <a:rPr sz="2000" b="1" spc="-10" dirty="0">
                <a:latin typeface="Arial"/>
                <a:cs typeface="Arial"/>
              </a:rPr>
              <a:t>AI</a:t>
            </a:r>
            <a:r>
              <a:rPr sz="2000" b="1" spc="-10" dirty="0">
                <a:latin typeface="Microsoft JhengHei"/>
                <a:cs typeface="Microsoft JhengHei"/>
              </a:rPr>
              <a:t>的伦理限制</a:t>
            </a:r>
            <a:endParaRPr sz="2000">
              <a:latin typeface="Microsoft JhengHei"/>
              <a:cs typeface="Microsoft JhengHei"/>
            </a:endParaRPr>
          </a:p>
        </p:txBody>
      </p:sp>
      <p:sp>
        <p:nvSpPr>
          <p:cNvPr id="4" name="object 4"/>
          <p:cNvSpPr/>
          <p:nvPr/>
        </p:nvSpPr>
        <p:spPr>
          <a:xfrm>
            <a:off x="3190557" y="1566227"/>
            <a:ext cx="4624705" cy="2510790"/>
          </a:xfrm>
          <a:custGeom>
            <a:avLst/>
            <a:gdLst/>
            <a:ahLst/>
            <a:cxnLst/>
            <a:rect l="l" t="t" r="r" b="b"/>
            <a:pathLst>
              <a:path w="4624705" h="2510790">
                <a:moveTo>
                  <a:pt x="4624705" y="2510790"/>
                </a:moveTo>
                <a:lnTo>
                  <a:pt x="0" y="2510790"/>
                </a:lnTo>
                <a:lnTo>
                  <a:pt x="0" y="0"/>
                </a:lnTo>
                <a:lnTo>
                  <a:pt x="4624705" y="0"/>
                </a:lnTo>
                <a:lnTo>
                  <a:pt x="4624705" y="14287"/>
                </a:lnTo>
                <a:lnTo>
                  <a:pt x="28575" y="14287"/>
                </a:lnTo>
                <a:lnTo>
                  <a:pt x="14287" y="28575"/>
                </a:lnTo>
                <a:lnTo>
                  <a:pt x="28575" y="28575"/>
                </a:lnTo>
                <a:lnTo>
                  <a:pt x="28575" y="2482215"/>
                </a:lnTo>
                <a:lnTo>
                  <a:pt x="14287" y="2482215"/>
                </a:lnTo>
                <a:lnTo>
                  <a:pt x="28575" y="2496502"/>
                </a:lnTo>
                <a:lnTo>
                  <a:pt x="4624705" y="2496502"/>
                </a:lnTo>
                <a:lnTo>
                  <a:pt x="4624705" y="2510790"/>
                </a:lnTo>
                <a:close/>
              </a:path>
              <a:path w="4624705" h="2510790">
                <a:moveTo>
                  <a:pt x="28575" y="28575"/>
                </a:moveTo>
                <a:lnTo>
                  <a:pt x="14287" y="28575"/>
                </a:lnTo>
                <a:lnTo>
                  <a:pt x="28575" y="14287"/>
                </a:lnTo>
                <a:lnTo>
                  <a:pt x="28575" y="28575"/>
                </a:lnTo>
                <a:close/>
              </a:path>
              <a:path w="4624705" h="2510790">
                <a:moveTo>
                  <a:pt x="4596130" y="28575"/>
                </a:moveTo>
                <a:lnTo>
                  <a:pt x="28575" y="28575"/>
                </a:lnTo>
                <a:lnTo>
                  <a:pt x="28575" y="14287"/>
                </a:lnTo>
                <a:lnTo>
                  <a:pt x="4596130" y="14287"/>
                </a:lnTo>
                <a:lnTo>
                  <a:pt x="4596130" y="28575"/>
                </a:lnTo>
                <a:close/>
              </a:path>
              <a:path w="4624705" h="2510790">
                <a:moveTo>
                  <a:pt x="4596130" y="2496502"/>
                </a:moveTo>
                <a:lnTo>
                  <a:pt x="4596130" y="14287"/>
                </a:lnTo>
                <a:lnTo>
                  <a:pt x="4610417" y="28575"/>
                </a:lnTo>
                <a:lnTo>
                  <a:pt x="4624705" y="28575"/>
                </a:lnTo>
                <a:lnTo>
                  <a:pt x="4624705" y="2482215"/>
                </a:lnTo>
                <a:lnTo>
                  <a:pt x="4610417" y="2482215"/>
                </a:lnTo>
                <a:lnTo>
                  <a:pt x="4596130" y="2496502"/>
                </a:lnTo>
                <a:close/>
              </a:path>
              <a:path w="4624705" h="2510790">
                <a:moveTo>
                  <a:pt x="4624705" y="28575"/>
                </a:moveTo>
                <a:lnTo>
                  <a:pt x="4610417" y="28575"/>
                </a:lnTo>
                <a:lnTo>
                  <a:pt x="4596130" y="14287"/>
                </a:lnTo>
                <a:lnTo>
                  <a:pt x="4624705" y="14287"/>
                </a:lnTo>
                <a:lnTo>
                  <a:pt x="4624705" y="28575"/>
                </a:lnTo>
                <a:close/>
              </a:path>
              <a:path w="4624705" h="2510790">
                <a:moveTo>
                  <a:pt x="28575" y="2496502"/>
                </a:moveTo>
                <a:lnTo>
                  <a:pt x="14287" y="2482215"/>
                </a:lnTo>
                <a:lnTo>
                  <a:pt x="28575" y="2482215"/>
                </a:lnTo>
                <a:lnTo>
                  <a:pt x="28575" y="2496502"/>
                </a:lnTo>
                <a:close/>
              </a:path>
              <a:path w="4624705" h="2510790">
                <a:moveTo>
                  <a:pt x="4596130" y="2496502"/>
                </a:moveTo>
                <a:lnTo>
                  <a:pt x="28575" y="2496502"/>
                </a:lnTo>
                <a:lnTo>
                  <a:pt x="28575" y="2482215"/>
                </a:lnTo>
                <a:lnTo>
                  <a:pt x="4596130" y="2482215"/>
                </a:lnTo>
                <a:lnTo>
                  <a:pt x="4596130" y="2496502"/>
                </a:lnTo>
                <a:close/>
              </a:path>
              <a:path w="4624705" h="2510790">
                <a:moveTo>
                  <a:pt x="4624705" y="2496502"/>
                </a:moveTo>
                <a:lnTo>
                  <a:pt x="4596130" y="2496502"/>
                </a:lnTo>
                <a:lnTo>
                  <a:pt x="4610417" y="2482215"/>
                </a:lnTo>
                <a:lnTo>
                  <a:pt x="4624705" y="2482215"/>
                </a:lnTo>
                <a:lnTo>
                  <a:pt x="4624705" y="2496502"/>
                </a:lnTo>
                <a:close/>
              </a:path>
            </a:pathLst>
          </a:custGeom>
          <a:solidFill>
            <a:srgbClr val="5F95E6"/>
          </a:solidFill>
        </p:spPr>
        <p:txBody>
          <a:bodyPr wrap="square" lIns="0" tIns="0" rIns="0" bIns="0" rtlCol="0"/>
          <a:lstStyle/>
          <a:p>
            <a:endParaRPr/>
          </a:p>
        </p:txBody>
      </p:sp>
      <p:sp>
        <p:nvSpPr>
          <p:cNvPr id="5" name="object 5"/>
          <p:cNvSpPr txBox="1"/>
          <p:nvPr/>
        </p:nvSpPr>
        <p:spPr>
          <a:xfrm>
            <a:off x="3391534" y="1878964"/>
            <a:ext cx="4272280" cy="1806575"/>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5F95E6"/>
                </a:solidFill>
                <a:latin typeface="Microsoft JhengHei"/>
                <a:cs typeface="Microsoft JhengHei"/>
              </a:rPr>
              <a:t>陷阱症状：</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dirty="0">
                <a:latin typeface="宋体"/>
                <a:cs typeface="宋体"/>
              </a:rPr>
              <a:t>要求</a:t>
            </a:r>
            <a:r>
              <a:rPr sz="1800" spc="-10" dirty="0">
                <a:latin typeface="Arial"/>
                <a:cs typeface="Arial"/>
              </a:rPr>
              <a:t>AI</a:t>
            </a:r>
            <a:r>
              <a:rPr sz="1800" spc="-5" dirty="0">
                <a:latin typeface="宋体"/>
                <a:cs typeface="宋体"/>
              </a:rPr>
              <a:t>生成有争议、不道德或非法内容。</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对</a:t>
            </a:r>
            <a:r>
              <a:rPr sz="1800" spc="-10" dirty="0">
                <a:latin typeface="Arial"/>
                <a:cs typeface="Arial"/>
              </a:rPr>
              <a:t>AI</a:t>
            </a:r>
            <a:r>
              <a:rPr sz="1800" spc="-5" dirty="0">
                <a:latin typeface="宋体"/>
                <a:cs typeface="宋体"/>
              </a:rPr>
              <a:t>的拒绝或警告感到困惑或不满。</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尝试绕过</a:t>
            </a:r>
            <a:r>
              <a:rPr sz="1800" spc="-10" dirty="0">
                <a:latin typeface="Arial"/>
                <a:cs typeface="Arial"/>
              </a:rPr>
              <a:t>AI</a:t>
            </a:r>
            <a:r>
              <a:rPr sz="1800" spc="-10" dirty="0">
                <a:latin typeface="宋体"/>
                <a:cs typeface="宋体"/>
              </a:rPr>
              <a:t>的安全机制。</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忽视</a:t>
            </a:r>
            <a:r>
              <a:rPr sz="1800" spc="-10" dirty="0">
                <a:latin typeface="Arial"/>
                <a:cs typeface="Arial"/>
              </a:rPr>
              <a:t>AI</a:t>
            </a:r>
            <a:r>
              <a:rPr sz="1800" spc="-5" dirty="0">
                <a:latin typeface="宋体"/>
                <a:cs typeface="宋体"/>
              </a:rPr>
              <a:t>输出可能带来的伦理影响。</a:t>
            </a:r>
            <a:endParaRPr sz="1800">
              <a:latin typeface="宋体"/>
              <a:cs typeface="宋体"/>
            </a:endParaRPr>
          </a:p>
        </p:txBody>
      </p:sp>
      <p:sp>
        <p:nvSpPr>
          <p:cNvPr id="6" name="object 6"/>
          <p:cNvSpPr/>
          <p:nvPr/>
        </p:nvSpPr>
        <p:spPr>
          <a:xfrm>
            <a:off x="533082" y="4264342"/>
            <a:ext cx="7282815" cy="2080895"/>
          </a:xfrm>
          <a:custGeom>
            <a:avLst/>
            <a:gdLst/>
            <a:ahLst/>
            <a:cxnLst/>
            <a:rect l="l" t="t" r="r" b="b"/>
            <a:pathLst>
              <a:path w="7282815" h="2080895">
                <a:moveTo>
                  <a:pt x="7282814" y="2080895"/>
                </a:moveTo>
                <a:lnTo>
                  <a:pt x="0" y="2080895"/>
                </a:lnTo>
                <a:lnTo>
                  <a:pt x="0" y="0"/>
                </a:lnTo>
                <a:lnTo>
                  <a:pt x="7282814" y="0"/>
                </a:lnTo>
                <a:lnTo>
                  <a:pt x="7282814" y="14287"/>
                </a:lnTo>
                <a:lnTo>
                  <a:pt x="28575" y="14287"/>
                </a:lnTo>
                <a:lnTo>
                  <a:pt x="14287" y="28575"/>
                </a:lnTo>
                <a:lnTo>
                  <a:pt x="28575" y="28575"/>
                </a:lnTo>
                <a:lnTo>
                  <a:pt x="28575" y="2052320"/>
                </a:lnTo>
                <a:lnTo>
                  <a:pt x="14287" y="2052320"/>
                </a:lnTo>
                <a:lnTo>
                  <a:pt x="28575" y="2066607"/>
                </a:lnTo>
                <a:lnTo>
                  <a:pt x="7282814" y="2066607"/>
                </a:lnTo>
                <a:lnTo>
                  <a:pt x="7282814" y="2080895"/>
                </a:lnTo>
                <a:close/>
              </a:path>
              <a:path w="7282815" h="2080895">
                <a:moveTo>
                  <a:pt x="28575" y="28575"/>
                </a:moveTo>
                <a:lnTo>
                  <a:pt x="14287" y="28575"/>
                </a:lnTo>
                <a:lnTo>
                  <a:pt x="28575" y="14287"/>
                </a:lnTo>
                <a:lnTo>
                  <a:pt x="28575" y="28575"/>
                </a:lnTo>
                <a:close/>
              </a:path>
              <a:path w="7282815" h="2080895">
                <a:moveTo>
                  <a:pt x="7254239" y="28575"/>
                </a:moveTo>
                <a:lnTo>
                  <a:pt x="28575" y="28575"/>
                </a:lnTo>
                <a:lnTo>
                  <a:pt x="28575" y="14287"/>
                </a:lnTo>
                <a:lnTo>
                  <a:pt x="7254239" y="14287"/>
                </a:lnTo>
                <a:lnTo>
                  <a:pt x="7254239" y="28575"/>
                </a:lnTo>
                <a:close/>
              </a:path>
              <a:path w="7282815" h="2080895">
                <a:moveTo>
                  <a:pt x="7254239" y="2066607"/>
                </a:moveTo>
                <a:lnTo>
                  <a:pt x="7254239" y="14287"/>
                </a:lnTo>
                <a:lnTo>
                  <a:pt x="7268527" y="28575"/>
                </a:lnTo>
                <a:lnTo>
                  <a:pt x="7282814" y="28575"/>
                </a:lnTo>
                <a:lnTo>
                  <a:pt x="7282814" y="2052320"/>
                </a:lnTo>
                <a:lnTo>
                  <a:pt x="7268527" y="2052320"/>
                </a:lnTo>
                <a:lnTo>
                  <a:pt x="7254239" y="2066607"/>
                </a:lnTo>
                <a:close/>
              </a:path>
              <a:path w="7282815" h="2080895">
                <a:moveTo>
                  <a:pt x="7282814" y="28575"/>
                </a:moveTo>
                <a:lnTo>
                  <a:pt x="7268527" y="28575"/>
                </a:lnTo>
                <a:lnTo>
                  <a:pt x="7254239" y="14287"/>
                </a:lnTo>
                <a:lnTo>
                  <a:pt x="7282814" y="14287"/>
                </a:lnTo>
                <a:lnTo>
                  <a:pt x="7282814" y="28575"/>
                </a:lnTo>
                <a:close/>
              </a:path>
              <a:path w="7282815" h="2080895">
                <a:moveTo>
                  <a:pt x="28575" y="2066607"/>
                </a:moveTo>
                <a:lnTo>
                  <a:pt x="14287" y="2052320"/>
                </a:lnTo>
                <a:lnTo>
                  <a:pt x="28575" y="2052320"/>
                </a:lnTo>
                <a:lnTo>
                  <a:pt x="28575" y="2066607"/>
                </a:lnTo>
                <a:close/>
              </a:path>
              <a:path w="7282815" h="2080895">
                <a:moveTo>
                  <a:pt x="7254239" y="2066607"/>
                </a:moveTo>
                <a:lnTo>
                  <a:pt x="28575" y="2066607"/>
                </a:lnTo>
                <a:lnTo>
                  <a:pt x="28575" y="2052320"/>
                </a:lnTo>
                <a:lnTo>
                  <a:pt x="7254239" y="2052320"/>
                </a:lnTo>
                <a:lnTo>
                  <a:pt x="7254239" y="2066607"/>
                </a:lnTo>
                <a:close/>
              </a:path>
              <a:path w="7282815" h="2080895">
                <a:moveTo>
                  <a:pt x="7282814" y="2066607"/>
                </a:moveTo>
                <a:lnTo>
                  <a:pt x="7254239" y="2066607"/>
                </a:lnTo>
                <a:lnTo>
                  <a:pt x="7268527" y="2052320"/>
                </a:lnTo>
                <a:lnTo>
                  <a:pt x="7282814" y="2052320"/>
                </a:lnTo>
                <a:lnTo>
                  <a:pt x="7282814" y="2066607"/>
                </a:lnTo>
                <a:close/>
              </a:path>
            </a:pathLst>
          </a:custGeom>
          <a:solidFill>
            <a:srgbClr val="FF9700"/>
          </a:solidFill>
        </p:spPr>
        <p:txBody>
          <a:bodyPr wrap="square" lIns="0" tIns="0" rIns="0" bIns="0" rtlCol="0"/>
          <a:lstStyle/>
          <a:p>
            <a:endParaRPr/>
          </a:p>
        </p:txBody>
      </p:sp>
      <p:sp>
        <p:nvSpPr>
          <p:cNvPr id="7" name="object 7"/>
          <p:cNvSpPr txBox="1"/>
          <p:nvPr/>
        </p:nvSpPr>
        <p:spPr>
          <a:xfrm>
            <a:off x="734059" y="4361814"/>
            <a:ext cx="5656580" cy="1806575"/>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FF9700"/>
                </a:solidFill>
                <a:latin typeface="Microsoft JhengHei"/>
                <a:cs typeface="Microsoft JhengHei"/>
              </a:rPr>
              <a:t>应对策略：</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dirty="0">
                <a:latin typeface="宋体"/>
                <a:cs typeface="宋体"/>
              </a:rPr>
              <a:t>了解界限：熟悉</a:t>
            </a:r>
            <a:r>
              <a:rPr sz="1800" spc="-10" dirty="0">
                <a:latin typeface="Arial"/>
                <a:cs typeface="Arial"/>
              </a:rPr>
              <a:t>AI</a:t>
            </a:r>
            <a:r>
              <a:rPr sz="1800" spc="-5" dirty="0">
                <a:latin typeface="宋体"/>
                <a:cs typeface="宋体"/>
              </a:rPr>
              <a:t>系统的基本伦理准则和限制。</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合法合规：确保你的请求符合法律和道德标准。</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伦理指南：在提示语中明确包含伦理考虑和指导原则。</a:t>
            </a:r>
            <a:endParaRPr sz="1800">
              <a:latin typeface="宋体"/>
              <a:cs typeface="宋体"/>
            </a:endParaRPr>
          </a:p>
          <a:p>
            <a:pPr marL="157480" indent="-144780">
              <a:lnSpc>
                <a:spcPct val="100000"/>
              </a:lnSpc>
              <a:spcBef>
                <a:spcPts val="645"/>
              </a:spcBef>
              <a:buFont typeface="Arial"/>
              <a:buChar char="▪"/>
              <a:tabLst>
                <a:tab pos="157480" algn="l"/>
              </a:tabLst>
            </a:pPr>
            <a:r>
              <a:rPr sz="1800" dirty="0">
                <a:latin typeface="宋体"/>
                <a:cs typeface="宋体"/>
              </a:rPr>
              <a:t>影响评估：要求</a:t>
            </a:r>
            <a:r>
              <a:rPr sz="1800" spc="-10" dirty="0">
                <a:latin typeface="Arial"/>
                <a:cs typeface="Arial"/>
              </a:rPr>
              <a:t>AI</a:t>
            </a:r>
            <a:r>
              <a:rPr sz="1800" spc="-5" dirty="0">
                <a:latin typeface="宋体"/>
                <a:cs typeface="宋体"/>
              </a:rPr>
              <a:t>评估其建议或输出的潜在社会影响。</a:t>
            </a:r>
            <a:endParaRPr sz="1800">
              <a:latin typeface="宋体"/>
              <a:cs typeface="宋体"/>
            </a:endParaRPr>
          </a:p>
        </p:txBody>
      </p:sp>
      <p:sp>
        <p:nvSpPr>
          <p:cNvPr id="8" name="object 8"/>
          <p:cNvSpPr/>
          <p:nvPr/>
        </p:nvSpPr>
        <p:spPr>
          <a:xfrm>
            <a:off x="533082" y="1566227"/>
            <a:ext cx="2491105" cy="2510790"/>
          </a:xfrm>
          <a:custGeom>
            <a:avLst/>
            <a:gdLst/>
            <a:ahLst/>
            <a:cxnLst/>
            <a:rect l="l" t="t" r="r" b="b"/>
            <a:pathLst>
              <a:path w="2491105" h="2510790">
                <a:moveTo>
                  <a:pt x="2491105" y="2510790"/>
                </a:moveTo>
                <a:lnTo>
                  <a:pt x="0" y="2510790"/>
                </a:lnTo>
                <a:lnTo>
                  <a:pt x="0" y="0"/>
                </a:lnTo>
                <a:lnTo>
                  <a:pt x="2491105" y="0"/>
                </a:lnTo>
                <a:lnTo>
                  <a:pt x="2491105" y="14287"/>
                </a:lnTo>
                <a:lnTo>
                  <a:pt x="28575" y="14287"/>
                </a:lnTo>
                <a:lnTo>
                  <a:pt x="14287" y="28575"/>
                </a:lnTo>
                <a:lnTo>
                  <a:pt x="28575" y="28575"/>
                </a:lnTo>
                <a:lnTo>
                  <a:pt x="28575" y="2482215"/>
                </a:lnTo>
                <a:lnTo>
                  <a:pt x="14287" y="2482215"/>
                </a:lnTo>
                <a:lnTo>
                  <a:pt x="28575" y="2496502"/>
                </a:lnTo>
                <a:lnTo>
                  <a:pt x="2491105" y="2496502"/>
                </a:lnTo>
                <a:lnTo>
                  <a:pt x="2491105" y="2510790"/>
                </a:lnTo>
                <a:close/>
              </a:path>
              <a:path w="2491105" h="2510790">
                <a:moveTo>
                  <a:pt x="28575" y="28575"/>
                </a:moveTo>
                <a:lnTo>
                  <a:pt x="14287" y="28575"/>
                </a:lnTo>
                <a:lnTo>
                  <a:pt x="28575" y="14287"/>
                </a:lnTo>
                <a:lnTo>
                  <a:pt x="28575" y="28575"/>
                </a:lnTo>
                <a:close/>
              </a:path>
              <a:path w="2491105" h="2510790">
                <a:moveTo>
                  <a:pt x="2462530" y="28575"/>
                </a:moveTo>
                <a:lnTo>
                  <a:pt x="28575" y="28575"/>
                </a:lnTo>
                <a:lnTo>
                  <a:pt x="28575" y="14287"/>
                </a:lnTo>
                <a:lnTo>
                  <a:pt x="2462530" y="14287"/>
                </a:lnTo>
                <a:lnTo>
                  <a:pt x="2462530" y="28575"/>
                </a:lnTo>
                <a:close/>
              </a:path>
              <a:path w="2491105" h="2510790">
                <a:moveTo>
                  <a:pt x="2462530" y="2496502"/>
                </a:moveTo>
                <a:lnTo>
                  <a:pt x="2462530" y="14287"/>
                </a:lnTo>
                <a:lnTo>
                  <a:pt x="2476817" y="28575"/>
                </a:lnTo>
                <a:lnTo>
                  <a:pt x="2491105" y="28575"/>
                </a:lnTo>
                <a:lnTo>
                  <a:pt x="2491105" y="2482215"/>
                </a:lnTo>
                <a:lnTo>
                  <a:pt x="2476817" y="2482215"/>
                </a:lnTo>
                <a:lnTo>
                  <a:pt x="2462530" y="2496502"/>
                </a:lnTo>
                <a:close/>
              </a:path>
              <a:path w="2491105" h="2510790">
                <a:moveTo>
                  <a:pt x="2491105" y="28575"/>
                </a:moveTo>
                <a:lnTo>
                  <a:pt x="2476817" y="28575"/>
                </a:lnTo>
                <a:lnTo>
                  <a:pt x="2462530" y="14287"/>
                </a:lnTo>
                <a:lnTo>
                  <a:pt x="2491105" y="14287"/>
                </a:lnTo>
                <a:lnTo>
                  <a:pt x="2491105" y="28575"/>
                </a:lnTo>
                <a:close/>
              </a:path>
              <a:path w="2491105" h="2510790">
                <a:moveTo>
                  <a:pt x="28575" y="2496502"/>
                </a:moveTo>
                <a:lnTo>
                  <a:pt x="14287" y="2482215"/>
                </a:lnTo>
                <a:lnTo>
                  <a:pt x="28575" y="2482215"/>
                </a:lnTo>
                <a:lnTo>
                  <a:pt x="28575" y="2496502"/>
                </a:lnTo>
                <a:close/>
              </a:path>
              <a:path w="2491105" h="2510790">
                <a:moveTo>
                  <a:pt x="2462530" y="2496502"/>
                </a:moveTo>
                <a:lnTo>
                  <a:pt x="28575" y="2496502"/>
                </a:lnTo>
                <a:lnTo>
                  <a:pt x="28575" y="2482215"/>
                </a:lnTo>
                <a:lnTo>
                  <a:pt x="2462530" y="2482215"/>
                </a:lnTo>
                <a:lnTo>
                  <a:pt x="2462530" y="2496502"/>
                </a:lnTo>
                <a:close/>
              </a:path>
              <a:path w="2491105" h="2510790">
                <a:moveTo>
                  <a:pt x="2491105" y="2496502"/>
                </a:moveTo>
                <a:lnTo>
                  <a:pt x="2462530" y="2496502"/>
                </a:lnTo>
                <a:lnTo>
                  <a:pt x="2476817" y="2482215"/>
                </a:lnTo>
                <a:lnTo>
                  <a:pt x="2491105" y="2482215"/>
                </a:lnTo>
                <a:lnTo>
                  <a:pt x="2491105" y="2496502"/>
                </a:lnTo>
                <a:close/>
              </a:path>
            </a:pathLst>
          </a:custGeom>
          <a:solidFill>
            <a:srgbClr val="2EB6AF"/>
          </a:solidFill>
        </p:spPr>
        <p:txBody>
          <a:bodyPr wrap="square" lIns="0" tIns="0" rIns="0" bIns="0" rtlCol="0"/>
          <a:lstStyle/>
          <a:p>
            <a:endParaRPr/>
          </a:p>
        </p:txBody>
      </p:sp>
      <p:sp>
        <p:nvSpPr>
          <p:cNvPr id="9" name="object 9"/>
          <p:cNvSpPr txBox="1"/>
          <p:nvPr/>
        </p:nvSpPr>
        <p:spPr>
          <a:xfrm>
            <a:off x="734059" y="1700530"/>
            <a:ext cx="1998980" cy="2162810"/>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2EB6AF"/>
                </a:solidFill>
                <a:latin typeface="Arial"/>
                <a:cs typeface="Arial"/>
              </a:rPr>
              <a:t>AI</a:t>
            </a:r>
            <a:r>
              <a:rPr sz="1800" b="1" spc="-10" dirty="0">
                <a:solidFill>
                  <a:srgbClr val="2EB6AF"/>
                </a:solidFill>
                <a:latin typeface="Microsoft JhengHei"/>
                <a:cs typeface="Microsoft JhengHei"/>
              </a:rPr>
              <a:t>伦理考虑要点</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15" dirty="0">
                <a:latin typeface="宋体"/>
                <a:cs typeface="宋体"/>
              </a:rPr>
              <a:t>隐私保护</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公平性和非歧视</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透明度和可解释性</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社会影响评估</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安全和滥用防范</a:t>
            </a:r>
            <a:endParaRPr sz="1800">
              <a:latin typeface="宋体"/>
              <a:cs typeface="宋体"/>
            </a:endParaRPr>
          </a:p>
        </p:txBody>
      </p:sp>
      <p:sp>
        <p:nvSpPr>
          <p:cNvPr id="10" name="object 10"/>
          <p:cNvSpPr/>
          <p:nvPr/>
        </p:nvSpPr>
        <p:spPr>
          <a:xfrm>
            <a:off x="7981632" y="1566227"/>
            <a:ext cx="3577590" cy="4779010"/>
          </a:xfrm>
          <a:custGeom>
            <a:avLst/>
            <a:gdLst/>
            <a:ahLst/>
            <a:cxnLst/>
            <a:rect l="l" t="t" r="r" b="b"/>
            <a:pathLst>
              <a:path w="3577590" h="4779010">
                <a:moveTo>
                  <a:pt x="3577589" y="4779010"/>
                </a:moveTo>
                <a:lnTo>
                  <a:pt x="0" y="4779010"/>
                </a:lnTo>
                <a:lnTo>
                  <a:pt x="0" y="0"/>
                </a:lnTo>
                <a:lnTo>
                  <a:pt x="3577589" y="0"/>
                </a:lnTo>
                <a:lnTo>
                  <a:pt x="3577589" y="14287"/>
                </a:lnTo>
                <a:lnTo>
                  <a:pt x="28575" y="14287"/>
                </a:lnTo>
                <a:lnTo>
                  <a:pt x="14287" y="28575"/>
                </a:lnTo>
                <a:lnTo>
                  <a:pt x="28575" y="28575"/>
                </a:lnTo>
                <a:lnTo>
                  <a:pt x="28575" y="4750435"/>
                </a:lnTo>
                <a:lnTo>
                  <a:pt x="14287" y="4750435"/>
                </a:lnTo>
                <a:lnTo>
                  <a:pt x="28575" y="4764722"/>
                </a:lnTo>
                <a:lnTo>
                  <a:pt x="3577589" y="4764722"/>
                </a:lnTo>
                <a:lnTo>
                  <a:pt x="3577589" y="4779010"/>
                </a:lnTo>
                <a:close/>
              </a:path>
              <a:path w="3577590" h="4779010">
                <a:moveTo>
                  <a:pt x="28575" y="28575"/>
                </a:moveTo>
                <a:lnTo>
                  <a:pt x="14287" y="28575"/>
                </a:lnTo>
                <a:lnTo>
                  <a:pt x="28575" y="14287"/>
                </a:lnTo>
                <a:lnTo>
                  <a:pt x="28575" y="28575"/>
                </a:lnTo>
                <a:close/>
              </a:path>
              <a:path w="3577590" h="4779010">
                <a:moveTo>
                  <a:pt x="3549014" y="28575"/>
                </a:moveTo>
                <a:lnTo>
                  <a:pt x="28575" y="28575"/>
                </a:lnTo>
                <a:lnTo>
                  <a:pt x="28575" y="14287"/>
                </a:lnTo>
                <a:lnTo>
                  <a:pt x="3549014" y="14287"/>
                </a:lnTo>
                <a:lnTo>
                  <a:pt x="3549014" y="28575"/>
                </a:lnTo>
                <a:close/>
              </a:path>
              <a:path w="3577590" h="4779010">
                <a:moveTo>
                  <a:pt x="3549014" y="4764722"/>
                </a:moveTo>
                <a:lnTo>
                  <a:pt x="3549014" y="14287"/>
                </a:lnTo>
                <a:lnTo>
                  <a:pt x="3563302" y="28575"/>
                </a:lnTo>
                <a:lnTo>
                  <a:pt x="3577589" y="28575"/>
                </a:lnTo>
                <a:lnTo>
                  <a:pt x="3577589" y="4750435"/>
                </a:lnTo>
                <a:lnTo>
                  <a:pt x="3563302" y="4750435"/>
                </a:lnTo>
                <a:lnTo>
                  <a:pt x="3549014" y="4764722"/>
                </a:lnTo>
                <a:close/>
              </a:path>
              <a:path w="3577590" h="4779010">
                <a:moveTo>
                  <a:pt x="3577589" y="28575"/>
                </a:moveTo>
                <a:lnTo>
                  <a:pt x="3563302" y="28575"/>
                </a:lnTo>
                <a:lnTo>
                  <a:pt x="3549014" y="14287"/>
                </a:lnTo>
                <a:lnTo>
                  <a:pt x="3577589" y="14287"/>
                </a:lnTo>
                <a:lnTo>
                  <a:pt x="3577589" y="28575"/>
                </a:lnTo>
                <a:close/>
              </a:path>
              <a:path w="3577590" h="4779010">
                <a:moveTo>
                  <a:pt x="28575" y="4764722"/>
                </a:moveTo>
                <a:lnTo>
                  <a:pt x="14287" y="4750435"/>
                </a:lnTo>
                <a:lnTo>
                  <a:pt x="28575" y="4750435"/>
                </a:lnTo>
                <a:lnTo>
                  <a:pt x="28575" y="4764722"/>
                </a:lnTo>
                <a:close/>
              </a:path>
              <a:path w="3577590" h="4779010">
                <a:moveTo>
                  <a:pt x="3549014" y="4764722"/>
                </a:moveTo>
                <a:lnTo>
                  <a:pt x="28575" y="4764722"/>
                </a:lnTo>
                <a:lnTo>
                  <a:pt x="28575" y="4750435"/>
                </a:lnTo>
                <a:lnTo>
                  <a:pt x="3549014" y="4750435"/>
                </a:lnTo>
                <a:lnTo>
                  <a:pt x="3549014" y="4764722"/>
                </a:lnTo>
                <a:close/>
              </a:path>
              <a:path w="3577590" h="4779010">
                <a:moveTo>
                  <a:pt x="3577589" y="4764722"/>
                </a:moveTo>
                <a:lnTo>
                  <a:pt x="3549014" y="4764722"/>
                </a:lnTo>
                <a:lnTo>
                  <a:pt x="3563302" y="4750435"/>
                </a:lnTo>
                <a:lnTo>
                  <a:pt x="3577589" y="4750435"/>
                </a:lnTo>
                <a:lnTo>
                  <a:pt x="3577589" y="4764722"/>
                </a:lnTo>
                <a:close/>
              </a:path>
            </a:pathLst>
          </a:custGeom>
          <a:solidFill>
            <a:srgbClr val="846785"/>
          </a:solidFill>
        </p:spPr>
        <p:txBody>
          <a:bodyPr wrap="square" lIns="0" tIns="0" rIns="0" bIns="0" rtlCol="0"/>
          <a:lstStyle/>
          <a:p>
            <a:endParaRPr/>
          </a:p>
        </p:txBody>
      </p:sp>
      <p:sp>
        <p:nvSpPr>
          <p:cNvPr id="11" name="object 11"/>
          <p:cNvSpPr txBox="1"/>
          <p:nvPr/>
        </p:nvSpPr>
        <p:spPr>
          <a:xfrm>
            <a:off x="8182609" y="1944369"/>
            <a:ext cx="2087880" cy="3943985"/>
          </a:xfrm>
          <a:prstGeom prst="rect">
            <a:avLst/>
          </a:prstGeom>
        </p:spPr>
        <p:txBody>
          <a:bodyPr vert="horz" wrap="square" lIns="0" tIns="94615" rIns="0" bIns="0" rtlCol="0">
            <a:spAutoFit/>
          </a:bodyPr>
          <a:lstStyle/>
          <a:p>
            <a:pPr marL="12700">
              <a:lnSpc>
                <a:spcPct val="100000"/>
              </a:lnSpc>
              <a:spcBef>
                <a:spcPts val="745"/>
              </a:spcBef>
            </a:pPr>
            <a:r>
              <a:rPr sz="1800" b="1" spc="-10" dirty="0">
                <a:solidFill>
                  <a:srgbClr val="846785"/>
                </a:solidFill>
                <a:latin typeface="Microsoft JhengHei"/>
                <a:cs typeface="Microsoft JhengHei"/>
              </a:rPr>
              <a:t>提示语设计检查清单</a:t>
            </a:r>
            <a:endParaRPr sz="1800">
              <a:latin typeface="Microsoft JhengHei"/>
              <a:cs typeface="Microsoft JhengHei"/>
            </a:endParaRPr>
          </a:p>
          <a:p>
            <a:pPr marL="157480" indent="-144780">
              <a:lnSpc>
                <a:spcPct val="100000"/>
              </a:lnSpc>
              <a:spcBef>
                <a:spcPts val="645"/>
              </a:spcBef>
              <a:buFont typeface="Arial"/>
              <a:buChar char="▪"/>
              <a:tabLst>
                <a:tab pos="157480" algn="l"/>
              </a:tabLst>
            </a:pPr>
            <a:r>
              <a:rPr sz="1800" spc="-10" dirty="0">
                <a:latin typeface="宋体"/>
                <a:cs typeface="宋体"/>
              </a:rPr>
              <a:t>目标明确性</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信息充分性</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结构合理性</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语言中立性</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伦理合规性</a:t>
            </a:r>
            <a:endParaRPr sz="1800">
              <a:latin typeface="宋体"/>
              <a:cs typeface="宋体"/>
            </a:endParaRPr>
          </a:p>
          <a:p>
            <a:pPr marL="157480" indent="-144780">
              <a:lnSpc>
                <a:spcPct val="100000"/>
              </a:lnSpc>
              <a:spcBef>
                <a:spcPts val="645"/>
              </a:spcBef>
              <a:buFont typeface="Arial"/>
              <a:buChar char="▪"/>
              <a:tabLst>
                <a:tab pos="157480" algn="l"/>
              </a:tabLst>
            </a:pPr>
            <a:r>
              <a:rPr sz="1800" spc="-15" dirty="0">
                <a:latin typeface="宋体"/>
                <a:cs typeface="宋体"/>
              </a:rPr>
              <a:t>可验证性</a:t>
            </a:r>
            <a:endParaRPr sz="1800">
              <a:latin typeface="宋体"/>
              <a:cs typeface="宋体"/>
            </a:endParaRPr>
          </a:p>
          <a:p>
            <a:pPr marL="157480" indent="-144780">
              <a:lnSpc>
                <a:spcPct val="100000"/>
              </a:lnSpc>
              <a:spcBef>
                <a:spcPts val="645"/>
              </a:spcBef>
              <a:buFont typeface="Arial"/>
              <a:buChar char="▪"/>
              <a:tabLst>
                <a:tab pos="157480" algn="l"/>
              </a:tabLst>
            </a:pPr>
            <a:r>
              <a:rPr sz="1800" spc="-15" dirty="0">
                <a:latin typeface="宋体"/>
                <a:cs typeface="宋体"/>
              </a:rPr>
              <a:t>迭代空间</a:t>
            </a:r>
            <a:endParaRPr sz="1800">
              <a:latin typeface="宋体"/>
              <a:cs typeface="宋体"/>
            </a:endParaRPr>
          </a:p>
          <a:p>
            <a:pPr marL="157480" indent="-144780">
              <a:lnSpc>
                <a:spcPct val="100000"/>
              </a:lnSpc>
              <a:spcBef>
                <a:spcPts val="645"/>
              </a:spcBef>
              <a:buFont typeface="Arial"/>
              <a:buChar char="▪"/>
              <a:tabLst>
                <a:tab pos="157480" algn="l"/>
              </a:tabLst>
            </a:pPr>
            <a:r>
              <a:rPr sz="1800" spc="-15" dirty="0">
                <a:latin typeface="宋体"/>
                <a:cs typeface="宋体"/>
              </a:rPr>
              <a:t>输出格式</a:t>
            </a:r>
            <a:endParaRPr sz="1800">
              <a:latin typeface="宋体"/>
              <a:cs typeface="宋体"/>
            </a:endParaRPr>
          </a:p>
          <a:p>
            <a:pPr marL="157480" indent="-144780">
              <a:lnSpc>
                <a:spcPct val="100000"/>
              </a:lnSpc>
              <a:spcBef>
                <a:spcPts val="645"/>
              </a:spcBef>
              <a:buFont typeface="Arial"/>
              <a:buChar char="▪"/>
              <a:tabLst>
                <a:tab pos="157480" algn="l"/>
              </a:tabLst>
            </a:pPr>
            <a:r>
              <a:rPr sz="1800" spc="-15" dirty="0">
                <a:latin typeface="宋体"/>
                <a:cs typeface="宋体"/>
              </a:rPr>
              <a:t>难度适中</a:t>
            </a:r>
            <a:endParaRPr sz="1800">
              <a:latin typeface="宋体"/>
              <a:cs typeface="宋体"/>
            </a:endParaRPr>
          </a:p>
          <a:p>
            <a:pPr marL="157480" indent="-144780">
              <a:lnSpc>
                <a:spcPct val="100000"/>
              </a:lnSpc>
              <a:spcBef>
                <a:spcPts val="645"/>
              </a:spcBef>
              <a:buFont typeface="Arial"/>
              <a:buChar char="▪"/>
              <a:tabLst>
                <a:tab pos="157480" algn="l"/>
              </a:tabLst>
            </a:pPr>
            <a:r>
              <a:rPr sz="1800" spc="-10" dirty="0">
                <a:latin typeface="宋体"/>
                <a:cs typeface="宋体"/>
              </a:rPr>
              <a:t>多样性考虑</a:t>
            </a:r>
            <a:endParaRPr sz="1800">
              <a:latin typeface="宋体"/>
              <a:cs typeface="宋体"/>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920730" cy="634365"/>
          </a:xfrm>
          <a:prstGeom prst="rect">
            <a:avLst/>
          </a:prstGeom>
        </p:spPr>
        <p:txBody>
          <a:bodyPr vert="horz" wrap="square" lIns="0" tIns="12065" rIns="0" bIns="0" rtlCol="0">
            <a:spAutoFit/>
          </a:bodyPr>
          <a:lstStyle/>
          <a:p>
            <a:pPr marL="12700">
              <a:lnSpc>
                <a:spcPct val="100000"/>
              </a:lnSpc>
              <a:spcBef>
                <a:spcPts val="95"/>
              </a:spcBef>
            </a:pPr>
            <a:r>
              <a:rPr sz="4000" spc="270" dirty="0"/>
              <a:t>常见陷阱与应对：新手必知的提示语设计误</a:t>
            </a:r>
            <a:r>
              <a:rPr sz="4000" spc="-50" dirty="0"/>
              <a:t>区</a:t>
            </a:r>
            <a:endParaRPr sz="4000"/>
          </a:p>
        </p:txBody>
      </p:sp>
      <p:sp>
        <p:nvSpPr>
          <p:cNvPr id="3" name="object 3"/>
          <p:cNvSpPr/>
          <p:nvPr/>
        </p:nvSpPr>
        <p:spPr>
          <a:xfrm>
            <a:off x="358775" y="2066925"/>
            <a:ext cx="11277600" cy="1170305"/>
          </a:xfrm>
          <a:custGeom>
            <a:avLst/>
            <a:gdLst/>
            <a:ahLst/>
            <a:cxnLst/>
            <a:rect l="l" t="t" r="r" b="b"/>
            <a:pathLst>
              <a:path w="11277600" h="1170305">
                <a:moveTo>
                  <a:pt x="9525" y="1160780"/>
                </a:moveTo>
                <a:lnTo>
                  <a:pt x="0" y="1160780"/>
                </a:lnTo>
                <a:lnTo>
                  <a:pt x="0" y="1141730"/>
                </a:lnTo>
                <a:lnTo>
                  <a:pt x="19050" y="1141730"/>
                </a:lnTo>
                <a:lnTo>
                  <a:pt x="19050" y="1151255"/>
                </a:lnTo>
                <a:lnTo>
                  <a:pt x="9525" y="1151255"/>
                </a:lnTo>
                <a:lnTo>
                  <a:pt x="9525" y="1160780"/>
                </a:lnTo>
                <a:close/>
              </a:path>
              <a:path w="11277600" h="1170305">
                <a:moveTo>
                  <a:pt x="26035" y="1170305"/>
                </a:moveTo>
                <a:lnTo>
                  <a:pt x="9525" y="1170305"/>
                </a:lnTo>
                <a:lnTo>
                  <a:pt x="9525" y="1151255"/>
                </a:lnTo>
                <a:lnTo>
                  <a:pt x="19050" y="1151255"/>
                </a:lnTo>
                <a:lnTo>
                  <a:pt x="19050" y="1160780"/>
                </a:lnTo>
                <a:lnTo>
                  <a:pt x="26035" y="1160780"/>
                </a:lnTo>
                <a:lnTo>
                  <a:pt x="26035" y="1170305"/>
                </a:lnTo>
                <a:close/>
              </a:path>
              <a:path w="11277600" h="1170305">
                <a:moveTo>
                  <a:pt x="26035" y="1160780"/>
                </a:moveTo>
                <a:lnTo>
                  <a:pt x="19050" y="1160780"/>
                </a:lnTo>
                <a:lnTo>
                  <a:pt x="19050" y="1151255"/>
                </a:lnTo>
                <a:lnTo>
                  <a:pt x="26035" y="1151255"/>
                </a:lnTo>
                <a:lnTo>
                  <a:pt x="26035" y="1160780"/>
                </a:lnTo>
                <a:close/>
              </a:path>
              <a:path w="11277600" h="1170305">
                <a:moveTo>
                  <a:pt x="19050" y="1122680"/>
                </a:moveTo>
                <a:lnTo>
                  <a:pt x="0" y="1122680"/>
                </a:lnTo>
                <a:lnTo>
                  <a:pt x="0" y="1103630"/>
                </a:lnTo>
                <a:lnTo>
                  <a:pt x="19050" y="1103630"/>
                </a:lnTo>
                <a:lnTo>
                  <a:pt x="19050" y="1122680"/>
                </a:lnTo>
                <a:close/>
              </a:path>
              <a:path w="11277600" h="1170305">
                <a:moveTo>
                  <a:pt x="19050" y="1084580"/>
                </a:moveTo>
                <a:lnTo>
                  <a:pt x="0" y="1084580"/>
                </a:lnTo>
                <a:lnTo>
                  <a:pt x="0" y="1065530"/>
                </a:lnTo>
                <a:lnTo>
                  <a:pt x="19050" y="1065530"/>
                </a:lnTo>
                <a:lnTo>
                  <a:pt x="19050" y="1084580"/>
                </a:lnTo>
                <a:close/>
              </a:path>
              <a:path w="11277600" h="1170305">
                <a:moveTo>
                  <a:pt x="19050" y="1046480"/>
                </a:moveTo>
                <a:lnTo>
                  <a:pt x="0" y="1046480"/>
                </a:lnTo>
                <a:lnTo>
                  <a:pt x="0" y="1027430"/>
                </a:lnTo>
                <a:lnTo>
                  <a:pt x="19050" y="1027430"/>
                </a:lnTo>
                <a:lnTo>
                  <a:pt x="19050" y="1046480"/>
                </a:lnTo>
                <a:close/>
              </a:path>
              <a:path w="11277600" h="1170305">
                <a:moveTo>
                  <a:pt x="19050" y="1008380"/>
                </a:moveTo>
                <a:lnTo>
                  <a:pt x="0" y="1008380"/>
                </a:lnTo>
                <a:lnTo>
                  <a:pt x="0" y="989330"/>
                </a:lnTo>
                <a:lnTo>
                  <a:pt x="19050" y="989330"/>
                </a:lnTo>
                <a:lnTo>
                  <a:pt x="19050" y="1008380"/>
                </a:lnTo>
                <a:close/>
              </a:path>
              <a:path w="11277600" h="1170305">
                <a:moveTo>
                  <a:pt x="19050" y="970280"/>
                </a:moveTo>
                <a:lnTo>
                  <a:pt x="0" y="970280"/>
                </a:lnTo>
                <a:lnTo>
                  <a:pt x="0" y="951230"/>
                </a:lnTo>
                <a:lnTo>
                  <a:pt x="19050" y="951230"/>
                </a:lnTo>
                <a:lnTo>
                  <a:pt x="19050" y="970280"/>
                </a:lnTo>
                <a:close/>
              </a:path>
              <a:path w="11277600" h="1170305">
                <a:moveTo>
                  <a:pt x="19050" y="932180"/>
                </a:moveTo>
                <a:lnTo>
                  <a:pt x="0" y="932180"/>
                </a:lnTo>
                <a:lnTo>
                  <a:pt x="0" y="913130"/>
                </a:lnTo>
                <a:lnTo>
                  <a:pt x="19050" y="913130"/>
                </a:lnTo>
                <a:lnTo>
                  <a:pt x="19050" y="932180"/>
                </a:lnTo>
                <a:close/>
              </a:path>
              <a:path w="11277600" h="1170305">
                <a:moveTo>
                  <a:pt x="19050" y="894080"/>
                </a:moveTo>
                <a:lnTo>
                  <a:pt x="0" y="894080"/>
                </a:lnTo>
                <a:lnTo>
                  <a:pt x="0" y="875030"/>
                </a:lnTo>
                <a:lnTo>
                  <a:pt x="19050" y="875030"/>
                </a:lnTo>
                <a:lnTo>
                  <a:pt x="19050" y="894080"/>
                </a:lnTo>
                <a:close/>
              </a:path>
              <a:path w="11277600" h="1170305">
                <a:moveTo>
                  <a:pt x="19050" y="855980"/>
                </a:moveTo>
                <a:lnTo>
                  <a:pt x="0" y="855980"/>
                </a:lnTo>
                <a:lnTo>
                  <a:pt x="0" y="836930"/>
                </a:lnTo>
                <a:lnTo>
                  <a:pt x="19050" y="836930"/>
                </a:lnTo>
                <a:lnTo>
                  <a:pt x="19050" y="855980"/>
                </a:lnTo>
                <a:close/>
              </a:path>
              <a:path w="11277600" h="1170305">
                <a:moveTo>
                  <a:pt x="19050" y="817880"/>
                </a:moveTo>
                <a:lnTo>
                  <a:pt x="0" y="817880"/>
                </a:lnTo>
                <a:lnTo>
                  <a:pt x="0" y="798830"/>
                </a:lnTo>
                <a:lnTo>
                  <a:pt x="19050" y="798830"/>
                </a:lnTo>
                <a:lnTo>
                  <a:pt x="19050" y="817880"/>
                </a:lnTo>
                <a:close/>
              </a:path>
              <a:path w="11277600" h="1170305">
                <a:moveTo>
                  <a:pt x="19050" y="779780"/>
                </a:moveTo>
                <a:lnTo>
                  <a:pt x="0" y="779780"/>
                </a:lnTo>
                <a:lnTo>
                  <a:pt x="0" y="760730"/>
                </a:lnTo>
                <a:lnTo>
                  <a:pt x="19050" y="760730"/>
                </a:lnTo>
                <a:lnTo>
                  <a:pt x="19050" y="779780"/>
                </a:lnTo>
                <a:close/>
              </a:path>
              <a:path w="11277600" h="1170305">
                <a:moveTo>
                  <a:pt x="19050" y="741680"/>
                </a:moveTo>
                <a:lnTo>
                  <a:pt x="0" y="741680"/>
                </a:lnTo>
                <a:lnTo>
                  <a:pt x="0" y="722630"/>
                </a:lnTo>
                <a:lnTo>
                  <a:pt x="19050" y="722630"/>
                </a:lnTo>
                <a:lnTo>
                  <a:pt x="19050" y="741680"/>
                </a:lnTo>
                <a:close/>
              </a:path>
              <a:path w="11277600" h="1170305">
                <a:moveTo>
                  <a:pt x="19050" y="703580"/>
                </a:moveTo>
                <a:lnTo>
                  <a:pt x="0" y="703580"/>
                </a:lnTo>
                <a:lnTo>
                  <a:pt x="0" y="684530"/>
                </a:lnTo>
                <a:lnTo>
                  <a:pt x="19050" y="684530"/>
                </a:lnTo>
                <a:lnTo>
                  <a:pt x="19050" y="703580"/>
                </a:lnTo>
                <a:close/>
              </a:path>
              <a:path w="11277600" h="1170305">
                <a:moveTo>
                  <a:pt x="19050" y="665480"/>
                </a:moveTo>
                <a:lnTo>
                  <a:pt x="0" y="665480"/>
                </a:lnTo>
                <a:lnTo>
                  <a:pt x="0" y="646430"/>
                </a:lnTo>
                <a:lnTo>
                  <a:pt x="19050" y="646430"/>
                </a:lnTo>
                <a:lnTo>
                  <a:pt x="19050" y="665480"/>
                </a:lnTo>
                <a:close/>
              </a:path>
              <a:path w="11277600" h="1170305">
                <a:moveTo>
                  <a:pt x="19050" y="627380"/>
                </a:moveTo>
                <a:lnTo>
                  <a:pt x="0" y="627380"/>
                </a:lnTo>
                <a:lnTo>
                  <a:pt x="0" y="608330"/>
                </a:lnTo>
                <a:lnTo>
                  <a:pt x="19050" y="608330"/>
                </a:lnTo>
                <a:lnTo>
                  <a:pt x="19050" y="627380"/>
                </a:lnTo>
                <a:close/>
              </a:path>
              <a:path w="11277600" h="1170305">
                <a:moveTo>
                  <a:pt x="19050" y="589280"/>
                </a:moveTo>
                <a:lnTo>
                  <a:pt x="0" y="589280"/>
                </a:lnTo>
                <a:lnTo>
                  <a:pt x="0" y="570230"/>
                </a:lnTo>
                <a:lnTo>
                  <a:pt x="19050" y="570230"/>
                </a:lnTo>
                <a:lnTo>
                  <a:pt x="19050" y="589280"/>
                </a:lnTo>
                <a:close/>
              </a:path>
              <a:path w="11277600" h="1170305">
                <a:moveTo>
                  <a:pt x="19050" y="551180"/>
                </a:moveTo>
                <a:lnTo>
                  <a:pt x="0" y="551180"/>
                </a:lnTo>
                <a:lnTo>
                  <a:pt x="0" y="532130"/>
                </a:lnTo>
                <a:lnTo>
                  <a:pt x="19050" y="532130"/>
                </a:lnTo>
                <a:lnTo>
                  <a:pt x="19050" y="551180"/>
                </a:lnTo>
                <a:close/>
              </a:path>
              <a:path w="11277600" h="1170305">
                <a:moveTo>
                  <a:pt x="19050" y="513080"/>
                </a:moveTo>
                <a:lnTo>
                  <a:pt x="0" y="513080"/>
                </a:lnTo>
                <a:lnTo>
                  <a:pt x="0" y="494030"/>
                </a:lnTo>
                <a:lnTo>
                  <a:pt x="19050" y="494030"/>
                </a:lnTo>
                <a:lnTo>
                  <a:pt x="19050" y="513080"/>
                </a:lnTo>
                <a:close/>
              </a:path>
              <a:path w="11277600" h="1170305">
                <a:moveTo>
                  <a:pt x="19050" y="474980"/>
                </a:moveTo>
                <a:lnTo>
                  <a:pt x="0" y="474980"/>
                </a:lnTo>
                <a:lnTo>
                  <a:pt x="0" y="455930"/>
                </a:lnTo>
                <a:lnTo>
                  <a:pt x="19050" y="455930"/>
                </a:lnTo>
                <a:lnTo>
                  <a:pt x="19050" y="474980"/>
                </a:lnTo>
                <a:close/>
              </a:path>
              <a:path w="11277600" h="1170305">
                <a:moveTo>
                  <a:pt x="19050" y="436880"/>
                </a:moveTo>
                <a:lnTo>
                  <a:pt x="0" y="436880"/>
                </a:lnTo>
                <a:lnTo>
                  <a:pt x="0" y="417830"/>
                </a:lnTo>
                <a:lnTo>
                  <a:pt x="19050" y="417830"/>
                </a:lnTo>
                <a:lnTo>
                  <a:pt x="19050" y="436880"/>
                </a:lnTo>
                <a:close/>
              </a:path>
              <a:path w="11277600" h="1170305">
                <a:moveTo>
                  <a:pt x="19050" y="398780"/>
                </a:moveTo>
                <a:lnTo>
                  <a:pt x="0" y="398780"/>
                </a:lnTo>
                <a:lnTo>
                  <a:pt x="0" y="379730"/>
                </a:lnTo>
                <a:lnTo>
                  <a:pt x="19050" y="379730"/>
                </a:lnTo>
                <a:lnTo>
                  <a:pt x="19050" y="398780"/>
                </a:lnTo>
                <a:close/>
              </a:path>
              <a:path w="11277600" h="1170305">
                <a:moveTo>
                  <a:pt x="19050" y="360680"/>
                </a:moveTo>
                <a:lnTo>
                  <a:pt x="0" y="360680"/>
                </a:lnTo>
                <a:lnTo>
                  <a:pt x="0" y="341630"/>
                </a:lnTo>
                <a:lnTo>
                  <a:pt x="19050" y="341630"/>
                </a:lnTo>
                <a:lnTo>
                  <a:pt x="19050" y="360680"/>
                </a:lnTo>
                <a:close/>
              </a:path>
              <a:path w="11277600" h="1170305">
                <a:moveTo>
                  <a:pt x="19050" y="322580"/>
                </a:moveTo>
                <a:lnTo>
                  <a:pt x="0" y="322580"/>
                </a:lnTo>
                <a:lnTo>
                  <a:pt x="0" y="303530"/>
                </a:lnTo>
                <a:lnTo>
                  <a:pt x="19050" y="303530"/>
                </a:lnTo>
                <a:lnTo>
                  <a:pt x="19050" y="322580"/>
                </a:lnTo>
                <a:close/>
              </a:path>
              <a:path w="11277600" h="1170305">
                <a:moveTo>
                  <a:pt x="19050" y="284480"/>
                </a:moveTo>
                <a:lnTo>
                  <a:pt x="0" y="284480"/>
                </a:lnTo>
                <a:lnTo>
                  <a:pt x="0" y="265430"/>
                </a:lnTo>
                <a:lnTo>
                  <a:pt x="19050" y="265430"/>
                </a:lnTo>
                <a:lnTo>
                  <a:pt x="19050" y="284480"/>
                </a:lnTo>
                <a:close/>
              </a:path>
              <a:path w="11277600" h="1170305">
                <a:moveTo>
                  <a:pt x="19050" y="246380"/>
                </a:moveTo>
                <a:lnTo>
                  <a:pt x="0" y="246380"/>
                </a:lnTo>
                <a:lnTo>
                  <a:pt x="0" y="227330"/>
                </a:lnTo>
                <a:lnTo>
                  <a:pt x="19050" y="227330"/>
                </a:lnTo>
                <a:lnTo>
                  <a:pt x="19050" y="246380"/>
                </a:lnTo>
                <a:close/>
              </a:path>
              <a:path w="11277600" h="1170305">
                <a:moveTo>
                  <a:pt x="19050" y="208280"/>
                </a:moveTo>
                <a:lnTo>
                  <a:pt x="0" y="208280"/>
                </a:lnTo>
                <a:lnTo>
                  <a:pt x="0" y="189230"/>
                </a:lnTo>
                <a:lnTo>
                  <a:pt x="19050" y="189230"/>
                </a:lnTo>
                <a:lnTo>
                  <a:pt x="19050" y="208280"/>
                </a:lnTo>
                <a:close/>
              </a:path>
              <a:path w="11277600" h="1170305">
                <a:moveTo>
                  <a:pt x="19050" y="170180"/>
                </a:moveTo>
                <a:lnTo>
                  <a:pt x="0" y="170180"/>
                </a:lnTo>
                <a:lnTo>
                  <a:pt x="0" y="151130"/>
                </a:lnTo>
                <a:lnTo>
                  <a:pt x="19050" y="151130"/>
                </a:lnTo>
                <a:lnTo>
                  <a:pt x="19050" y="170180"/>
                </a:lnTo>
                <a:close/>
              </a:path>
              <a:path w="11277600" h="1170305">
                <a:moveTo>
                  <a:pt x="19050" y="132080"/>
                </a:moveTo>
                <a:lnTo>
                  <a:pt x="0" y="132080"/>
                </a:lnTo>
                <a:lnTo>
                  <a:pt x="0" y="113030"/>
                </a:lnTo>
                <a:lnTo>
                  <a:pt x="19050" y="113030"/>
                </a:lnTo>
                <a:lnTo>
                  <a:pt x="19050" y="132080"/>
                </a:lnTo>
                <a:close/>
              </a:path>
              <a:path w="11277600" h="1170305">
                <a:moveTo>
                  <a:pt x="19050" y="93980"/>
                </a:moveTo>
                <a:lnTo>
                  <a:pt x="0" y="93980"/>
                </a:lnTo>
                <a:lnTo>
                  <a:pt x="0" y="74930"/>
                </a:lnTo>
                <a:lnTo>
                  <a:pt x="19050" y="74930"/>
                </a:lnTo>
                <a:lnTo>
                  <a:pt x="19050" y="93980"/>
                </a:lnTo>
                <a:close/>
              </a:path>
              <a:path w="11277600" h="1170305">
                <a:moveTo>
                  <a:pt x="19050" y="55880"/>
                </a:moveTo>
                <a:lnTo>
                  <a:pt x="0" y="55880"/>
                </a:lnTo>
                <a:lnTo>
                  <a:pt x="0" y="36830"/>
                </a:lnTo>
                <a:lnTo>
                  <a:pt x="19050" y="36830"/>
                </a:lnTo>
                <a:lnTo>
                  <a:pt x="19050" y="55880"/>
                </a:lnTo>
                <a:close/>
              </a:path>
              <a:path w="11277600" h="1170305">
                <a:moveTo>
                  <a:pt x="10794" y="17780"/>
                </a:moveTo>
                <a:lnTo>
                  <a:pt x="0" y="17780"/>
                </a:lnTo>
                <a:lnTo>
                  <a:pt x="0" y="0"/>
                </a:lnTo>
                <a:lnTo>
                  <a:pt x="20320" y="0"/>
                </a:lnTo>
                <a:lnTo>
                  <a:pt x="20320" y="9525"/>
                </a:lnTo>
                <a:lnTo>
                  <a:pt x="19050" y="9525"/>
                </a:lnTo>
                <a:lnTo>
                  <a:pt x="10794" y="17780"/>
                </a:lnTo>
                <a:close/>
              </a:path>
              <a:path w="11277600" h="1170305">
                <a:moveTo>
                  <a:pt x="19050" y="19050"/>
                </a:moveTo>
                <a:lnTo>
                  <a:pt x="9525" y="19050"/>
                </a:lnTo>
                <a:lnTo>
                  <a:pt x="19050" y="9525"/>
                </a:lnTo>
                <a:lnTo>
                  <a:pt x="19050" y="19050"/>
                </a:lnTo>
                <a:close/>
              </a:path>
              <a:path w="11277600" h="1170305">
                <a:moveTo>
                  <a:pt x="20320" y="19050"/>
                </a:moveTo>
                <a:lnTo>
                  <a:pt x="19050" y="19050"/>
                </a:lnTo>
                <a:lnTo>
                  <a:pt x="19050" y="9525"/>
                </a:lnTo>
                <a:lnTo>
                  <a:pt x="20320" y="9525"/>
                </a:lnTo>
                <a:lnTo>
                  <a:pt x="20320" y="19050"/>
                </a:lnTo>
                <a:close/>
              </a:path>
              <a:path w="11277600" h="1170305">
                <a:moveTo>
                  <a:pt x="58420" y="19050"/>
                </a:moveTo>
                <a:lnTo>
                  <a:pt x="39370" y="19050"/>
                </a:lnTo>
                <a:lnTo>
                  <a:pt x="39370" y="0"/>
                </a:lnTo>
                <a:lnTo>
                  <a:pt x="58420" y="0"/>
                </a:lnTo>
                <a:lnTo>
                  <a:pt x="58420" y="19050"/>
                </a:lnTo>
                <a:close/>
              </a:path>
              <a:path w="11277600" h="1170305">
                <a:moveTo>
                  <a:pt x="96520" y="19050"/>
                </a:moveTo>
                <a:lnTo>
                  <a:pt x="77470" y="19050"/>
                </a:lnTo>
                <a:lnTo>
                  <a:pt x="77470" y="0"/>
                </a:lnTo>
                <a:lnTo>
                  <a:pt x="96520" y="0"/>
                </a:lnTo>
                <a:lnTo>
                  <a:pt x="96520" y="19050"/>
                </a:lnTo>
                <a:close/>
              </a:path>
              <a:path w="11277600" h="1170305">
                <a:moveTo>
                  <a:pt x="134620" y="19050"/>
                </a:moveTo>
                <a:lnTo>
                  <a:pt x="115570" y="19050"/>
                </a:lnTo>
                <a:lnTo>
                  <a:pt x="115570" y="0"/>
                </a:lnTo>
                <a:lnTo>
                  <a:pt x="134620" y="0"/>
                </a:lnTo>
                <a:lnTo>
                  <a:pt x="134620" y="19050"/>
                </a:lnTo>
                <a:close/>
              </a:path>
              <a:path w="11277600" h="1170305">
                <a:moveTo>
                  <a:pt x="172720" y="19050"/>
                </a:moveTo>
                <a:lnTo>
                  <a:pt x="153670" y="19050"/>
                </a:lnTo>
                <a:lnTo>
                  <a:pt x="153670" y="0"/>
                </a:lnTo>
                <a:lnTo>
                  <a:pt x="172720" y="0"/>
                </a:lnTo>
                <a:lnTo>
                  <a:pt x="172720" y="19050"/>
                </a:lnTo>
                <a:close/>
              </a:path>
              <a:path w="11277600" h="1170305">
                <a:moveTo>
                  <a:pt x="210820" y="19050"/>
                </a:moveTo>
                <a:lnTo>
                  <a:pt x="191770" y="19050"/>
                </a:lnTo>
                <a:lnTo>
                  <a:pt x="191770" y="0"/>
                </a:lnTo>
                <a:lnTo>
                  <a:pt x="210820" y="0"/>
                </a:lnTo>
                <a:lnTo>
                  <a:pt x="210820" y="19050"/>
                </a:lnTo>
                <a:close/>
              </a:path>
              <a:path w="11277600" h="1170305">
                <a:moveTo>
                  <a:pt x="248920" y="19050"/>
                </a:moveTo>
                <a:lnTo>
                  <a:pt x="229870" y="19050"/>
                </a:lnTo>
                <a:lnTo>
                  <a:pt x="229870" y="0"/>
                </a:lnTo>
                <a:lnTo>
                  <a:pt x="248920" y="0"/>
                </a:lnTo>
                <a:lnTo>
                  <a:pt x="248920" y="19050"/>
                </a:lnTo>
                <a:close/>
              </a:path>
              <a:path w="11277600" h="1170305">
                <a:moveTo>
                  <a:pt x="287020" y="19050"/>
                </a:moveTo>
                <a:lnTo>
                  <a:pt x="267970" y="19050"/>
                </a:lnTo>
                <a:lnTo>
                  <a:pt x="267970" y="0"/>
                </a:lnTo>
                <a:lnTo>
                  <a:pt x="287020" y="0"/>
                </a:lnTo>
                <a:lnTo>
                  <a:pt x="287020" y="19050"/>
                </a:lnTo>
                <a:close/>
              </a:path>
              <a:path w="11277600" h="1170305">
                <a:moveTo>
                  <a:pt x="325120" y="19050"/>
                </a:moveTo>
                <a:lnTo>
                  <a:pt x="306070" y="19050"/>
                </a:lnTo>
                <a:lnTo>
                  <a:pt x="306070" y="0"/>
                </a:lnTo>
                <a:lnTo>
                  <a:pt x="325120" y="0"/>
                </a:lnTo>
                <a:lnTo>
                  <a:pt x="325120" y="19050"/>
                </a:lnTo>
                <a:close/>
              </a:path>
              <a:path w="11277600" h="1170305">
                <a:moveTo>
                  <a:pt x="363220" y="19050"/>
                </a:moveTo>
                <a:lnTo>
                  <a:pt x="344170" y="19050"/>
                </a:lnTo>
                <a:lnTo>
                  <a:pt x="344170" y="0"/>
                </a:lnTo>
                <a:lnTo>
                  <a:pt x="363220" y="0"/>
                </a:lnTo>
                <a:lnTo>
                  <a:pt x="363220" y="19050"/>
                </a:lnTo>
                <a:close/>
              </a:path>
              <a:path w="11277600" h="1170305">
                <a:moveTo>
                  <a:pt x="401320" y="19050"/>
                </a:moveTo>
                <a:lnTo>
                  <a:pt x="382270" y="19050"/>
                </a:lnTo>
                <a:lnTo>
                  <a:pt x="382270" y="0"/>
                </a:lnTo>
                <a:lnTo>
                  <a:pt x="401320" y="0"/>
                </a:lnTo>
                <a:lnTo>
                  <a:pt x="401320" y="19050"/>
                </a:lnTo>
                <a:close/>
              </a:path>
              <a:path w="11277600" h="1170305">
                <a:moveTo>
                  <a:pt x="439420" y="19050"/>
                </a:moveTo>
                <a:lnTo>
                  <a:pt x="420370" y="19050"/>
                </a:lnTo>
                <a:lnTo>
                  <a:pt x="420370" y="0"/>
                </a:lnTo>
                <a:lnTo>
                  <a:pt x="439420" y="0"/>
                </a:lnTo>
                <a:lnTo>
                  <a:pt x="439420" y="19050"/>
                </a:lnTo>
                <a:close/>
              </a:path>
              <a:path w="11277600" h="1170305">
                <a:moveTo>
                  <a:pt x="477519" y="19050"/>
                </a:moveTo>
                <a:lnTo>
                  <a:pt x="458469" y="19050"/>
                </a:lnTo>
                <a:lnTo>
                  <a:pt x="458469" y="0"/>
                </a:lnTo>
                <a:lnTo>
                  <a:pt x="477519" y="0"/>
                </a:lnTo>
                <a:lnTo>
                  <a:pt x="477519" y="19050"/>
                </a:lnTo>
                <a:close/>
              </a:path>
              <a:path w="11277600" h="1170305">
                <a:moveTo>
                  <a:pt x="515619" y="19050"/>
                </a:moveTo>
                <a:lnTo>
                  <a:pt x="496569" y="19050"/>
                </a:lnTo>
                <a:lnTo>
                  <a:pt x="496569" y="0"/>
                </a:lnTo>
                <a:lnTo>
                  <a:pt x="515619" y="0"/>
                </a:lnTo>
                <a:lnTo>
                  <a:pt x="515619" y="19050"/>
                </a:lnTo>
                <a:close/>
              </a:path>
              <a:path w="11277600" h="1170305">
                <a:moveTo>
                  <a:pt x="553719" y="19050"/>
                </a:moveTo>
                <a:lnTo>
                  <a:pt x="534669" y="19050"/>
                </a:lnTo>
                <a:lnTo>
                  <a:pt x="534669" y="0"/>
                </a:lnTo>
                <a:lnTo>
                  <a:pt x="553719" y="0"/>
                </a:lnTo>
                <a:lnTo>
                  <a:pt x="553719" y="19050"/>
                </a:lnTo>
                <a:close/>
              </a:path>
              <a:path w="11277600" h="1170305">
                <a:moveTo>
                  <a:pt x="591819" y="19050"/>
                </a:moveTo>
                <a:lnTo>
                  <a:pt x="572769" y="19050"/>
                </a:lnTo>
                <a:lnTo>
                  <a:pt x="572769" y="0"/>
                </a:lnTo>
                <a:lnTo>
                  <a:pt x="591819" y="0"/>
                </a:lnTo>
                <a:lnTo>
                  <a:pt x="591819" y="19050"/>
                </a:lnTo>
                <a:close/>
              </a:path>
              <a:path w="11277600" h="1170305">
                <a:moveTo>
                  <a:pt x="629919" y="19050"/>
                </a:moveTo>
                <a:lnTo>
                  <a:pt x="610869" y="19050"/>
                </a:lnTo>
                <a:lnTo>
                  <a:pt x="610869" y="0"/>
                </a:lnTo>
                <a:lnTo>
                  <a:pt x="629919" y="0"/>
                </a:lnTo>
                <a:lnTo>
                  <a:pt x="629919" y="19050"/>
                </a:lnTo>
                <a:close/>
              </a:path>
              <a:path w="11277600" h="1170305">
                <a:moveTo>
                  <a:pt x="668019" y="19050"/>
                </a:moveTo>
                <a:lnTo>
                  <a:pt x="648969" y="19050"/>
                </a:lnTo>
                <a:lnTo>
                  <a:pt x="648969" y="0"/>
                </a:lnTo>
                <a:lnTo>
                  <a:pt x="668019" y="0"/>
                </a:lnTo>
                <a:lnTo>
                  <a:pt x="668019" y="19050"/>
                </a:lnTo>
                <a:close/>
              </a:path>
              <a:path w="11277600" h="1170305">
                <a:moveTo>
                  <a:pt x="706119" y="19050"/>
                </a:moveTo>
                <a:lnTo>
                  <a:pt x="687069" y="19050"/>
                </a:lnTo>
                <a:lnTo>
                  <a:pt x="687069" y="0"/>
                </a:lnTo>
                <a:lnTo>
                  <a:pt x="706119" y="0"/>
                </a:lnTo>
                <a:lnTo>
                  <a:pt x="706119" y="19050"/>
                </a:lnTo>
                <a:close/>
              </a:path>
              <a:path w="11277600" h="1170305">
                <a:moveTo>
                  <a:pt x="744219" y="19050"/>
                </a:moveTo>
                <a:lnTo>
                  <a:pt x="725169" y="19050"/>
                </a:lnTo>
                <a:lnTo>
                  <a:pt x="725169" y="0"/>
                </a:lnTo>
                <a:lnTo>
                  <a:pt x="744219" y="0"/>
                </a:lnTo>
                <a:lnTo>
                  <a:pt x="744219" y="19050"/>
                </a:lnTo>
                <a:close/>
              </a:path>
              <a:path w="11277600" h="1170305">
                <a:moveTo>
                  <a:pt x="782319" y="19050"/>
                </a:moveTo>
                <a:lnTo>
                  <a:pt x="763269" y="19050"/>
                </a:lnTo>
                <a:lnTo>
                  <a:pt x="763269" y="0"/>
                </a:lnTo>
                <a:lnTo>
                  <a:pt x="782319" y="0"/>
                </a:lnTo>
                <a:lnTo>
                  <a:pt x="782319" y="19050"/>
                </a:lnTo>
                <a:close/>
              </a:path>
              <a:path w="11277600" h="1170305">
                <a:moveTo>
                  <a:pt x="820419" y="19050"/>
                </a:moveTo>
                <a:lnTo>
                  <a:pt x="801369" y="19050"/>
                </a:lnTo>
                <a:lnTo>
                  <a:pt x="801369" y="0"/>
                </a:lnTo>
                <a:lnTo>
                  <a:pt x="820419" y="0"/>
                </a:lnTo>
                <a:lnTo>
                  <a:pt x="820419" y="19050"/>
                </a:lnTo>
                <a:close/>
              </a:path>
              <a:path w="11277600" h="1170305">
                <a:moveTo>
                  <a:pt x="858519" y="19050"/>
                </a:moveTo>
                <a:lnTo>
                  <a:pt x="839469" y="19050"/>
                </a:lnTo>
                <a:lnTo>
                  <a:pt x="839469" y="0"/>
                </a:lnTo>
                <a:lnTo>
                  <a:pt x="858519" y="0"/>
                </a:lnTo>
                <a:lnTo>
                  <a:pt x="858519" y="19050"/>
                </a:lnTo>
                <a:close/>
              </a:path>
              <a:path w="11277600" h="1170305">
                <a:moveTo>
                  <a:pt x="896619" y="19050"/>
                </a:moveTo>
                <a:lnTo>
                  <a:pt x="877569" y="19050"/>
                </a:lnTo>
                <a:lnTo>
                  <a:pt x="877569" y="0"/>
                </a:lnTo>
                <a:lnTo>
                  <a:pt x="896619" y="0"/>
                </a:lnTo>
                <a:lnTo>
                  <a:pt x="896619" y="19050"/>
                </a:lnTo>
                <a:close/>
              </a:path>
              <a:path w="11277600" h="1170305">
                <a:moveTo>
                  <a:pt x="934719" y="19050"/>
                </a:moveTo>
                <a:lnTo>
                  <a:pt x="915669" y="19050"/>
                </a:lnTo>
                <a:lnTo>
                  <a:pt x="915669" y="0"/>
                </a:lnTo>
                <a:lnTo>
                  <a:pt x="934719" y="0"/>
                </a:lnTo>
                <a:lnTo>
                  <a:pt x="934719" y="19050"/>
                </a:lnTo>
                <a:close/>
              </a:path>
              <a:path w="11277600" h="1170305">
                <a:moveTo>
                  <a:pt x="972819" y="19050"/>
                </a:moveTo>
                <a:lnTo>
                  <a:pt x="953769" y="19050"/>
                </a:lnTo>
                <a:lnTo>
                  <a:pt x="953769" y="0"/>
                </a:lnTo>
                <a:lnTo>
                  <a:pt x="972819" y="0"/>
                </a:lnTo>
                <a:lnTo>
                  <a:pt x="972819" y="19050"/>
                </a:lnTo>
                <a:close/>
              </a:path>
              <a:path w="11277600" h="1170305">
                <a:moveTo>
                  <a:pt x="1010919" y="19050"/>
                </a:moveTo>
                <a:lnTo>
                  <a:pt x="991869" y="19050"/>
                </a:lnTo>
                <a:lnTo>
                  <a:pt x="991869" y="0"/>
                </a:lnTo>
                <a:lnTo>
                  <a:pt x="1010919" y="0"/>
                </a:lnTo>
                <a:lnTo>
                  <a:pt x="1010919" y="19050"/>
                </a:lnTo>
                <a:close/>
              </a:path>
              <a:path w="11277600" h="1170305">
                <a:moveTo>
                  <a:pt x="1049020" y="19050"/>
                </a:moveTo>
                <a:lnTo>
                  <a:pt x="1029969" y="19050"/>
                </a:lnTo>
                <a:lnTo>
                  <a:pt x="1029969" y="0"/>
                </a:lnTo>
                <a:lnTo>
                  <a:pt x="1049020" y="0"/>
                </a:lnTo>
                <a:lnTo>
                  <a:pt x="1049020" y="19050"/>
                </a:lnTo>
                <a:close/>
              </a:path>
              <a:path w="11277600" h="1170305">
                <a:moveTo>
                  <a:pt x="1087120" y="19050"/>
                </a:moveTo>
                <a:lnTo>
                  <a:pt x="1068070" y="19050"/>
                </a:lnTo>
                <a:lnTo>
                  <a:pt x="1068070" y="0"/>
                </a:lnTo>
                <a:lnTo>
                  <a:pt x="1087120" y="0"/>
                </a:lnTo>
                <a:lnTo>
                  <a:pt x="1087120" y="19050"/>
                </a:lnTo>
                <a:close/>
              </a:path>
              <a:path w="11277600" h="1170305">
                <a:moveTo>
                  <a:pt x="1125220" y="19050"/>
                </a:moveTo>
                <a:lnTo>
                  <a:pt x="1106170" y="19050"/>
                </a:lnTo>
                <a:lnTo>
                  <a:pt x="1106170" y="0"/>
                </a:lnTo>
                <a:lnTo>
                  <a:pt x="1125220" y="0"/>
                </a:lnTo>
                <a:lnTo>
                  <a:pt x="1125220" y="19050"/>
                </a:lnTo>
                <a:close/>
              </a:path>
              <a:path w="11277600" h="1170305">
                <a:moveTo>
                  <a:pt x="1163320" y="19050"/>
                </a:moveTo>
                <a:lnTo>
                  <a:pt x="1144270" y="19050"/>
                </a:lnTo>
                <a:lnTo>
                  <a:pt x="1144270" y="0"/>
                </a:lnTo>
                <a:lnTo>
                  <a:pt x="1163320" y="0"/>
                </a:lnTo>
                <a:lnTo>
                  <a:pt x="1163320" y="19050"/>
                </a:lnTo>
                <a:close/>
              </a:path>
              <a:path w="11277600" h="1170305">
                <a:moveTo>
                  <a:pt x="1201420" y="19050"/>
                </a:moveTo>
                <a:lnTo>
                  <a:pt x="1182370" y="19050"/>
                </a:lnTo>
                <a:lnTo>
                  <a:pt x="1182370" y="0"/>
                </a:lnTo>
                <a:lnTo>
                  <a:pt x="1201420" y="0"/>
                </a:lnTo>
                <a:lnTo>
                  <a:pt x="1201420" y="19050"/>
                </a:lnTo>
                <a:close/>
              </a:path>
              <a:path w="11277600" h="1170305">
                <a:moveTo>
                  <a:pt x="1239520" y="19050"/>
                </a:moveTo>
                <a:lnTo>
                  <a:pt x="1220470" y="19050"/>
                </a:lnTo>
                <a:lnTo>
                  <a:pt x="1220470" y="0"/>
                </a:lnTo>
                <a:lnTo>
                  <a:pt x="1239520" y="0"/>
                </a:lnTo>
                <a:lnTo>
                  <a:pt x="1239520" y="19050"/>
                </a:lnTo>
                <a:close/>
              </a:path>
              <a:path w="11277600" h="1170305">
                <a:moveTo>
                  <a:pt x="1277620" y="19050"/>
                </a:moveTo>
                <a:lnTo>
                  <a:pt x="1258570" y="19050"/>
                </a:lnTo>
                <a:lnTo>
                  <a:pt x="1258570" y="0"/>
                </a:lnTo>
                <a:lnTo>
                  <a:pt x="1277620" y="0"/>
                </a:lnTo>
                <a:lnTo>
                  <a:pt x="1277620" y="19050"/>
                </a:lnTo>
                <a:close/>
              </a:path>
              <a:path w="11277600" h="1170305">
                <a:moveTo>
                  <a:pt x="1315720" y="19050"/>
                </a:moveTo>
                <a:lnTo>
                  <a:pt x="1296670" y="19050"/>
                </a:lnTo>
                <a:lnTo>
                  <a:pt x="1296670" y="0"/>
                </a:lnTo>
                <a:lnTo>
                  <a:pt x="1315720" y="0"/>
                </a:lnTo>
                <a:lnTo>
                  <a:pt x="1315720" y="19050"/>
                </a:lnTo>
                <a:close/>
              </a:path>
              <a:path w="11277600" h="1170305">
                <a:moveTo>
                  <a:pt x="1353820" y="19050"/>
                </a:moveTo>
                <a:lnTo>
                  <a:pt x="1334770" y="19050"/>
                </a:lnTo>
                <a:lnTo>
                  <a:pt x="1334770" y="0"/>
                </a:lnTo>
                <a:lnTo>
                  <a:pt x="1353820" y="0"/>
                </a:lnTo>
                <a:lnTo>
                  <a:pt x="1353820" y="19050"/>
                </a:lnTo>
                <a:close/>
              </a:path>
              <a:path w="11277600" h="1170305">
                <a:moveTo>
                  <a:pt x="1391920" y="19050"/>
                </a:moveTo>
                <a:lnTo>
                  <a:pt x="1372870" y="19050"/>
                </a:lnTo>
                <a:lnTo>
                  <a:pt x="1372870" y="0"/>
                </a:lnTo>
                <a:lnTo>
                  <a:pt x="1391920" y="0"/>
                </a:lnTo>
                <a:lnTo>
                  <a:pt x="1391920" y="19050"/>
                </a:lnTo>
                <a:close/>
              </a:path>
              <a:path w="11277600" h="1170305">
                <a:moveTo>
                  <a:pt x="1430020" y="19050"/>
                </a:moveTo>
                <a:lnTo>
                  <a:pt x="1410970" y="19050"/>
                </a:lnTo>
                <a:lnTo>
                  <a:pt x="1410970" y="0"/>
                </a:lnTo>
                <a:lnTo>
                  <a:pt x="1430020" y="0"/>
                </a:lnTo>
                <a:lnTo>
                  <a:pt x="1430020" y="19050"/>
                </a:lnTo>
                <a:close/>
              </a:path>
              <a:path w="11277600" h="1170305">
                <a:moveTo>
                  <a:pt x="1468120" y="19050"/>
                </a:moveTo>
                <a:lnTo>
                  <a:pt x="1449070" y="19050"/>
                </a:lnTo>
                <a:lnTo>
                  <a:pt x="1449070" y="0"/>
                </a:lnTo>
                <a:lnTo>
                  <a:pt x="1468120" y="0"/>
                </a:lnTo>
                <a:lnTo>
                  <a:pt x="1468120" y="19050"/>
                </a:lnTo>
                <a:close/>
              </a:path>
              <a:path w="11277600" h="1170305">
                <a:moveTo>
                  <a:pt x="1506220" y="19050"/>
                </a:moveTo>
                <a:lnTo>
                  <a:pt x="1487170" y="19050"/>
                </a:lnTo>
                <a:lnTo>
                  <a:pt x="1487170" y="0"/>
                </a:lnTo>
                <a:lnTo>
                  <a:pt x="1506220" y="0"/>
                </a:lnTo>
                <a:lnTo>
                  <a:pt x="1506220" y="19050"/>
                </a:lnTo>
                <a:close/>
              </a:path>
              <a:path w="11277600" h="1170305">
                <a:moveTo>
                  <a:pt x="1544320" y="19050"/>
                </a:moveTo>
                <a:lnTo>
                  <a:pt x="1525270" y="19050"/>
                </a:lnTo>
                <a:lnTo>
                  <a:pt x="1525270" y="0"/>
                </a:lnTo>
                <a:lnTo>
                  <a:pt x="1544320" y="0"/>
                </a:lnTo>
                <a:lnTo>
                  <a:pt x="1544320" y="19050"/>
                </a:lnTo>
                <a:close/>
              </a:path>
              <a:path w="11277600" h="1170305">
                <a:moveTo>
                  <a:pt x="1582420" y="19050"/>
                </a:moveTo>
                <a:lnTo>
                  <a:pt x="1563370" y="19050"/>
                </a:lnTo>
                <a:lnTo>
                  <a:pt x="1563370" y="0"/>
                </a:lnTo>
                <a:lnTo>
                  <a:pt x="1582420" y="0"/>
                </a:lnTo>
                <a:lnTo>
                  <a:pt x="1582420" y="19050"/>
                </a:lnTo>
                <a:close/>
              </a:path>
              <a:path w="11277600" h="1170305">
                <a:moveTo>
                  <a:pt x="1620520" y="19050"/>
                </a:moveTo>
                <a:lnTo>
                  <a:pt x="1601470" y="19050"/>
                </a:lnTo>
                <a:lnTo>
                  <a:pt x="1601470" y="0"/>
                </a:lnTo>
                <a:lnTo>
                  <a:pt x="1620520" y="0"/>
                </a:lnTo>
                <a:lnTo>
                  <a:pt x="1620520" y="19050"/>
                </a:lnTo>
                <a:close/>
              </a:path>
              <a:path w="11277600" h="1170305">
                <a:moveTo>
                  <a:pt x="1658620" y="19050"/>
                </a:moveTo>
                <a:lnTo>
                  <a:pt x="1639570" y="19050"/>
                </a:lnTo>
                <a:lnTo>
                  <a:pt x="1639570" y="0"/>
                </a:lnTo>
                <a:lnTo>
                  <a:pt x="1658620" y="0"/>
                </a:lnTo>
                <a:lnTo>
                  <a:pt x="1658620" y="19050"/>
                </a:lnTo>
                <a:close/>
              </a:path>
              <a:path w="11277600" h="1170305">
                <a:moveTo>
                  <a:pt x="1696720" y="19050"/>
                </a:moveTo>
                <a:lnTo>
                  <a:pt x="1677670" y="19050"/>
                </a:lnTo>
                <a:lnTo>
                  <a:pt x="1677670" y="0"/>
                </a:lnTo>
                <a:lnTo>
                  <a:pt x="1696720" y="0"/>
                </a:lnTo>
                <a:lnTo>
                  <a:pt x="1696720" y="19050"/>
                </a:lnTo>
                <a:close/>
              </a:path>
              <a:path w="11277600" h="1170305">
                <a:moveTo>
                  <a:pt x="1734820" y="19050"/>
                </a:moveTo>
                <a:lnTo>
                  <a:pt x="1715770" y="19050"/>
                </a:lnTo>
                <a:lnTo>
                  <a:pt x="1715770" y="0"/>
                </a:lnTo>
                <a:lnTo>
                  <a:pt x="1734820" y="0"/>
                </a:lnTo>
                <a:lnTo>
                  <a:pt x="1734820" y="19050"/>
                </a:lnTo>
                <a:close/>
              </a:path>
              <a:path w="11277600" h="1170305">
                <a:moveTo>
                  <a:pt x="1772920" y="19050"/>
                </a:moveTo>
                <a:lnTo>
                  <a:pt x="1753870" y="19050"/>
                </a:lnTo>
                <a:lnTo>
                  <a:pt x="1753870" y="0"/>
                </a:lnTo>
                <a:lnTo>
                  <a:pt x="1772920" y="0"/>
                </a:lnTo>
                <a:lnTo>
                  <a:pt x="1772920" y="19050"/>
                </a:lnTo>
                <a:close/>
              </a:path>
              <a:path w="11277600" h="1170305">
                <a:moveTo>
                  <a:pt x="1811020" y="19050"/>
                </a:moveTo>
                <a:lnTo>
                  <a:pt x="1791970" y="19050"/>
                </a:lnTo>
                <a:lnTo>
                  <a:pt x="1791970" y="0"/>
                </a:lnTo>
                <a:lnTo>
                  <a:pt x="1811020" y="0"/>
                </a:lnTo>
                <a:lnTo>
                  <a:pt x="1811020" y="19050"/>
                </a:lnTo>
                <a:close/>
              </a:path>
              <a:path w="11277600" h="1170305">
                <a:moveTo>
                  <a:pt x="1849120" y="19050"/>
                </a:moveTo>
                <a:lnTo>
                  <a:pt x="1830070" y="19050"/>
                </a:lnTo>
                <a:lnTo>
                  <a:pt x="1830070" y="0"/>
                </a:lnTo>
                <a:lnTo>
                  <a:pt x="1849120" y="0"/>
                </a:lnTo>
                <a:lnTo>
                  <a:pt x="1849120" y="19050"/>
                </a:lnTo>
                <a:close/>
              </a:path>
              <a:path w="11277600" h="1170305">
                <a:moveTo>
                  <a:pt x="1887220" y="19050"/>
                </a:moveTo>
                <a:lnTo>
                  <a:pt x="1868170" y="19050"/>
                </a:lnTo>
                <a:lnTo>
                  <a:pt x="1868170" y="0"/>
                </a:lnTo>
                <a:lnTo>
                  <a:pt x="1887220" y="0"/>
                </a:lnTo>
                <a:lnTo>
                  <a:pt x="1887220" y="19050"/>
                </a:lnTo>
                <a:close/>
              </a:path>
              <a:path w="11277600" h="1170305">
                <a:moveTo>
                  <a:pt x="1925320" y="19050"/>
                </a:moveTo>
                <a:lnTo>
                  <a:pt x="1906270" y="19050"/>
                </a:lnTo>
                <a:lnTo>
                  <a:pt x="1906270" y="0"/>
                </a:lnTo>
                <a:lnTo>
                  <a:pt x="1925320" y="0"/>
                </a:lnTo>
                <a:lnTo>
                  <a:pt x="1925320" y="19050"/>
                </a:lnTo>
                <a:close/>
              </a:path>
              <a:path w="11277600" h="1170305">
                <a:moveTo>
                  <a:pt x="1963420" y="19050"/>
                </a:moveTo>
                <a:lnTo>
                  <a:pt x="1944370" y="19050"/>
                </a:lnTo>
                <a:lnTo>
                  <a:pt x="1944370" y="0"/>
                </a:lnTo>
                <a:lnTo>
                  <a:pt x="1963420" y="0"/>
                </a:lnTo>
                <a:lnTo>
                  <a:pt x="1963420" y="19050"/>
                </a:lnTo>
                <a:close/>
              </a:path>
              <a:path w="11277600" h="1170305">
                <a:moveTo>
                  <a:pt x="2001520" y="19050"/>
                </a:moveTo>
                <a:lnTo>
                  <a:pt x="1982470" y="19050"/>
                </a:lnTo>
                <a:lnTo>
                  <a:pt x="1982470" y="0"/>
                </a:lnTo>
                <a:lnTo>
                  <a:pt x="2001520" y="0"/>
                </a:lnTo>
                <a:lnTo>
                  <a:pt x="2001520" y="19050"/>
                </a:lnTo>
                <a:close/>
              </a:path>
              <a:path w="11277600" h="1170305">
                <a:moveTo>
                  <a:pt x="2039620" y="19050"/>
                </a:moveTo>
                <a:lnTo>
                  <a:pt x="2020570" y="19050"/>
                </a:lnTo>
                <a:lnTo>
                  <a:pt x="2020570" y="0"/>
                </a:lnTo>
                <a:lnTo>
                  <a:pt x="2039620" y="0"/>
                </a:lnTo>
                <a:lnTo>
                  <a:pt x="2039620" y="19050"/>
                </a:lnTo>
                <a:close/>
              </a:path>
              <a:path w="11277600" h="1170305">
                <a:moveTo>
                  <a:pt x="2077720" y="19050"/>
                </a:moveTo>
                <a:lnTo>
                  <a:pt x="2058670" y="19050"/>
                </a:lnTo>
                <a:lnTo>
                  <a:pt x="2058670" y="0"/>
                </a:lnTo>
                <a:lnTo>
                  <a:pt x="2077720" y="0"/>
                </a:lnTo>
                <a:lnTo>
                  <a:pt x="2077720" y="19050"/>
                </a:lnTo>
                <a:close/>
              </a:path>
              <a:path w="11277600" h="1170305">
                <a:moveTo>
                  <a:pt x="2115820" y="19050"/>
                </a:moveTo>
                <a:lnTo>
                  <a:pt x="2096770" y="19050"/>
                </a:lnTo>
                <a:lnTo>
                  <a:pt x="2096770" y="0"/>
                </a:lnTo>
                <a:lnTo>
                  <a:pt x="2115820" y="0"/>
                </a:lnTo>
                <a:lnTo>
                  <a:pt x="2115820" y="19050"/>
                </a:lnTo>
                <a:close/>
              </a:path>
              <a:path w="11277600" h="1170305">
                <a:moveTo>
                  <a:pt x="2153920" y="19050"/>
                </a:moveTo>
                <a:lnTo>
                  <a:pt x="2134870" y="19050"/>
                </a:lnTo>
                <a:lnTo>
                  <a:pt x="2134870" y="0"/>
                </a:lnTo>
                <a:lnTo>
                  <a:pt x="2153920" y="0"/>
                </a:lnTo>
                <a:lnTo>
                  <a:pt x="2153920" y="19050"/>
                </a:lnTo>
                <a:close/>
              </a:path>
              <a:path w="11277600" h="1170305">
                <a:moveTo>
                  <a:pt x="2192020" y="19050"/>
                </a:moveTo>
                <a:lnTo>
                  <a:pt x="2172970" y="19050"/>
                </a:lnTo>
                <a:lnTo>
                  <a:pt x="2172970" y="0"/>
                </a:lnTo>
                <a:lnTo>
                  <a:pt x="2192020" y="0"/>
                </a:lnTo>
                <a:lnTo>
                  <a:pt x="2192020" y="19050"/>
                </a:lnTo>
                <a:close/>
              </a:path>
              <a:path w="11277600" h="1170305">
                <a:moveTo>
                  <a:pt x="2230120" y="19050"/>
                </a:moveTo>
                <a:lnTo>
                  <a:pt x="2211070" y="19050"/>
                </a:lnTo>
                <a:lnTo>
                  <a:pt x="2211070" y="0"/>
                </a:lnTo>
                <a:lnTo>
                  <a:pt x="2230120" y="0"/>
                </a:lnTo>
                <a:lnTo>
                  <a:pt x="2230120" y="19050"/>
                </a:lnTo>
                <a:close/>
              </a:path>
              <a:path w="11277600" h="1170305">
                <a:moveTo>
                  <a:pt x="2268220" y="19050"/>
                </a:moveTo>
                <a:lnTo>
                  <a:pt x="2249170" y="19050"/>
                </a:lnTo>
                <a:lnTo>
                  <a:pt x="2249170" y="0"/>
                </a:lnTo>
                <a:lnTo>
                  <a:pt x="2268220" y="0"/>
                </a:lnTo>
                <a:lnTo>
                  <a:pt x="2268220" y="19050"/>
                </a:lnTo>
                <a:close/>
              </a:path>
              <a:path w="11277600" h="1170305">
                <a:moveTo>
                  <a:pt x="2306320" y="19050"/>
                </a:moveTo>
                <a:lnTo>
                  <a:pt x="2287270" y="19050"/>
                </a:lnTo>
                <a:lnTo>
                  <a:pt x="2287270" y="0"/>
                </a:lnTo>
                <a:lnTo>
                  <a:pt x="2306320" y="0"/>
                </a:lnTo>
                <a:lnTo>
                  <a:pt x="2306320" y="19050"/>
                </a:lnTo>
                <a:close/>
              </a:path>
              <a:path w="11277600" h="1170305">
                <a:moveTo>
                  <a:pt x="2344420" y="19050"/>
                </a:moveTo>
                <a:lnTo>
                  <a:pt x="2325370" y="19050"/>
                </a:lnTo>
                <a:lnTo>
                  <a:pt x="2325370" y="0"/>
                </a:lnTo>
                <a:lnTo>
                  <a:pt x="2344420" y="0"/>
                </a:lnTo>
                <a:lnTo>
                  <a:pt x="2344420" y="19050"/>
                </a:lnTo>
                <a:close/>
              </a:path>
              <a:path w="11277600" h="1170305">
                <a:moveTo>
                  <a:pt x="2382520" y="19050"/>
                </a:moveTo>
                <a:lnTo>
                  <a:pt x="2363470" y="19050"/>
                </a:lnTo>
                <a:lnTo>
                  <a:pt x="2363470" y="0"/>
                </a:lnTo>
                <a:lnTo>
                  <a:pt x="2382520" y="0"/>
                </a:lnTo>
                <a:lnTo>
                  <a:pt x="2382520" y="19050"/>
                </a:lnTo>
                <a:close/>
              </a:path>
              <a:path w="11277600" h="1170305">
                <a:moveTo>
                  <a:pt x="2420620" y="19050"/>
                </a:moveTo>
                <a:lnTo>
                  <a:pt x="2401570" y="19050"/>
                </a:lnTo>
                <a:lnTo>
                  <a:pt x="2401570" y="0"/>
                </a:lnTo>
                <a:lnTo>
                  <a:pt x="2420620" y="0"/>
                </a:lnTo>
                <a:lnTo>
                  <a:pt x="2420620" y="19050"/>
                </a:lnTo>
                <a:close/>
              </a:path>
              <a:path w="11277600" h="1170305">
                <a:moveTo>
                  <a:pt x="2458720" y="19050"/>
                </a:moveTo>
                <a:lnTo>
                  <a:pt x="2439670" y="19050"/>
                </a:lnTo>
                <a:lnTo>
                  <a:pt x="2439670" y="0"/>
                </a:lnTo>
                <a:lnTo>
                  <a:pt x="2458720" y="0"/>
                </a:lnTo>
                <a:lnTo>
                  <a:pt x="2458720" y="19050"/>
                </a:lnTo>
                <a:close/>
              </a:path>
              <a:path w="11277600" h="1170305">
                <a:moveTo>
                  <a:pt x="2496820" y="19050"/>
                </a:moveTo>
                <a:lnTo>
                  <a:pt x="2477770" y="19050"/>
                </a:lnTo>
                <a:lnTo>
                  <a:pt x="2477770" y="0"/>
                </a:lnTo>
                <a:lnTo>
                  <a:pt x="2496820" y="0"/>
                </a:lnTo>
                <a:lnTo>
                  <a:pt x="2496820" y="19050"/>
                </a:lnTo>
                <a:close/>
              </a:path>
              <a:path w="11277600" h="1170305">
                <a:moveTo>
                  <a:pt x="2534920" y="19050"/>
                </a:moveTo>
                <a:lnTo>
                  <a:pt x="2515870" y="19050"/>
                </a:lnTo>
                <a:lnTo>
                  <a:pt x="2515870" y="0"/>
                </a:lnTo>
                <a:lnTo>
                  <a:pt x="2534920" y="0"/>
                </a:lnTo>
                <a:lnTo>
                  <a:pt x="2534920" y="19050"/>
                </a:lnTo>
                <a:close/>
              </a:path>
              <a:path w="11277600" h="1170305">
                <a:moveTo>
                  <a:pt x="2573020" y="19050"/>
                </a:moveTo>
                <a:lnTo>
                  <a:pt x="2553970" y="19050"/>
                </a:lnTo>
                <a:lnTo>
                  <a:pt x="2553970" y="0"/>
                </a:lnTo>
                <a:lnTo>
                  <a:pt x="2573020" y="0"/>
                </a:lnTo>
                <a:lnTo>
                  <a:pt x="2573020" y="19050"/>
                </a:lnTo>
                <a:close/>
              </a:path>
              <a:path w="11277600" h="1170305">
                <a:moveTo>
                  <a:pt x="2611120" y="19050"/>
                </a:moveTo>
                <a:lnTo>
                  <a:pt x="2592070" y="19050"/>
                </a:lnTo>
                <a:lnTo>
                  <a:pt x="2592070" y="0"/>
                </a:lnTo>
                <a:lnTo>
                  <a:pt x="2611120" y="0"/>
                </a:lnTo>
                <a:lnTo>
                  <a:pt x="2611120" y="19050"/>
                </a:lnTo>
                <a:close/>
              </a:path>
              <a:path w="11277600" h="1170305">
                <a:moveTo>
                  <a:pt x="2649220" y="19050"/>
                </a:moveTo>
                <a:lnTo>
                  <a:pt x="2630170" y="19050"/>
                </a:lnTo>
                <a:lnTo>
                  <a:pt x="2630170" y="0"/>
                </a:lnTo>
                <a:lnTo>
                  <a:pt x="2649220" y="0"/>
                </a:lnTo>
                <a:lnTo>
                  <a:pt x="2649220" y="19050"/>
                </a:lnTo>
                <a:close/>
              </a:path>
              <a:path w="11277600" h="1170305">
                <a:moveTo>
                  <a:pt x="2687320" y="19050"/>
                </a:moveTo>
                <a:lnTo>
                  <a:pt x="2668270" y="19050"/>
                </a:lnTo>
                <a:lnTo>
                  <a:pt x="2668270" y="0"/>
                </a:lnTo>
                <a:lnTo>
                  <a:pt x="2687320" y="0"/>
                </a:lnTo>
                <a:lnTo>
                  <a:pt x="2687320" y="19050"/>
                </a:lnTo>
                <a:close/>
              </a:path>
              <a:path w="11277600" h="1170305">
                <a:moveTo>
                  <a:pt x="2725420" y="19050"/>
                </a:moveTo>
                <a:lnTo>
                  <a:pt x="2706370" y="19050"/>
                </a:lnTo>
                <a:lnTo>
                  <a:pt x="2706370" y="0"/>
                </a:lnTo>
                <a:lnTo>
                  <a:pt x="2725420" y="0"/>
                </a:lnTo>
                <a:lnTo>
                  <a:pt x="2725420" y="19050"/>
                </a:lnTo>
                <a:close/>
              </a:path>
              <a:path w="11277600" h="1170305">
                <a:moveTo>
                  <a:pt x="2763520" y="19050"/>
                </a:moveTo>
                <a:lnTo>
                  <a:pt x="2744470" y="19050"/>
                </a:lnTo>
                <a:lnTo>
                  <a:pt x="2744470" y="0"/>
                </a:lnTo>
                <a:lnTo>
                  <a:pt x="2763520" y="0"/>
                </a:lnTo>
                <a:lnTo>
                  <a:pt x="2763520" y="19050"/>
                </a:lnTo>
                <a:close/>
              </a:path>
              <a:path w="11277600" h="1170305">
                <a:moveTo>
                  <a:pt x="2801620" y="19050"/>
                </a:moveTo>
                <a:lnTo>
                  <a:pt x="2782570" y="19050"/>
                </a:lnTo>
                <a:lnTo>
                  <a:pt x="2782570" y="0"/>
                </a:lnTo>
                <a:lnTo>
                  <a:pt x="2801620" y="0"/>
                </a:lnTo>
                <a:lnTo>
                  <a:pt x="2801620" y="19050"/>
                </a:lnTo>
                <a:close/>
              </a:path>
              <a:path w="11277600" h="1170305">
                <a:moveTo>
                  <a:pt x="2839720" y="19050"/>
                </a:moveTo>
                <a:lnTo>
                  <a:pt x="2820670" y="19050"/>
                </a:lnTo>
                <a:lnTo>
                  <a:pt x="2820670" y="0"/>
                </a:lnTo>
                <a:lnTo>
                  <a:pt x="2839720" y="0"/>
                </a:lnTo>
                <a:lnTo>
                  <a:pt x="2839720" y="19050"/>
                </a:lnTo>
                <a:close/>
              </a:path>
              <a:path w="11277600" h="1170305">
                <a:moveTo>
                  <a:pt x="2877820" y="19050"/>
                </a:moveTo>
                <a:lnTo>
                  <a:pt x="2858770" y="19050"/>
                </a:lnTo>
                <a:lnTo>
                  <a:pt x="2858770" y="0"/>
                </a:lnTo>
                <a:lnTo>
                  <a:pt x="2877820" y="0"/>
                </a:lnTo>
                <a:lnTo>
                  <a:pt x="2877820" y="19050"/>
                </a:lnTo>
                <a:close/>
              </a:path>
              <a:path w="11277600" h="1170305">
                <a:moveTo>
                  <a:pt x="2915920" y="19050"/>
                </a:moveTo>
                <a:lnTo>
                  <a:pt x="2896870" y="19050"/>
                </a:lnTo>
                <a:lnTo>
                  <a:pt x="2896870" y="0"/>
                </a:lnTo>
                <a:lnTo>
                  <a:pt x="2915920" y="0"/>
                </a:lnTo>
                <a:lnTo>
                  <a:pt x="2915920" y="19050"/>
                </a:lnTo>
                <a:close/>
              </a:path>
              <a:path w="11277600" h="1170305">
                <a:moveTo>
                  <a:pt x="2954020" y="19050"/>
                </a:moveTo>
                <a:lnTo>
                  <a:pt x="2934970" y="19050"/>
                </a:lnTo>
                <a:lnTo>
                  <a:pt x="2934970" y="0"/>
                </a:lnTo>
                <a:lnTo>
                  <a:pt x="2954020" y="0"/>
                </a:lnTo>
                <a:lnTo>
                  <a:pt x="2954020" y="19050"/>
                </a:lnTo>
                <a:close/>
              </a:path>
              <a:path w="11277600" h="1170305">
                <a:moveTo>
                  <a:pt x="2992120" y="19050"/>
                </a:moveTo>
                <a:lnTo>
                  <a:pt x="2973070" y="19050"/>
                </a:lnTo>
                <a:lnTo>
                  <a:pt x="2973070" y="0"/>
                </a:lnTo>
                <a:lnTo>
                  <a:pt x="2992120" y="0"/>
                </a:lnTo>
                <a:lnTo>
                  <a:pt x="2992120" y="19050"/>
                </a:lnTo>
                <a:close/>
              </a:path>
              <a:path w="11277600" h="1170305">
                <a:moveTo>
                  <a:pt x="3030220" y="19050"/>
                </a:moveTo>
                <a:lnTo>
                  <a:pt x="3011170" y="19050"/>
                </a:lnTo>
                <a:lnTo>
                  <a:pt x="3011170" y="0"/>
                </a:lnTo>
                <a:lnTo>
                  <a:pt x="3030220" y="0"/>
                </a:lnTo>
                <a:lnTo>
                  <a:pt x="3030220" y="19050"/>
                </a:lnTo>
                <a:close/>
              </a:path>
              <a:path w="11277600" h="1170305">
                <a:moveTo>
                  <a:pt x="3068320" y="19050"/>
                </a:moveTo>
                <a:lnTo>
                  <a:pt x="3049270" y="19050"/>
                </a:lnTo>
                <a:lnTo>
                  <a:pt x="3049270" y="0"/>
                </a:lnTo>
                <a:lnTo>
                  <a:pt x="3068320" y="0"/>
                </a:lnTo>
                <a:lnTo>
                  <a:pt x="3068320" y="19050"/>
                </a:lnTo>
                <a:close/>
              </a:path>
              <a:path w="11277600" h="1170305">
                <a:moveTo>
                  <a:pt x="3106420" y="19050"/>
                </a:moveTo>
                <a:lnTo>
                  <a:pt x="3087370" y="19050"/>
                </a:lnTo>
                <a:lnTo>
                  <a:pt x="3087370" y="0"/>
                </a:lnTo>
                <a:lnTo>
                  <a:pt x="3106420" y="0"/>
                </a:lnTo>
                <a:lnTo>
                  <a:pt x="3106420" y="19050"/>
                </a:lnTo>
                <a:close/>
              </a:path>
              <a:path w="11277600" h="1170305">
                <a:moveTo>
                  <a:pt x="3144520" y="19050"/>
                </a:moveTo>
                <a:lnTo>
                  <a:pt x="3125470" y="19050"/>
                </a:lnTo>
                <a:lnTo>
                  <a:pt x="3125470" y="0"/>
                </a:lnTo>
                <a:lnTo>
                  <a:pt x="3144520" y="0"/>
                </a:lnTo>
                <a:lnTo>
                  <a:pt x="3144520" y="19050"/>
                </a:lnTo>
                <a:close/>
              </a:path>
              <a:path w="11277600" h="1170305">
                <a:moveTo>
                  <a:pt x="3182620" y="19050"/>
                </a:moveTo>
                <a:lnTo>
                  <a:pt x="3163570" y="19050"/>
                </a:lnTo>
                <a:lnTo>
                  <a:pt x="3163570" y="0"/>
                </a:lnTo>
                <a:lnTo>
                  <a:pt x="3182620" y="0"/>
                </a:lnTo>
                <a:lnTo>
                  <a:pt x="3182620" y="19050"/>
                </a:lnTo>
                <a:close/>
              </a:path>
              <a:path w="11277600" h="1170305">
                <a:moveTo>
                  <a:pt x="3220720" y="19050"/>
                </a:moveTo>
                <a:lnTo>
                  <a:pt x="3201670" y="19050"/>
                </a:lnTo>
                <a:lnTo>
                  <a:pt x="3201670" y="0"/>
                </a:lnTo>
                <a:lnTo>
                  <a:pt x="3220720" y="0"/>
                </a:lnTo>
                <a:lnTo>
                  <a:pt x="3220720" y="19050"/>
                </a:lnTo>
                <a:close/>
              </a:path>
              <a:path w="11277600" h="1170305">
                <a:moveTo>
                  <a:pt x="3258820" y="19050"/>
                </a:moveTo>
                <a:lnTo>
                  <a:pt x="3239770" y="19050"/>
                </a:lnTo>
                <a:lnTo>
                  <a:pt x="3239770" y="0"/>
                </a:lnTo>
                <a:lnTo>
                  <a:pt x="3258820" y="0"/>
                </a:lnTo>
                <a:lnTo>
                  <a:pt x="3258820" y="19050"/>
                </a:lnTo>
                <a:close/>
              </a:path>
              <a:path w="11277600" h="1170305">
                <a:moveTo>
                  <a:pt x="3296920" y="19050"/>
                </a:moveTo>
                <a:lnTo>
                  <a:pt x="3277870" y="19050"/>
                </a:lnTo>
                <a:lnTo>
                  <a:pt x="3277870" y="0"/>
                </a:lnTo>
                <a:lnTo>
                  <a:pt x="3296920" y="0"/>
                </a:lnTo>
                <a:lnTo>
                  <a:pt x="3296920" y="19050"/>
                </a:lnTo>
                <a:close/>
              </a:path>
              <a:path w="11277600" h="1170305">
                <a:moveTo>
                  <a:pt x="3335020" y="19050"/>
                </a:moveTo>
                <a:lnTo>
                  <a:pt x="3315970" y="19050"/>
                </a:lnTo>
                <a:lnTo>
                  <a:pt x="3315970" y="0"/>
                </a:lnTo>
                <a:lnTo>
                  <a:pt x="3335020" y="0"/>
                </a:lnTo>
                <a:lnTo>
                  <a:pt x="3335020" y="19050"/>
                </a:lnTo>
                <a:close/>
              </a:path>
              <a:path w="11277600" h="1170305">
                <a:moveTo>
                  <a:pt x="3373120" y="19050"/>
                </a:moveTo>
                <a:lnTo>
                  <a:pt x="3354070" y="19050"/>
                </a:lnTo>
                <a:lnTo>
                  <a:pt x="3354070" y="0"/>
                </a:lnTo>
                <a:lnTo>
                  <a:pt x="3373120" y="0"/>
                </a:lnTo>
                <a:lnTo>
                  <a:pt x="3373120" y="19050"/>
                </a:lnTo>
                <a:close/>
              </a:path>
              <a:path w="11277600" h="1170305">
                <a:moveTo>
                  <a:pt x="3411220" y="19050"/>
                </a:moveTo>
                <a:lnTo>
                  <a:pt x="3392170" y="19050"/>
                </a:lnTo>
                <a:lnTo>
                  <a:pt x="3392170" y="0"/>
                </a:lnTo>
                <a:lnTo>
                  <a:pt x="3411220" y="0"/>
                </a:lnTo>
                <a:lnTo>
                  <a:pt x="3411220" y="19050"/>
                </a:lnTo>
                <a:close/>
              </a:path>
              <a:path w="11277600" h="1170305">
                <a:moveTo>
                  <a:pt x="3449320" y="19050"/>
                </a:moveTo>
                <a:lnTo>
                  <a:pt x="3430270" y="19050"/>
                </a:lnTo>
                <a:lnTo>
                  <a:pt x="3430270" y="0"/>
                </a:lnTo>
                <a:lnTo>
                  <a:pt x="3449320" y="0"/>
                </a:lnTo>
                <a:lnTo>
                  <a:pt x="3449320" y="19050"/>
                </a:lnTo>
                <a:close/>
              </a:path>
              <a:path w="11277600" h="1170305">
                <a:moveTo>
                  <a:pt x="3487420" y="19050"/>
                </a:moveTo>
                <a:lnTo>
                  <a:pt x="3468370" y="19050"/>
                </a:lnTo>
                <a:lnTo>
                  <a:pt x="3468370" y="0"/>
                </a:lnTo>
                <a:lnTo>
                  <a:pt x="3487420" y="0"/>
                </a:lnTo>
                <a:lnTo>
                  <a:pt x="3487420" y="19050"/>
                </a:lnTo>
                <a:close/>
              </a:path>
              <a:path w="11277600" h="1170305">
                <a:moveTo>
                  <a:pt x="3525520" y="19050"/>
                </a:moveTo>
                <a:lnTo>
                  <a:pt x="3506470" y="19050"/>
                </a:lnTo>
                <a:lnTo>
                  <a:pt x="3506470" y="0"/>
                </a:lnTo>
                <a:lnTo>
                  <a:pt x="3525520" y="0"/>
                </a:lnTo>
                <a:lnTo>
                  <a:pt x="3525520" y="19050"/>
                </a:lnTo>
                <a:close/>
              </a:path>
              <a:path w="11277600" h="1170305">
                <a:moveTo>
                  <a:pt x="3563620" y="19050"/>
                </a:moveTo>
                <a:lnTo>
                  <a:pt x="3544570" y="19050"/>
                </a:lnTo>
                <a:lnTo>
                  <a:pt x="3544570" y="0"/>
                </a:lnTo>
                <a:lnTo>
                  <a:pt x="3563620" y="0"/>
                </a:lnTo>
                <a:lnTo>
                  <a:pt x="3563620" y="19050"/>
                </a:lnTo>
                <a:close/>
              </a:path>
              <a:path w="11277600" h="1170305">
                <a:moveTo>
                  <a:pt x="3601720" y="19050"/>
                </a:moveTo>
                <a:lnTo>
                  <a:pt x="3582670" y="19050"/>
                </a:lnTo>
                <a:lnTo>
                  <a:pt x="3582670" y="0"/>
                </a:lnTo>
                <a:lnTo>
                  <a:pt x="3601720" y="0"/>
                </a:lnTo>
                <a:lnTo>
                  <a:pt x="3601720" y="19050"/>
                </a:lnTo>
                <a:close/>
              </a:path>
              <a:path w="11277600" h="1170305">
                <a:moveTo>
                  <a:pt x="3639820" y="19050"/>
                </a:moveTo>
                <a:lnTo>
                  <a:pt x="3620770" y="19050"/>
                </a:lnTo>
                <a:lnTo>
                  <a:pt x="3620770" y="0"/>
                </a:lnTo>
                <a:lnTo>
                  <a:pt x="3639820" y="0"/>
                </a:lnTo>
                <a:lnTo>
                  <a:pt x="3639820" y="19050"/>
                </a:lnTo>
                <a:close/>
              </a:path>
              <a:path w="11277600" h="1170305">
                <a:moveTo>
                  <a:pt x="3677920" y="19050"/>
                </a:moveTo>
                <a:lnTo>
                  <a:pt x="3658870" y="19050"/>
                </a:lnTo>
                <a:lnTo>
                  <a:pt x="3658870" y="0"/>
                </a:lnTo>
                <a:lnTo>
                  <a:pt x="3677920" y="0"/>
                </a:lnTo>
                <a:lnTo>
                  <a:pt x="3677920" y="19050"/>
                </a:lnTo>
                <a:close/>
              </a:path>
              <a:path w="11277600" h="1170305">
                <a:moveTo>
                  <a:pt x="3716020" y="19050"/>
                </a:moveTo>
                <a:lnTo>
                  <a:pt x="3696970" y="19050"/>
                </a:lnTo>
                <a:lnTo>
                  <a:pt x="3696970" y="0"/>
                </a:lnTo>
                <a:lnTo>
                  <a:pt x="3716020" y="0"/>
                </a:lnTo>
                <a:lnTo>
                  <a:pt x="3716020" y="19050"/>
                </a:lnTo>
                <a:close/>
              </a:path>
              <a:path w="11277600" h="1170305">
                <a:moveTo>
                  <a:pt x="3754120" y="19050"/>
                </a:moveTo>
                <a:lnTo>
                  <a:pt x="3735070" y="19050"/>
                </a:lnTo>
                <a:lnTo>
                  <a:pt x="3735070" y="0"/>
                </a:lnTo>
                <a:lnTo>
                  <a:pt x="3754120" y="0"/>
                </a:lnTo>
                <a:lnTo>
                  <a:pt x="3754120" y="19050"/>
                </a:lnTo>
                <a:close/>
              </a:path>
              <a:path w="11277600" h="1170305">
                <a:moveTo>
                  <a:pt x="3792220" y="19050"/>
                </a:moveTo>
                <a:lnTo>
                  <a:pt x="3773170" y="19050"/>
                </a:lnTo>
                <a:lnTo>
                  <a:pt x="3773170" y="0"/>
                </a:lnTo>
                <a:lnTo>
                  <a:pt x="3792220" y="0"/>
                </a:lnTo>
                <a:lnTo>
                  <a:pt x="3792220" y="19050"/>
                </a:lnTo>
                <a:close/>
              </a:path>
              <a:path w="11277600" h="1170305">
                <a:moveTo>
                  <a:pt x="3830320" y="19050"/>
                </a:moveTo>
                <a:lnTo>
                  <a:pt x="3811270" y="19050"/>
                </a:lnTo>
                <a:lnTo>
                  <a:pt x="3811270" y="0"/>
                </a:lnTo>
                <a:lnTo>
                  <a:pt x="3830320" y="0"/>
                </a:lnTo>
                <a:lnTo>
                  <a:pt x="3830320" y="19050"/>
                </a:lnTo>
                <a:close/>
              </a:path>
              <a:path w="11277600" h="1170305">
                <a:moveTo>
                  <a:pt x="3868420" y="19050"/>
                </a:moveTo>
                <a:lnTo>
                  <a:pt x="3849370" y="19050"/>
                </a:lnTo>
                <a:lnTo>
                  <a:pt x="3849370" y="0"/>
                </a:lnTo>
                <a:lnTo>
                  <a:pt x="3868420" y="0"/>
                </a:lnTo>
                <a:lnTo>
                  <a:pt x="3868420" y="19050"/>
                </a:lnTo>
                <a:close/>
              </a:path>
              <a:path w="11277600" h="1170305">
                <a:moveTo>
                  <a:pt x="3906520" y="19050"/>
                </a:moveTo>
                <a:lnTo>
                  <a:pt x="3887470" y="19050"/>
                </a:lnTo>
                <a:lnTo>
                  <a:pt x="3887470" y="0"/>
                </a:lnTo>
                <a:lnTo>
                  <a:pt x="3906520" y="0"/>
                </a:lnTo>
                <a:lnTo>
                  <a:pt x="3906520" y="19050"/>
                </a:lnTo>
                <a:close/>
              </a:path>
              <a:path w="11277600" h="1170305">
                <a:moveTo>
                  <a:pt x="3944620" y="19050"/>
                </a:moveTo>
                <a:lnTo>
                  <a:pt x="3925570" y="19050"/>
                </a:lnTo>
                <a:lnTo>
                  <a:pt x="3925570" y="0"/>
                </a:lnTo>
                <a:lnTo>
                  <a:pt x="3944620" y="0"/>
                </a:lnTo>
                <a:lnTo>
                  <a:pt x="3944620" y="19050"/>
                </a:lnTo>
                <a:close/>
              </a:path>
              <a:path w="11277600" h="1170305">
                <a:moveTo>
                  <a:pt x="3982720" y="19050"/>
                </a:moveTo>
                <a:lnTo>
                  <a:pt x="3963670" y="19050"/>
                </a:lnTo>
                <a:lnTo>
                  <a:pt x="3963670" y="0"/>
                </a:lnTo>
                <a:lnTo>
                  <a:pt x="3982720" y="0"/>
                </a:lnTo>
                <a:lnTo>
                  <a:pt x="3982720" y="19050"/>
                </a:lnTo>
                <a:close/>
              </a:path>
              <a:path w="11277600" h="1170305">
                <a:moveTo>
                  <a:pt x="4020820" y="19050"/>
                </a:moveTo>
                <a:lnTo>
                  <a:pt x="4001770" y="19050"/>
                </a:lnTo>
                <a:lnTo>
                  <a:pt x="4001770" y="0"/>
                </a:lnTo>
                <a:lnTo>
                  <a:pt x="4020820" y="0"/>
                </a:lnTo>
                <a:lnTo>
                  <a:pt x="4020820" y="19050"/>
                </a:lnTo>
                <a:close/>
              </a:path>
              <a:path w="11277600" h="1170305">
                <a:moveTo>
                  <a:pt x="4058920" y="19050"/>
                </a:moveTo>
                <a:lnTo>
                  <a:pt x="4039870" y="19050"/>
                </a:lnTo>
                <a:lnTo>
                  <a:pt x="4039870" y="0"/>
                </a:lnTo>
                <a:lnTo>
                  <a:pt x="4058920" y="0"/>
                </a:lnTo>
                <a:lnTo>
                  <a:pt x="4058920" y="19050"/>
                </a:lnTo>
                <a:close/>
              </a:path>
              <a:path w="11277600" h="1170305">
                <a:moveTo>
                  <a:pt x="4097020" y="19050"/>
                </a:moveTo>
                <a:lnTo>
                  <a:pt x="4077970" y="19050"/>
                </a:lnTo>
                <a:lnTo>
                  <a:pt x="4077970" y="0"/>
                </a:lnTo>
                <a:lnTo>
                  <a:pt x="4097020" y="0"/>
                </a:lnTo>
                <a:lnTo>
                  <a:pt x="4097020" y="19050"/>
                </a:lnTo>
                <a:close/>
              </a:path>
              <a:path w="11277600" h="1170305">
                <a:moveTo>
                  <a:pt x="4135120" y="19050"/>
                </a:moveTo>
                <a:lnTo>
                  <a:pt x="4116070" y="19050"/>
                </a:lnTo>
                <a:lnTo>
                  <a:pt x="4116070" y="0"/>
                </a:lnTo>
                <a:lnTo>
                  <a:pt x="4135120" y="0"/>
                </a:lnTo>
                <a:lnTo>
                  <a:pt x="4135120" y="19050"/>
                </a:lnTo>
                <a:close/>
              </a:path>
              <a:path w="11277600" h="1170305">
                <a:moveTo>
                  <a:pt x="4173220" y="19050"/>
                </a:moveTo>
                <a:lnTo>
                  <a:pt x="4154170" y="19050"/>
                </a:lnTo>
                <a:lnTo>
                  <a:pt x="4154170" y="0"/>
                </a:lnTo>
                <a:lnTo>
                  <a:pt x="4173220" y="0"/>
                </a:lnTo>
                <a:lnTo>
                  <a:pt x="4173220" y="19050"/>
                </a:lnTo>
                <a:close/>
              </a:path>
              <a:path w="11277600" h="1170305">
                <a:moveTo>
                  <a:pt x="4211320" y="19050"/>
                </a:moveTo>
                <a:lnTo>
                  <a:pt x="4192270" y="19050"/>
                </a:lnTo>
                <a:lnTo>
                  <a:pt x="4192270" y="0"/>
                </a:lnTo>
                <a:lnTo>
                  <a:pt x="4211320" y="0"/>
                </a:lnTo>
                <a:lnTo>
                  <a:pt x="4211320" y="19050"/>
                </a:lnTo>
                <a:close/>
              </a:path>
              <a:path w="11277600" h="1170305">
                <a:moveTo>
                  <a:pt x="4249420" y="19050"/>
                </a:moveTo>
                <a:lnTo>
                  <a:pt x="4230370" y="19050"/>
                </a:lnTo>
                <a:lnTo>
                  <a:pt x="4230370" y="0"/>
                </a:lnTo>
                <a:lnTo>
                  <a:pt x="4249420" y="0"/>
                </a:lnTo>
                <a:lnTo>
                  <a:pt x="4249420" y="19050"/>
                </a:lnTo>
                <a:close/>
              </a:path>
              <a:path w="11277600" h="1170305">
                <a:moveTo>
                  <a:pt x="4287520" y="19050"/>
                </a:moveTo>
                <a:lnTo>
                  <a:pt x="4268470" y="19050"/>
                </a:lnTo>
                <a:lnTo>
                  <a:pt x="4268470" y="0"/>
                </a:lnTo>
                <a:lnTo>
                  <a:pt x="4287520" y="0"/>
                </a:lnTo>
                <a:lnTo>
                  <a:pt x="4287520" y="19050"/>
                </a:lnTo>
                <a:close/>
              </a:path>
              <a:path w="11277600" h="1170305">
                <a:moveTo>
                  <a:pt x="4325620" y="19050"/>
                </a:moveTo>
                <a:lnTo>
                  <a:pt x="4306570" y="19050"/>
                </a:lnTo>
                <a:lnTo>
                  <a:pt x="4306570" y="0"/>
                </a:lnTo>
                <a:lnTo>
                  <a:pt x="4325620" y="0"/>
                </a:lnTo>
                <a:lnTo>
                  <a:pt x="4325620" y="19050"/>
                </a:lnTo>
                <a:close/>
              </a:path>
              <a:path w="11277600" h="1170305">
                <a:moveTo>
                  <a:pt x="4363720" y="19050"/>
                </a:moveTo>
                <a:lnTo>
                  <a:pt x="4344670" y="19050"/>
                </a:lnTo>
                <a:lnTo>
                  <a:pt x="4344670" y="0"/>
                </a:lnTo>
                <a:lnTo>
                  <a:pt x="4363720" y="0"/>
                </a:lnTo>
                <a:lnTo>
                  <a:pt x="4363720" y="19050"/>
                </a:lnTo>
                <a:close/>
              </a:path>
              <a:path w="11277600" h="1170305">
                <a:moveTo>
                  <a:pt x="4401820" y="19050"/>
                </a:moveTo>
                <a:lnTo>
                  <a:pt x="4382770" y="19050"/>
                </a:lnTo>
                <a:lnTo>
                  <a:pt x="4382770" y="0"/>
                </a:lnTo>
                <a:lnTo>
                  <a:pt x="4401820" y="0"/>
                </a:lnTo>
                <a:lnTo>
                  <a:pt x="4401820" y="19050"/>
                </a:lnTo>
                <a:close/>
              </a:path>
              <a:path w="11277600" h="1170305">
                <a:moveTo>
                  <a:pt x="4439920" y="19050"/>
                </a:moveTo>
                <a:lnTo>
                  <a:pt x="4420870" y="19050"/>
                </a:lnTo>
                <a:lnTo>
                  <a:pt x="4420870" y="0"/>
                </a:lnTo>
                <a:lnTo>
                  <a:pt x="4439920" y="0"/>
                </a:lnTo>
                <a:lnTo>
                  <a:pt x="4439920" y="19050"/>
                </a:lnTo>
                <a:close/>
              </a:path>
              <a:path w="11277600" h="1170305">
                <a:moveTo>
                  <a:pt x="4478020" y="19050"/>
                </a:moveTo>
                <a:lnTo>
                  <a:pt x="4458970" y="19050"/>
                </a:lnTo>
                <a:lnTo>
                  <a:pt x="4458970" y="0"/>
                </a:lnTo>
                <a:lnTo>
                  <a:pt x="4478020" y="0"/>
                </a:lnTo>
                <a:lnTo>
                  <a:pt x="4478020" y="19050"/>
                </a:lnTo>
                <a:close/>
              </a:path>
              <a:path w="11277600" h="1170305">
                <a:moveTo>
                  <a:pt x="4516120" y="19050"/>
                </a:moveTo>
                <a:lnTo>
                  <a:pt x="4497070" y="19050"/>
                </a:lnTo>
                <a:lnTo>
                  <a:pt x="4497070" y="0"/>
                </a:lnTo>
                <a:lnTo>
                  <a:pt x="4516120" y="0"/>
                </a:lnTo>
                <a:lnTo>
                  <a:pt x="4516120" y="19050"/>
                </a:lnTo>
                <a:close/>
              </a:path>
              <a:path w="11277600" h="1170305">
                <a:moveTo>
                  <a:pt x="4554220" y="19050"/>
                </a:moveTo>
                <a:lnTo>
                  <a:pt x="4535170" y="19050"/>
                </a:lnTo>
                <a:lnTo>
                  <a:pt x="4535170" y="0"/>
                </a:lnTo>
                <a:lnTo>
                  <a:pt x="4554220" y="0"/>
                </a:lnTo>
                <a:lnTo>
                  <a:pt x="4554220" y="19050"/>
                </a:lnTo>
                <a:close/>
              </a:path>
              <a:path w="11277600" h="1170305">
                <a:moveTo>
                  <a:pt x="4592320" y="19050"/>
                </a:moveTo>
                <a:lnTo>
                  <a:pt x="4573270" y="19050"/>
                </a:lnTo>
                <a:lnTo>
                  <a:pt x="4573270" y="0"/>
                </a:lnTo>
                <a:lnTo>
                  <a:pt x="4592320" y="0"/>
                </a:lnTo>
                <a:lnTo>
                  <a:pt x="4592320" y="19050"/>
                </a:lnTo>
                <a:close/>
              </a:path>
              <a:path w="11277600" h="1170305">
                <a:moveTo>
                  <a:pt x="4630420" y="19050"/>
                </a:moveTo>
                <a:lnTo>
                  <a:pt x="4611370" y="19050"/>
                </a:lnTo>
                <a:lnTo>
                  <a:pt x="4611370" y="0"/>
                </a:lnTo>
                <a:lnTo>
                  <a:pt x="4630420" y="0"/>
                </a:lnTo>
                <a:lnTo>
                  <a:pt x="4630420" y="19050"/>
                </a:lnTo>
                <a:close/>
              </a:path>
              <a:path w="11277600" h="1170305">
                <a:moveTo>
                  <a:pt x="4668520" y="19050"/>
                </a:moveTo>
                <a:lnTo>
                  <a:pt x="4649470" y="19050"/>
                </a:lnTo>
                <a:lnTo>
                  <a:pt x="4649470" y="0"/>
                </a:lnTo>
                <a:lnTo>
                  <a:pt x="4668520" y="0"/>
                </a:lnTo>
                <a:lnTo>
                  <a:pt x="4668520" y="19050"/>
                </a:lnTo>
                <a:close/>
              </a:path>
              <a:path w="11277600" h="1170305">
                <a:moveTo>
                  <a:pt x="4706620" y="19050"/>
                </a:moveTo>
                <a:lnTo>
                  <a:pt x="4687570" y="19050"/>
                </a:lnTo>
                <a:lnTo>
                  <a:pt x="4687570" y="0"/>
                </a:lnTo>
                <a:lnTo>
                  <a:pt x="4706620" y="0"/>
                </a:lnTo>
                <a:lnTo>
                  <a:pt x="4706620" y="19050"/>
                </a:lnTo>
                <a:close/>
              </a:path>
              <a:path w="11277600" h="1170305">
                <a:moveTo>
                  <a:pt x="4744720" y="19050"/>
                </a:moveTo>
                <a:lnTo>
                  <a:pt x="4725670" y="19050"/>
                </a:lnTo>
                <a:lnTo>
                  <a:pt x="4725670" y="0"/>
                </a:lnTo>
                <a:lnTo>
                  <a:pt x="4744720" y="0"/>
                </a:lnTo>
                <a:lnTo>
                  <a:pt x="4744720" y="19050"/>
                </a:lnTo>
                <a:close/>
              </a:path>
              <a:path w="11277600" h="1170305">
                <a:moveTo>
                  <a:pt x="4782820" y="19050"/>
                </a:moveTo>
                <a:lnTo>
                  <a:pt x="4763770" y="19050"/>
                </a:lnTo>
                <a:lnTo>
                  <a:pt x="4763770" y="0"/>
                </a:lnTo>
                <a:lnTo>
                  <a:pt x="4782820" y="0"/>
                </a:lnTo>
                <a:lnTo>
                  <a:pt x="4782820" y="19050"/>
                </a:lnTo>
                <a:close/>
              </a:path>
              <a:path w="11277600" h="1170305">
                <a:moveTo>
                  <a:pt x="4820920" y="19050"/>
                </a:moveTo>
                <a:lnTo>
                  <a:pt x="4801870" y="19050"/>
                </a:lnTo>
                <a:lnTo>
                  <a:pt x="4801870" y="0"/>
                </a:lnTo>
                <a:lnTo>
                  <a:pt x="4820920" y="0"/>
                </a:lnTo>
                <a:lnTo>
                  <a:pt x="4820920" y="19050"/>
                </a:lnTo>
                <a:close/>
              </a:path>
              <a:path w="11277600" h="1170305">
                <a:moveTo>
                  <a:pt x="4859020" y="19050"/>
                </a:moveTo>
                <a:lnTo>
                  <a:pt x="4839970" y="19050"/>
                </a:lnTo>
                <a:lnTo>
                  <a:pt x="4839970" y="0"/>
                </a:lnTo>
                <a:lnTo>
                  <a:pt x="4859020" y="0"/>
                </a:lnTo>
                <a:lnTo>
                  <a:pt x="4859020" y="19050"/>
                </a:lnTo>
                <a:close/>
              </a:path>
              <a:path w="11277600" h="1170305">
                <a:moveTo>
                  <a:pt x="4897120" y="19050"/>
                </a:moveTo>
                <a:lnTo>
                  <a:pt x="4878070" y="19050"/>
                </a:lnTo>
                <a:lnTo>
                  <a:pt x="4878070" y="0"/>
                </a:lnTo>
                <a:lnTo>
                  <a:pt x="4897120" y="0"/>
                </a:lnTo>
                <a:lnTo>
                  <a:pt x="4897120" y="19050"/>
                </a:lnTo>
                <a:close/>
              </a:path>
              <a:path w="11277600" h="1170305">
                <a:moveTo>
                  <a:pt x="4935220" y="19050"/>
                </a:moveTo>
                <a:lnTo>
                  <a:pt x="4916170" y="19050"/>
                </a:lnTo>
                <a:lnTo>
                  <a:pt x="4916170" y="0"/>
                </a:lnTo>
                <a:lnTo>
                  <a:pt x="4935220" y="0"/>
                </a:lnTo>
                <a:lnTo>
                  <a:pt x="4935220" y="19050"/>
                </a:lnTo>
                <a:close/>
              </a:path>
              <a:path w="11277600" h="1170305">
                <a:moveTo>
                  <a:pt x="4973320" y="19050"/>
                </a:moveTo>
                <a:lnTo>
                  <a:pt x="4954270" y="19050"/>
                </a:lnTo>
                <a:lnTo>
                  <a:pt x="4954270" y="0"/>
                </a:lnTo>
                <a:lnTo>
                  <a:pt x="4973320" y="0"/>
                </a:lnTo>
                <a:lnTo>
                  <a:pt x="4973320" y="19050"/>
                </a:lnTo>
                <a:close/>
              </a:path>
              <a:path w="11277600" h="1170305">
                <a:moveTo>
                  <a:pt x="5011420" y="19050"/>
                </a:moveTo>
                <a:lnTo>
                  <a:pt x="4992370" y="19050"/>
                </a:lnTo>
                <a:lnTo>
                  <a:pt x="4992370" y="0"/>
                </a:lnTo>
                <a:lnTo>
                  <a:pt x="5011420" y="0"/>
                </a:lnTo>
                <a:lnTo>
                  <a:pt x="5011420" y="19050"/>
                </a:lnTo>
                <a:close/>
              </a:path>
              <a:path w="11277600" h="1170305">
                <a:moveTo>
                  <a:pt x="5049520" y="19050"/>
                </a:moveTo>
                <a:lnTo>
                  <a:pt x="5030470" y="19050"/>
                </a:lnTo>
                <a:lnTo>
                  <a:pt x="5030470" y="0"/>
                </a:lnTo>
                <a:lnTo>
                  <a:pt x="5049520" y="0"/>
                </a:lnTo>
                <a:lnTo>
                  <a:pt x="5049520" y="19050"/>
                </a:lnTo>
                <a:close/>
              </a:path>
              <a:path w="11277600" h="1170305">
                <a:moveTo>
                  <a:pt x="5087620" y="19050"/>
                </a:moveTo>
                <a:lnTo>
                  <a:pt x="5068570" y="19050"/>
                </a:lnTo>
                <a:lnTo>
                  <a:pt x="5068570" y="0"/>
                </a:lnTo>
                <a:lnTo>
                  <a:pt x="5087620" y="0"/>
                </a:lnTo>
                <a:lnTo>
                  <a:pt x="5087620" y="19050"/>
                </a:lnTo>
                <a:close/>
              </a:path>
              <a:path w="11277600" h="1170305">
                <a:moveTo>
                  <a:pt x="5125720" y="19050"/>
                </a:moveTo>
                <a:lnTo>
                  <a:pt x="5106670" y="19050"/>
                </a:lnTo>
                <a:lnTo>
                  <a:pt x="5106670" y="0"/>
                </a:lnTo>
                <a:lnTo>
                  <a:pt x="5125720" y="0"/>
                </a:lnTo>
                <a:lnTo>
                  <a:pt x="5125720" y="19050"/>
                </a:lnTo>
                <a:close/>
              </a:path>
              <a:path w="11277600" h="1170305">
                <a:moveTo>
                  <a:pt x="5163820" y="19050"/>
                </a:moveTo>
                <a:lnTo>
                  <a:pt x="5144770" y="19050"/>
                </a:lnTo>
                <a:lnTo>
                  <a:pt x="5144770" y="0"/>
                </a:lnTo>
                <a:lnTo>
                  <a:pt x="5163820" y="0"/>
                </a:lnTo>
                <a:lnTo>
                  <a:pt x="5163820" y="19050"/>
                </a:lnTo>
                <a:close/>
              </a:path>
              <a:path w="11277600" h="1170305">
                <a:moveTo>
                  <a:pt x="5201920" y="19050"/>
                </a:moveTo>
                <a:lnTo>
                  <a:pt x="5182870" y="19050"/>
                </a:lnTo>
                <a:lnTo>
                  <a:pt x="5182870" y="0"/>
                </a:lnTo>
                <a:lnTo>
                  <a:pt x="5201920" y="0"/>
                </a:lnTo>
                <a:lnTo>
                  <a:pt x="5201920" y="19050"/>
                </a:lnTo>
                <a:close/>
              </a:path>
              <a:path w="11277600" h="1170305">
                <a:moveTo>
                  <a:pt x="5240020" y="19050"/>
                </a:moveTo>
                <a:lnTo>
                  <a:pt x="5220970" y="19050"/>
                </a:lnTo>
                <a:lnTo>
                  <a:pt x="5220970" y="0"/>
                </a:lnTo>
                <a:lnTo>
                  <a:pt x="5240020" y="0"/>
                </a:lnTo>
                <a:lnTo>
                  <a:pt x="5240020" y="19050"/>
                </a:lnTo>
                <a:close/>
              </a:path>
              <a:path w="11277600" h="1170305">
                <a:moveTo>
                  <a:pt x="5278120" y="19050"/>
                </a:moveTo>
                <a:lnTo>
                  <a:pt x="5259070" y="19050"/>
                </a:lnTo>
                <a:lnTo>
                  <a:pt x="5259070" y="0"/>
                </a:lnTo>
                <a:lnTo>
                  <a:pt x="5278120" y="0"/>
                </a:lnTo>
                <a:lnTo>
                  <a:pt x="5278120" y="19050"/>
                </a:lnTo>
                <a:close/>
              </a:path>
              <a:path w="11277600" h="1170305">
                <a:moveTo>
                  <a:pt x="5316220" y="19050"/>
                </a:moveTo>
                <a:lnTo>
                  <a:pt x="5297170" y="19050"/>
                </a:lnTo>
                <a:lnTo>
                  <a:pt x="5297170" y="0"/>
                </a:lnTo>
                <a:lnTo>
                  <a:pt x="5316220" y="0"/>
                </a:lnTo>
                <a:lnTo>
                  <a:pt x="5316220" y="19050"/>
                </a:lnTo>
                <a:close/>
              </a:path>
              <a:path w="11277600" h="1170305">
                <a:moveTo>
                  <a:pt x="5354320" y="19050"/>
                </a:moveTo>
                <a:lnTo>
                  <a:pt x="5335270" y="19050"/>
                </a:lnTo>
                <a:lnTo>
                  <a:pt x="5335270" y="0"/>
                </a:lnTo>
                <a:lnTo>
                  <a:pt x="5354320" y="0"/>
                </a:lnTo>
                <a:lnTo>
                  <a:pt x="5354320" y="19050"/>
                </a:lnTo>
                <a:close/>
              </a:path>
              <a:path w="11277600" h="1170305">
                <a:moveTo>
                  <a:pt x="5392420" y="19050"/>
                </a:moveTo>
                <a:lnTo>
                  <a:pt x="5373370" y="19050"/>
                </a:lnTo>
                <a:lnTo>
                  <a:pt x="5373370" y="0"/>
                </a:lnTo>
                <a:lnTo>
                  <a:pt x="5392420" y="0"/>
                </a:lnTo>
                <a:lnTo>
                  <a:pt x="5392420" y="19050"/>
                </a:lnTo>
                <a:close/>
              </a:path>
              <a:path w="11277600" h="1170305">
                <a:moveTo>
                  <a:pt x="5430520" y="19050"/>
                </a:moveTo>
                <a:lnTo>
                  <a:pt x="5411470" y="19050"/>
                </a:lnTo>
                <a:lnTo>
                  <a:pt x="5411470" y="0"/>
                </a:lnTo>
                <a:lnTo>
                  <a:pt x="5430520" y="0"/>
                </a:lnTo>
                <a:lnTo>
                  <a:pt x="5430520" y="19050"/>
                </a:lnTo>
                <a:close/>
              </a:path>
              <a:path w="11277600" h="1170305">
                <a:moveTo>
                  <a:pt x="5468620" y="19050"/>
                </a:moveTo>
                <a:lnTo>
                  <a:pt x="5449570" y="19050"/>
                </a:lnTo>
                <a:lnTo>
                  <a:pt x="5449570" y="0"/>
                </a:lnTo>
                <a:lnTo>
                  <a:pt x="5468620" y="0"/>
                </a:lnTo>
                <a:lnTo>
                  <a:pt x="5468620" y="19050"/>
                </a:lnTo>
                <a:close/>
              </a:path>
              <a:path w="11277600" h="1170305">
                <a:moveTo>
                  <a:pt x="5506720" y="19050"/>
                </a:moveTo>
                <a:lnTo>
                  <a:pt x="5487670" y="19050"/>
                </a:lnTo>
                <a:lnTo>
                  <a:pt x="5487670" y="0"/>
                </a:lnTo>
                <a:lnTo>
                  <a:pt x="5506720" y="0"/>
                </a:lnTo>
                <a:lnTo>
                  <a:pt x="5506720" y="19050"/>
                </a:lnTo>
                <a:close/>
              </a:path>
              <a:path w="11277600" h="1170305">
                <a:moveTo>
                  <a:pt x="5544820" y="19050"/>
                </a:moveTo>
                <a:lnTo>
                  <a:pt x="5525770" y="19050"/>
                </a:lnTo>
                <a:lnTo>
                  <a:pt x="5525770" y="0"/>
                </a:lnTo>
                <a:lnTo>
                  <a:pt x="5544820" y="0"/>
                </a:lnTo>
                <a:lnTo>
                  <a:pt x="5544820" y="19050"/>
                </a:lnTo>
                <a:close/>
              </a:path>
              <a:path w="11277600" h="1170305">
                <a:moveTo>
                  <a:pt x="5582920" y="19050"/>
                </a:moveTo>
                <a:lnTo>
                  <a:pt x="5563870" y="19050"/>
                </a:lnTo>
                <a:lnTo>
                  <a:pt x="5563870" y="0"/>
                </a:lnTo>
                <a:lnTo>
                  <a:pt x="5582920" y="0"/>
                </a:lnTo>
                <a:lnTo>
                  <a:pt x="5582920" y="19050"/>
                </a:lnTo>
                <a:close/>
              </a:path>
              <a:path w="11277600" h="1170305">
                <a:moveTo>
                  <a:pt x="5621020" y="19050"/>
                </a:moveTo>
                <a:lnTo>
                  <a:pt x="5601970" y="19050"/>
                </a:lnTo>
                <a:lnTo>
                  <a:pt x="5601970" y="0"/>
                </a:lnTo>
                <a:lnTo>
                  <a:pt x="5621020" y="0"/>
                </a:lnTo>
                <a:lnTo>
                  <a:pt x="5621020" y="19050"/>
                </a:lnTo>
                <a:close/>
              </a:path>
              <a:path w="11277600" h="1170305">
                <a:moveTo>
                  <a:pt x="5659120" y="19050"/>
                </a:moveTo>
                <a:lnTo>
                  <a:pt x="5640070" y="19050"/>
                </a:lnTo>
                <a:lnTo>
                  <a:pt x="5640070" y="0"/>
                </a:lnTo>
                <a:lnTo>
                  <a:pt x="5659120" y="0"/>
                </a:lnTo>
                <a:lnTo>
                  <a:pt x="5659120" y="19050"/>
                </a:lnTo>
                <a:close/>
              </a:path>
              <a:path w="11277600" h="1170305">
                <a:moveTo>
                  <a:pt x="5697220" y="19050"/>
                </a:moveTo>
                <a:lnTo>
                  <a:pt x="5678170" y="19050"/>
                </a:lnTo>
                <a:lnTo>
                  <a:pt x="5678170" y="0"/>
                </a:lnTo>
                <a:lnTo>
                  <a:pt x="5697220" y="0"/>
                </a:lnTo>
                <a:lnTo>
                  <a:pt x="5697220" y="19050"/>
                </a:lnTo>
                <a:close/>
              </a:path>
              <a:path w="11277600" h="1170305">
                <a:moveTo>
                  <a:pt x="5735320" y="19050"/>
                </a:moveTo>
                <a:lnTo>
                  <a:pt x="5716270" y="19050"/>
                </a:lnTo>
                <a:lnTo>
                  <a:pt x="5716270" y="0"/>
                </a:lnTo>
                <a:lnTo>
                  <a:pt x="5735320" y="0"/>
                </a:lnTo>
                <a:lnTo>
                  <a:pt x="5735320" y="19050"/>
                </a:lnTo>
                <a:close/>
              </a:path>
              <a:path w="11277600" h="1170305">
                <a:moveTo>
                  <a:pt x="5773420" y="19050"/>
                </a:moveTo>
                <a:lnTo>
                  <a:pt x="5754370" y="19050"/>
                </a:lnTo>
                <a:lnTo>
                  <a:pt x="5754370" y="0"/>
                </a:lnTo>
                <a:lnTo>
                  <a:pt x="5773420" y="0"/>
                </a:lnTo>
                <a:lnTo>
                  <a:pt x="5773420" y="19050"/>
                </a:lnTo>
                <a:close/>
              </a:path>
              <a:path w="11277600" h="1170305">
                <a:moveTo>
                  <a:pt x="5811520" y="19050"/>
                </a:moveTo>
                <a:lnTo>
                  <a:pt x="5792470" y="19050"/>
                </a:lnTo>
                <a:lnTo>
                  <a:pt x="5792470" y="0"/>
                </a:lnTo>
                <a:lnTo>
                  <a:pt x="5811520" y="0"/>
                </a:lnTo>
                <a:lnTo>
                  <a:pt x="5811520" y="19050"/>
                </a:lnTo>
                <a:close/>
              </a:path>
              <a:path w="11277600" h="1170305">
                <a:moveTo>
                  <a:pt x="5849620" y="19050"/>
                </a:moveTo>
                <a:lnTo>
                  <a:pt x="5830570" y="19050"/>
                </a:lnTo>
                <a:lnTo>
                  <a:pt x="5830570" y="0"/>
                </a:lnTo>
                <a:lnTo>
                  <a:pt x="5849620" y="0"/>
                </a:lnTo>
                <a:lnTo>
                  <a:pt x="5849620" y="19050"/>
                </a:lnTo>
                <a:close/>
              </a:path>
              <a:path w="11277600" h="1170305">
                <a:moveTo>
                  <a:pt x="5887720" y="19050"/>
                </a:moveTo>
                <a:lnTo>
                  <a:pt x="5868670" y="19050"/>
                </a:lnTo>
                <a:lnTo>
                  <a:pt x="5868670" y="0"/>
                </a:lnTo>
                <a:lnTo>
                  <a:pt x="5887720" y="0"/>
                </a:lnTo>
                <a:lnTo>
                  <a:pt x="5887720" y="19050"/>
                </a:lnTo>
                <a:close/>
              </a:path>
              <a:path w="11277600" h="1170305">
                <a:moveTo>
                  <a:pt x="5925820" y="19050"/>
                </a:moveTo>
                <a:lnTo>
                  <a:pt x="5906770" y="19050"/>
                </a:lnTo>
                <a:lnTo>
                  <a:pt x="5906770" y="0"/>
                </a:lnTo>
                <a:lnTo>
                  <a:pt x="5925820" y="0"/>
                </a:lnTo>
                <a:lnTo>
                  <a:pt x="5925820" y="19050"/>
                </a:lnTo>
                <a:close/>
              </a:path>
              <a:path w="11277600" h="1170305">
                <a:moveTo>
                  <a:pt x="5963920" y="19050"/>
                </a:moveTo>
                <a:lnTo>
                  <a:pt x="5944870" y="19050"/>
                </a:lnTo>
                <a:lnTo>
                  <a:pt x="5944870" y="0"/>
                </a:lnTo>
                <a:lnTo>
                  <a:pt x="5963920" y="0"/>
                </a:lnTo>
                <a:lnTo>
                  <a:pt x="5963920" y="19050"/>
                </a:lnTo>
                <a:close/>
              </a:path>
              <a:path w="11277600" h="1170305">
                <a:moveTo>
                  <a:pt x="6002020" y="19050"/>
                </a:moveTo>
                <a:lnTo>
                  <a:pt x="5982970" y="19050"/>
                </a:lnTo>
                <a:lnTo>
                  <a:pt x="5982970" y="0"/>
                </a:lnTo>
                <a:lnTo>
                  <a:pt x="6002020" y="0"/>
                </a:lnTo>
                <a:lnTo>
                  <a:pt x="6002020" y="19050"/>
                </a:lnTo>
                <a:close/>
              </a:path>
              <a:path w="11277600" h="1170305">
                <a:moveTo>
                  <a:pt x="6040120" y="19050"/>
                </a:moveTo>
                <a:lnTo>
                  <a:pt x="6021070" y="19050"/>
                </a:lnTo>
                <a:lnTo>
                  <a:pt x="6021070" y="0"/>
                </a:lnTo>
                <a:lnTo>
                  <a:pt x="6040120" y="0"/>
                </a:lnTo>
                <a:lnTo>
                  <a:pt x="6040120" y="19050"/>
                </a:lnTo>
                <a:close/>
              </a:path>
              <a:path w="11277600" h="1170305">
                <a:moveTo>
                  <a:pt x="6078220" y="19050"/>
                </a:moveTo>
                <a:lnTo>
                  <a:pt x="6059170" y="19050"/>
                </a:lnTo>
                <a:lnTo>
                  <a:pt x="6059170" y="0"/>
                </a:lnTo>
                <a:lnTo>
                  <a:pt x="6078220" y="0"/>
                </a:lnTo>
                <a:lnTo>
                  <a:pt x="6078220" y="19050"/>
                </a:lnTo>
                <a:close/>
              </a:path>
              <a:path w="11277600" h="1170305">
                <a:moveTo>
                  <a:pt x="6116320" y="19050"/>
                </a:moveTo>
                <a:lnTo>
                  <a:pt x="6097270" y="19050"/>
                </a:lnTo>
                <a:lnTo>
                  <a:pt x="6097270" y="0"/>
                </a:lnTo>
                <a:lnTo>
                  <a:pt x="6116320" y="0"/>
                </a:lnTo>
                <a:lnTo>
                  <a:pt x="6116320" y="19050"/>
                </a:lnTo>
                <a:close/>
              </a:path>
              <a:path w="11277600" h="1170305">
                <a:moveTo>
                  <a:pt x="6154420" y="19050"/>
                </a:moveTo>
                <a:lnTo>
                  <a:pt x="6135370" y="19050"/>
                </a:lnTo>
                <a:lnTo>
                  <a:pt x="6135370" y="0"/>
                </a:lnTo>
                <a:lnTo>
                  <a:pt x="6154420" y="0"/>
                </a:lnTo>
                <a:lnTo>
                  <a:pt x="6154420" y="19050"/>
                </a:lnTo>
                <a:close/>
              </a:path>
              <a:path w="11277600" h="1170305">
                <a:moveTo>
                  <a:pt x="6192520" y="19050"/>
                </a:moveTo>
                <a:lnTo>
                  <a:pt x="6173470" y="19050"/>
                </a:lnTo>
                <a:lnTo>
                  <a:pt x="6173470" y="0"/>
                </a:lnTo>
                <a:lnTo>
                  <a:pt x="6192520" y="0"/>
                </a:lnTo>
                <a:lnTo>
                  <a:pt x="6192520" y="19050"/>
                </a:lnTo>
                <a:close/>
              </a:path>
              <a:path w="11277600" h="1170305">
                <a:moveTo>
                  <a:pt x="6230620" y="19050"/>
                </a:moveTo>
                <a:lnTo>
                  <a:pt x="6211570" y="19050"/>
                </a:lnTo>
                <a:lnTo>
                  <a:pt x="6211570" y="0"/>
                </a:lnTo>
                <a:lnTo>
                  <a:pt x="6230620" y="0"/>
                </a:lnTo>
                <a:lnTo>
                  <a:pt x="6230620" y="19050"/>
                </a:lnTo>
                <a:close/>
              </a:path>
              <a:path w="11277600" h="1170305">
                <a:moveTo>
                  <a:pt x="6268720" y="19050"/>
                </a:moveTo>
                <a:lnTo>
                  <a:pt x="6249670" y="19050"/>
                </a:lnTo>
                <a:lnTo>
                  <a:pt x="6249670" y="0"/>
                </a:lnTo>
                <a:lnTo>
                  <a:pt x="6268720" y="0"/>
                </a:lnTo>
                <a:lnTo>
                  <a:pt x="6268720" y="19050"/>
                </a:lnTo>
                <a:close/>
              </a:path>
              <a:path w="11277600" h="1170305">
                <a:moveTo>
                  <a:pt x="6306820" y="19050"/>
                </a:moveTo>
                <a:lnTo>
                  <a:pt x="6287770" y="19050"/>
                </a:lnTo>
                <a:lnTo>
                  <a:pt x="6287770" y="0"/>
                </a:lnTo>
                <a:lnTo>
                  <a:pt x="6306820" y="0"/>
                </a:lnTo>
                <a:lnTo>
                  <a:pt x="6306820" y="19050"/>
                </a:lnTo>
                <a:close/>
              </a:path>
              <a:path w="11277600" h="1170305">
                <a:moveTo>
                  <a:pt x="6344920" y="19050"/>
                </a:moveTo>
                <a:lnTo>
                  <a:pt x="6325870" y="19050"/>
                </a:lnTo>
                <a:lnTo>
                  <a:pt x="6325870" y="0"/>
                </a:lnTo>
                <a:lnTo>
                  <a:pt x="6344920" y="0"/>
                </a:lnTo>
                <a:lnTo>
                  <a:pt x="6344920" y="19050"/>
                </a:lnTo>
                <a:close/>
              </a:path>
              <a:path w="11277600" h="1170305">
                <a:moveTo>
                  <a:pt x="6383020" y="19050"/>
                </a:moveTo>
                <a:lnTo>
                  <a:pt x="6363970" y="19050"/>
                </a:lnTo>
                <a:lnTo>
                  <a:pt x="6363970" y="0"/>
                </a:lnTo>
                <a:lnTo>
                  <a:pt x="6383020" y="0"/>
                </a:lnTo>
                <a:lnTo>
                  <a:pt x="6383020" y="19050"/>
                </a:lnTo>
                <a:close/>
              </a:path>
              <a:path w="11277600" h="1170305">
                <a:moveTo>
                  <a:pt x="6421120" y="19050"/>
                </a:moveTo>
                <a:lnTo>
                  <a:pt x="6402070" y="19050"/>
                </a:lnTo>
                <a:lnTo>
                  <a:pt x="6402070" y="0"/>
                </a:lnTo>
                <a:lnTo>
                  <a:pt x="6421120" y="0"/>
                </a:lnTo>
                <a:lnTo>
                  <a:pt x="6421120" y="19050"/>
                </a:lnTo>
                <a:close/>
              </a:path>
              <a:path w="11277600" h="1170305">
                <a:moveTo>
                  <a:pt x="6459220" y="19050"/>
                </a:moveTo>
                <a:lnTo>
                  <a:pt x="6440170" y="19050"/>
                </a:lnTo>
                <a:lnTo>
                  <a:pt x="6440170" y="0"/>
                </a:lnTo>
                <a:lnTo>
                  <a:pt x="6459220" y="0"/>
                </a:lnTo>
                <a:lnTo>
                  <a:pt x="6459220" y="19050"/>
                </a:lnTo>
                <a:close/>
              </a:path>
              <a:path w="11277600" h="1170305">
                <a:moveTo>
                  <a:pt x="6497320" y="19050"/>
                </a:moveTo>
                <a:lnTo>
                  <a:pt x="6478270" y="19050"/>
                </a:lnTo>
                <a:lnTo>
                  <a:pt x="6478270" y="0"/>
                </a:lnTo>
                <a:lnTo>
                  <a:pt x="6497320" y="0"/>
                </a:lnTo>
                <a:lnTo>
                  <a:pt x="6497320" y="19050"/>
                </a:lnTo>
                <a:close/>
              </a:path>
              <a:path w="11277600" h="1170305">
                <a:moveTo>
                  <a:pt x="6535420" y="19050"/>
                </a:moveTo>
                <a:lnTo>
                  <a:pt x="6516370" y="19050"/>
                </a:lnTo>
                <a:lnTo>
                  <a:pt x="6516370" y="0"/>
                </a:lnTo>
                <a:lnTo>
                  <a:pt x="6535420" y="0"/>
                </a:lnTo>
                <a:lnTo>
                  <a:pt x="6535420" y="19050"/>
                </a:lnTo>
                <a:close/>
              </a:path>
              <a:path w="11277600" h="1170305">
                <a:moveTo>
                  <a:pt x="6573520" y="19050"/>
                </a:moveTo>
                <a:lnTo>
                  <a:pt x="6554470" y="19050"/>
                </a:lnTo>
                <a:lnTo>
                  <a:pt x="6554470" y="0"/>
                </a:lnTo>
                <a:lnTo>
                  <a:pt x="6573520" y="0"/>
                </a:lnTo>
                <a:lnTo>
                  <a:pt x="6573520" y="19050"/>
                </a:lnTo>
                <a:close/>
              </a:path>
              <a:path w="11277600" h="1170305">
                <a:moveTo>
                  <a:pt x="6611620" y="19050"/>
                </a:moveTo>
                <a:lnTo>
                  <a:pt x="6592570" y="19050"/>
                </a:lnTo>
                <a:lnTo>
                  <a:pt x="6592570" y="0"/>
                </a:lnTo>
                <a:lnTo>
                  <a:pt x="6611620" y="0"/>
                </a:lnTo>
                <a:lnTo>
                  <a:pt x="6611620" y="19050"/>
                </a:lnTo>
                <a:close/>
              </a:path>
              <a:path w="11277600" h="1170305">
                <a:moveTo>
                  <a:pt x="6649720" y="19050"/>
                </a:moveTo>
                <a:lnTo>
                  <a:pt x="6630670" y="19050"/>
                </a:lnTo>
                <a:lnTo>
                  <a:pt x="6630670" y="0"/>
                </a:lnTo>
                <a:lnTo>
                  <a:pt x="6649720" y="0"/>
                </a:lnTo>
                <a:lnTo>
                  <a:pt x="6649720" y="19050"/>
                </a:lnTo>
                <a:close/>
              </a:path>
              <a:path w="11277600" h="1170305">
                <a:moveTo>
                  <a:pt x="6687820" y="19050"/>
                </a:moveTo>
                <a:lnTo>
                  <a:pt x="6668770" y="19050"/>
                </a:lnTo>
                <a:lnTo>
                  <a:pt x="6668770" y="0"/>
                </a:lnTo>
                <a:lnTo>
                  <a:pt x="6687820" y="0"/>
                </a:lnTo>
                <a:lnTo>
                  <a:pt x="6687820" y="19050"/>
                </a:lnTo>
                <a:close/>
              </a:path>
              <a:path w="11277600" h="1170305">
                <a:moveTo>
                  <a:pt x="6725920" y="19050"/>
                </a:moveTo>
                <a:lnTo>
                  <a:pt x="6706870" y="19050"/>
                </a:lnTo>
                <a:lnTo>
                  <a:pt x="6706870" y="0"/>
                </a:lnTo>
                <a:lnTo>
                  <a:pt x="6725920" y="0"/>
                </a:lnTo>
                <a:lnTo>
                  <a:pt x="6725920" y="19050"/>
                </a:lnTo>
                <a:close/>
              </a:path>
              <a:path w="11277600" h="1170305">
                <a:moveTo>
                  <a:pt x="6764020" y="19050"/>
                </a:moveTo>
                <a:lnTo>
                  <a:pt x="6744970" y="19050"/>
                </a:lnTo>
                <a:lnTo>
                  <a:pt x="6744970" y="0"/>
                </a:lnTo>
                <a:lnTo>
                  <a:pt x="6764020" y="0"/>
                </a:lnTo>
                <a:lnTo>
                  <a:pt x="6764020" y="19050"/>
                </a:lnTo>
                <a:close/>
              </a:path>
              <a:path w="11277600" h="1170305">
                <a:moveTo>
                  <a:pt x="6802120" y="19050"/>
                </a:moveTo>
                <a:lnTo>
                  <a:pt x="6783070" y="19050"/>
                </a:lnTo>
                <a:lnTo>
                  <a:pt x="6783070" y="0"/>
                </a:lnTo>
                <a:lnTo>
                  <a:pt x="6802120" y="0"/>
                </a:lnTo>
                <a:lnTo>
                  <a:pt x="6802120" y="19050"/>
                </a:lnTo>
                <a:close/>
              </a:path>
              <a:path w="11277600" h="1170305">
                <a:moveTo>
                  <a:pt x="6840220" y="19050"/>
                </a:moveTo>
                <a:lnTo>
                  <a:pt x="6821170" y="19050"/>
                </a:lnTo>
                <a:lnTo>
                  <a:pt x="6821170" y="0"/>
                </a:lnTo>
                <a:lnTo>
                  <a:pt x="6840220" y="0"/>
                </a:lnTo>
                <a:lnTo>
                  <a:pt x="6840220" y="19050"/>
                </a:lnTo>
                <a:close/>
              </a:path>
              <a:path w="11277600" h="1170305">
                <a:moveTo>
                  <a:pt x="6878320" y="19050"/>
                </a:moveTo>
                <a:lnTo>
                  <a:pt x="6859270" y="19050"/>
                </a:lnTo>
                <a:lnTo>
                  <a:pt x="6859270" y="0"/>
                </a:lnTo>
                <a:lnTo>
                  <a:pt x="6878320" y="0"/>
                </a:lnTo>
                <a:lnTo>
                  <a:pt x="6878320" y="19050"/>
                </a:lnTo>
                <a:close/>
              </a:path>
              <a:path w="11277600" h="1170305">
                <a:moveTo>
                  <a:pt x="6916420" y="19050"/>
                </a:moveTo>
                <a:lnTo>
                  <a:pt x="6897370" y="19050"/>
                </a:lnTo>
                <a:lnTo>
                  <a:pt x="6897370" y="0"/>
                </a:lnTo>
                <a:lnTo>
                  <a:pt x="6916420" y="0"/>
                </a:lnTo>
                <a:lnTo>
                  <a:pt x="6916420" y="19050"/>
                </a:lnTo>
                <a:close/>
              </a:path>
              <a:path w="11277600" h="1170305">
                <a:moveTo>
                  <a:pt x="6954520" y="19050"/>
                </a:moveTo>
                <a:lnTo>
                  <a:pt x="6935470" y="19050"/>
                </a:lnTo>
                <a:lnTo>
                  <a:pt x="6935470" y="0"/>
                </a:lnTo>
                <a:lnTo>
                  <a:pt x="6954520" y="0"/>
                </a:lnTo>
                <a:lnTo>
                  <a:pt x="6954520" y="19050"/>
                </a:lnTo>
                <a:close/>
              </a:path>
              <a:path w="11277600" h="1170305">
                <a:moveTo>
                  <a:pt x="6992620" y="19050"/>
                </a:moveTo>
                <a:lnTo>
                  <a:pt x="6973570" y="19050"/>
                </a:lnTo>
                <a:lnTo>
                  <a:pt x="6973570" y="0"/>
                </a:lnTo>
                <a:lnTo>
                  <a:pt x="6992620" y="0"/>
                </a:lnTo>
                <a:lnTo>
                  <a:pt x="6992620" y="19050"/>
                </a:lnTo>
                <a:close/>
              </a:path>
              <a:path w="11277600" h="1170305">
                <a:moveTo>
                  <a:pt x="7030720" y="19050"/>
                </a:moveTo>
                <a:lnTo>
                  <a:pt x="7011670" y="19050"/>
                </a:lnTo>
                <a:lnTo>
                  <a:pt x="7011670" y="0"/>
                </a:lnTo>
                <a:lnTo>
                  <a:pt x="7030720" y="0"/>
                </a:lnTo>
                <a:lnTo>
                  <a:pt x="7030720" y="19050"/>
                </a:lnTo>
                <a:close/>
              </a:path>
              <a:path w="11277600" h="1170305">
                <a:moveTo>
                  <a:pt x="7068820" y="19050"/>
                </a:moveTo>
                <a:lnTo>
                  <a:pt x="7049770" y="19050"/>
                </a:lnTo>
                <a:lnTo>
                  <a:pt x="7049770" y="0"/>
                </a:lnTo>
                <a:lnTo>
                  <a:pt x="7068820" y="0"/>
                </a:lnTo>
                <a:lnTo>
                  <a:pt x="7068820" y="19050"/>
                </a:lnTo>
                <a:close/>
              </a:path>
              <a:path w="11277600" h="1170305">
                <a:moveTo>
                  <a:pt x="7106920" y="19050"/>
                </a:moveTo>
                <a:lnTo>
                  <a:pt x="7087870" y="19050"/>
                </a:lnTo>
                <a:lnTo>
                  <a:pt x="7087870" y="0"/>
                </a:lnTo>
                <a:lnTo>
                  <a:pt x="7106920" y="0"/>
                </a:lnTo>
                <a:lnTo>
                  <a:pt x="7106920" y="19050"/>
                </a:lnTo>
                <a:close/>
              </a:path>
              <a:path w="11277600" h="1170305">
                <a:moveTo>
                  <a:pt x="7145020" y="19050"/>
                </a:moveTo>
                <a:lnTo>
                  <a:pt x="7125970" y="19050"/>
                </a:lnTo>
                <a:lnTo>
                  <a:pt x="7125970" y="0"/>
                </a:lnTo>
                <a:lnTo>
                  <a:pt x="7145020" y="0"/>
                </a:lnTo>
                <a:lnTo>
                  <a:pt x="7145020" y="19050"/>
                </a:lnTo>
                <a:close/>
              </a:path>
              <a:path w="11277600" h="1170305">
                <a:moveTo>
                  <a:pt x="7183120" y="19050"/>
                </a:moveTo>
                <a:lnTo>
                  <a:pt x="7164070" y="19050"/>
                </a:lnTo>
                <a:lnTo>
                  <a:pt x="7164070" y="0"/>
                </a:lnTo>
                <a:lnTo>
                  <a:pt x="7183120" y="0"/>
                </a:lnTo>
                <a:lnTo>
                  <a:pt x="7183120" y="19050"/>
                </a:lnTo>
                <a:close/>
              </a:path>
              <a:path w="11277600" h="1170305">
                <a:moveTo>
                  <a:pt x="7221220" y="19050"/>
                </a:moveTo>
                <a:lnTo>
                  <a:pt x="7202170" y="19050"/>
                </a:lnTo>
                <a:lnTo>
                  <a:pt x="7202170" y="0"/>
                </a:lnTo>
                <a:lnTo>
                  <a:pt x="7221220" y="0"/>
                </a:lnTo>
                <a:lnTo>
                  <a:pt x="7221220" y="19050"/>
                </a:lnTo>
                <a:close/>
              </a:path>
              <a:path w="11277600" h="1170305">
                <a:moveTo>
                  <a:pt x="7259320" y="19050"/>
                </a:moveTo>
                <a:lnTo>
                  <a:pt x="7240270" y="19050"/>
                </a:lnTo>
                <a:lnTo>
                  <a:pt x="7240270" y="0"/>
                </a:lnTo>
                <a:lnTo>
                  <a:pt x="7259320" y="0"/>
                </a:lnTo>
                <a:lnTo>
                  <a:pt x="7259320" y="19050"/>
                </a:lnTo>
                <a:close/>
              </a:path>
              <a:path w="11277600" h="1170305">
                <a:moveTo>
                  <a:pt x="7297420" y="19050"/>
                </a:moveTo>
                <a:lnTo>
                  <a:pt x="7278370" y="19050"/>
                </a:lnTo>
                <a:lnTo>
                  <a:pt x="7278370" y="0"/>
                </a:lnTo>
                <a:lnTo>
                  <a:pt x="7297420" y="0"/>
                </a:lnTo>
                <a:lnTo>
                  <a:pt x="7297420" y="19050"/>
                </a:lnTo>
                <a:close/>
              </a:path>
              <a:path w="11277600" h="1170305">
                <a:moveTo>
                  <a:pt x="7335520" y="19050"/>
                </a:moveTo>
                <a:lnTo>
                  <a:pt x="7316470" y="19050"/>
                </a:lnTo>
                <a:lnTo>
                  <a:pt x="7316470" y="0"/>
                </a:lnTo>
                <a:lnTo>
                  <a:pt x="7335520" y="0"/>
                </a:lnTo>
                <a:lnTo>
                  <a:pt x="7335520" y="19050"/>
                </a:lnTo>
                <a:close/>
              </a:path>
              <a:path w="11277600" h="1170305">
                <a:moveTo>
                  <a:pt x="7373620" y="19050"/>
                </a:moveTo>
                <a:lnTo>
                  <a:pt x="7354570" y="19050"/>
                </a:lnTo>
                <a:lnTo>
                  <a:pt x="7354570" y="0"/>
                </a:lnTo>
                <a:lnTo>
                  <a:pt x="7373620" y="0"/>
                </a:lnTo>
                <a:lnTo>
                  <a:pt x="7373620" y="19050"/>
                </a:lnTo>
                <a:close/>
              </a:path>
              <a:path w="11277600" h="1170305">
                <a:moveTo>
                  <a:pt x="7411720" y="19050"/>
                </a:moveTo>
                <a:lnTo>
                  <a:pt x="7392670" y="19050"/>
                </a:lnTo>
                <a:lnTo>
                  <a:pt x="7392670" y="0"/>
                </a:lnTo>
                <a:lnTo>
                  <a:pt x="7411720" y="0"/>
                </a:lnTo>
                <a:lnTo>
                  <a:pt x="7411720" y="19050"/>
                </a:lnTo>
                <a:close/>
              </a:path>
              <a:path w="11277600" h="1170305">
                <a:moveTo>
                  <a:pt x="7449820" y="19050"/>
                </a:moveTo>
                <a:lnTo>
                  <a:pt x="7430770" y="19050"/>
                </a:lnTo>
                <a:lnTo>
                  <a:pt x="7430770" y="0"/>
                </a:lnTo>
                <a:lnTo>
                  <a:pt x="7449820" y="0"/>
                </a:lnTo>
                <a:lnTo>
                  <a:pt x="7449820" y="19050"/>
                </a:lnTo>
                <a:close/>
              </a:path>
              <a:path w="11277600" h="1170305">
                <a:moveTo>
                  <a:pt x="7487920" y="19050"/>
                </a:moveTo>
                <a:lnTo>
                  <a:pt x="7468870" y="19050"/>
                </a:lnTo>
                <a:lnTo>
                  <a:pt x="7468870" y="0"/>
                </a:lnTo>
                <a:lnTo>
                  <a:pt x="7487920" y="0"/>
                </a:lnTo>
                <a:lnTo>
                  <a:pt x="7487920" y="19050"/>
                </a:lnTo>
                <a:close/>
              </a:path>
              <a:path w="11277600" h="1170305">
                <a:moveTo>
                  <a:pt x="7526020" y="19050"/>
                </a:moveTo>
                <a:lnTo>
                  <a:pt x="7506970" y="19050"/>
                </a:lnTo>
                <a:lnTo>
                  <a:pt x="7506970" y="0"/>
                </a:lnTo>
                <a:lnTo>
                  <a:pt x="7526020" y="0"/>
                </a:lnTo>
                <a:lnTo>
                  <a:pt x="7526020" y="19050"/>
                </a:lnTo>
                <a:close/>
              </a:path>
              <a:path w="11277600" h="1170305">
                <a:moveTo>
                  <a:pt x="7564120" y="19050"/>
                </a:moveTo>
                <a:lnTo>
                  <a:pt x="7545070" y="19050"/>
                </a:lnTo>
                <a:lnTo>
                  <a:pt x="7545070" y="0"/>
                </a:lnTo>
                <a:lnTo>
                  <a:pt x="7564120" y="0"/>
                </a:lnTo>
                <a:lnTo>
                  <a:pt x="7564120" y="19050"/>
                </a:lnTo>
                <a:close/>
              </a:path>
              <a:path w="11277600" h="1170305">
                <a:moveTo>
                  <a:pt x="7602220" y="19050"/>
                </a:moveTo>
                <a:lnTo>
                  <a:pt x="7583170" y="19050"/>
                </a:lnTo>
                <a:lnTo>
                  <a:pt x="7583170" y="0"/>
                </a:lnTo>
                <a:lnTo>
                  <a:pt x="7602220" y="0"/>
                </a:lnTo>
                <a:lnTo>
                  <a:pt x="7602220" y="19050"/>
                </a:lnTo>
                <a:close/>
              </a:path>
              <a:path w="11277600" h="1170305">
                <a:moveTo>
                  <a:pt x="7640320" y="19050"/>
                </a:moveTo>
                <a:lnTo>
                  <a:pt x="7621270" y="19050"/>
                </a:lnTo>
                <a:lnTo>
                  <a:pt x="7621270" y="0"/>
                </a:lnTo>
                <a:lnTo>
                  <a:pt x="7640320" y="0"/>
                </a:lnTo>
                <a:lnTo>
                  <a:pt x="7640320" y="19050"/>
                </a:lnTo>
                <a:close/>
              </a:path>
              <a:path w="11277600" h="1170305">
                <a:moveTo>
                  <a:pt x="7678420" y="19050"/>
                </a:moveTo>
                <a:lnTo>
                  <a:pt x="7659370" y="19050"/>
                </a:lnTo>
                <a:lnTo>
                  <a:pt x="7659370" y="0"/>
                </a:lnTo>
                <a:lnTo>
                  <a:pt x="7678420" y="0"/>
                </a:lnTo>
                <a:lnTo>
                  <a:pt x="7678420" y="19050"/>
                </a:lnTo>
                <a:close/>
              </a:path>
              <a:path w="11277600" h="1170305">
                <a:moveTo>
                  <a:pt x="7716520" y="19050"/>
                </a:moveTo>
                <a:lnTo>
                  <a:pt x="7697470" y="19050"/>
                </a:lnTo>
                <a:lnTo>
                  <a:pt x="7697470" y="0"/>
                </a:lnTo>
                <a:lnTo>
                  <a:pt x="7716520" y="0"/>
                </a:lnTo>
                <a:lnTo>
                  <a:pt x="7716520" y="19050"/>
                </a:lnTo>
                <a:close/>
              </a:path>
              <a:path w="11277600" h="1170305">
                <a:moveTo>
                  <a:pt x="7754620" y="19050"/>
                </a:moveTo>
                <a:lnTo>
                  <a:pt x="7735570" y="19050"/>
                </a:lnTo>
                <a:lnTo>
                  <a:pt x="7735570" y="0"/>
                </a:lnTo>
                <a:lnTo>
                  <a:pt x="7754620" y="0"/>
                </a:lnTo>
                <a:lnTo>
                  <a:pt x="7754620" y="19050"/>
                </a:lnTo>
                <a:close/>
              </a:path>
              <a:path w="11277600" h="1170305">
                <a:moveTo>
                  <a:pt x="7792720" y="19050"/>
                </a:moveTo>
                <a:lnTo>
                  <a:pt x="7773670" y="19050"/>
                </a:lnTo>
                <a:lnTo>
                  <a:pt x="7773670" y="0"/>
                </a:lnTo>
                <a:lnTo>
                  <a:pt x="7792720" y="0"/>
                </a:lnTo>
                <a:lnTo>
                  <a:pt x="7792720" y="19050"/>
                </a:lnTo>
                <a:close/>
              </a:path>
              <a:path w="11277600" h="1170305">
                <a:moveTo>
                  <a:pt x="7830820" y="19050"/>
                </a:moveTo>
                <a:lnTo>
                  <a:pt x="7811770" y="19050"/>
                </a:lnTo>
                <a:lnTo>
                  <a:pt x="7811770" y="0"/>
                </a:lnTo>
                <a:lnTo>
                  <a:pt x="7830820" y="0"/>
                </a:lnTo>
                <a:lnTo>
                  <a:pt x="7830820" y="19050"/>
                </a:lnTo>
                <a:close/>
              </a:path>
              <a:path w="11277600" h="1170305">
                <a:moveTo>
                  <a:pt x="7868920" y="19050"/>
                </a:moveTo>
                <a:lnTo>
                  <a:pt x="7849870" y="19050"/>
                </a:lnTo>
                <a:lnTo>
                  <a:pt x="7849870" y="0"/>
                </a:lnTo>
                <a:lnTo>
                  <a:pt x="7868920" y="0"/>
                </a:lnTo>
                <a:lnTo>
                  <a:pt x="7868920" y="19050"/>
                </a:lnTo>
                <a:close/>
              </a:path>
              <a:path w="11277600" h="1170305">
                <a:moveTo>
                  <a:pt x="7907020" y="19050"/>
                </a:moveTo>
                <a:lnTo>
                  <a:pt x="7887970" y="19050"/>
                </a:lnTo>
                <a:lnTo>
                  <a:pt x="7887970" y="0"/>
                </a:lnTo>
                <a:lnTo>
                  <a:pt x="7907020" y="0"/>
                </a:lnTo>
                <a:lnTo>
                  <a:pt x="7907020" y="19050"/>
                </a:lnTo>
                <a:close/>
              </a:path>
              <a:path w="11277600" h="1170305">
                <a:moveTo>
                  <a:pt x="7945120" y="19050"/>
                </a:moveTo>
                <a:lnTo>
                  <a:pt x="7926070" y="19050"/>
                </a:lnTo>
                <a:lnTo>
                  <a:pt x="7926070" y="0"/>
                </a:lnTo>
                <a:lnTo>
                  <a:pt x="7945120" y="0"/>
                </a:lnTo>
                <a:lnTo>
                  <a:pt x="7945120" y="19050"/>
                </a:lnTo>
                <a:close/>
              </a:path>
              <a:path w="11277600" h="1170305">
                <a:moveTo>
                  <a:pt x="7983220" y="19050"/>
                </a:moveTo>
                <a:lnTo>
                  <a:pt x="7964170" y="19050"/>
                </a:lnTo>
                <a:lnTo>
                  <a:pt x="7964170" y="0"/>
                </a:lnTo>
                <a:lnTo>
                  <a:pt x="7983220" y="0"/>
                </a:lnTo>
                <a:lnTo>
                  <a:pt x="7983220" y="19050"/>
                </a:lnTo>
                <a:close/>
              </a:path>
              <a:path w="11277600" h="1170305">
                <a:moveTo>
                  <a:pt x="8021320" y="19050"/>
                </a:moveTo>
                <a:lnTo>
                  <a:pt x="8002270" y="19050"/>
                </a:lnTo>
                <a:lnTo>
                  <a:pt x="8002270" y="0"/>
                </a:lnTo>
                <a:lnTo>
                  <a:pt x="8021320" y="0"/>
                </a:lnTo>
                <a:lnTo>
                  <a:pt x="8021320" y="19050"/>
                </a:lnTo>
                <a:close/>
              </a:path>
              <a:path w="11277600" h="1170305">
                <a:moveTo>
                  <a:pt x="8059420" y="19050"/>
                </a:moveTo>
                <a:lnTo>
                  <a:pt x="8040370" y="19050"/>
                </a:lnTo>
                <a:lnTo>
                  <a:pt x="8040370" y="0"/>
                </a:lnTo>
                <a:lnTo>
                  <a:pt x="8059420" y="0"/>
                </a:lnTo>
                <a:lnTo>
                  <a:pt x="8059420" y="19050"/>
                </a:lnTo>
                <a:close/>
              </a:path>
              <a:path w="11277600" h="1170305">
                <a:moveTo>
                  <a:pt x="8097520" y="19050"/>
                </a:moveTo>
                <a:lnTo>
                  <a:pt x="8078470" y="19050"/>
                </a:lnTo>
                <a:lnTo>
                  <a:pt x="8078470" y="0"/>
                </a:lnTo>
                <a:lnTo>
                  <a:pt x="8097520" y="0"/>
                </a:lnTo>
                <a:lnTo>
                  <a:pt x="8097520" y="19050"/>
                </a:lnTo>
                <a:close/>
              </a:path>
              <a:path w="11277600" h="1170305">
                <a:moveTo>
                  <a:pt x="8135620" y="19050"/>
                </a:moveTo>
                <a:lnTo>
                  <a:pt x="8116570" y="19050"/>
                </a:lnTo>
                <a:lnTo>
                  <a:pt x="8116570" y="0"/>
                </a:lnTo>
                <a:lnTo>
                  <a:pt x="8135620" y="0"/>
                </a:lnTo>
                <a:lnTo>
                  <a:pt x="8135620" y="19050"/>
                </a:lnTo>
                <a:close/>
              </a:path>
              <a:path w="11277600" h="1170305">
                <a:moveTo>
                  <a:pt x="8173720" y="19050"/>
                </a:moveTo>
                <a:lnTo>
                  <a:pt x="8154670" y="19050"/>
                </a:lnTo>
                <a:lnTo>
                  <a:pt x="8154670" y="0"/>
                </a:lnTo>
                <a:lnTo>
                  <a:pt x="8173720" y="0"/>
                </a:lnTo>
                <a:lnTo>
                  <a:pt x="8173720" y="19050"/>
                </a:lnTo>
                <a:close/>
              </a:path>
              <a:path w="11277600" h="1170305">
                <a:moveTo>
                  <a:pt x="8211820" y="19050"/>
                </a:moveTo>
                <a:lnTo>
                  <a:pt x="8192770" y="19050"/>
                </a:lnTo>
                <a:lnTo>
                  <a:pt x="8192770" y="0"/>
                </a:lnTo>
                <a:lnTo>
                  <a:pt x="8211820" y="0"/>
                </a:lnTo>
                <a:lnTo>
                  <a:pt x="8211820" y="19050"/>
                </a:lnTo>
                <a:close/>
              </a:path>
              <a:path w="11277600" h="1170305">
                <a:moveTo>
                  <a:pt x="8249920" y="19050"/>
                </a:moveTo>
                <a:lnTo>
                  <a:pt x="8230870" y="19050"/>
                </a:lnTo>
                <a:lnTo>
                  <a:pt x="8230870" y="0"/>
                </a:lnTo>
                <a:lnTo>
                  <a:pt x="8249920" y="0"/>
                </a:lnTo>
                <a:lnTo>
                  <a:pt x="8249920" y="19050"/>
                </a:lnTo>
                <a:close/>
              </a:path>
              <a:path w="11277600" h="1170305">
                <a:moveTo>
                  <a:pt x="8288020" y="19050"/>
                </a:moveTo>
                <a:lnTo>
                  <a:pt x="8268970" y="19050"/>
                </a:lnTo>
                <a:lnTo>
                  <a:pt x="8268970" y="0"/>
                </a:lnTo>
                <a:lnTo>
                  <a:pt x="8288020" y="0"/>
                </a:lnTo>
                <a:lnTo>
                  <a:pt x="8288020" y="19050"/>
                </a:lnTo>
                <a:close/>
              </a:path>
              <a:path w="11277600" h="1170305">
                <a:moveTo>
                  <a:pt x="8326120" y="19050"/>
                </a:moveTo>
                <a:lnTo>
                  <a:pt x="8307070" y="19050"/>
                </a:lnTo>
                <a:lnTo>
                  <a:pt x="8307070" y="0"/>
                </a:lnTo>
                <a:lnTo>
                  <a:pt x="8326120" y="0"/>
                </a:lnTo>
                <a:lnTo>
                  <a:pt x="8326120" y="19050"/>
                </a:lnTo>
                <a:close/>
              </a:path>
              <a:path w="11277600" h="1170305">
                <a:moveTo>
                  <a:pt x="8364220" y="19050"/>
                </a:moveTo>
                <a:lnTo>
                  <a:pt x="8345170" y="19050"/>
                </a:lnTo>
                <a:lnTo>
                  <a:pt x="8345170" y="0"/>
                </a:lnTo>
                <a:lnTo>
                  <a:pt x="8364220" y="0"/>
                </a:lnTo>
                <a:lnTo>
                  <a:pt x="8364220" y="19050"/>
                </a:lnTo>
                <a:close/>
              </a:path>
              <a:path w="11277600" h="1170305">
                <a:moveTo>
                  <a:pt x="8402320" y="19050"/>
                </a:moveTo>
                <a:lnTo>
                  <a:pt x="8383270" y="19050"/>
                </a:lnTo>
                <a:lnTo>
                  <a:pt x="8383270" y="0"/>
                </a:lnTo>
                <a:lnTo>
                  <a:pt x="8402320" y="0"/>
                </a:lnTo>
                <a:lnTo>
                  <a:pt x="8402320" y="19050"/>
                </a:lnTo>
                <a:close/>
              </a:path>
              <a:path w="11277600" h="1170305">
                <a:moveTo>
                  <a:pt x="8440420" y="19050"/>
                </a:moveTo>
                <a:lnTo>
                  <a:pt x="8421370" y="19050"/>
                </a:lnTo>
                <a:lnTo>
                  <a:pt x="8421370" y="0"/>
                </a:lnTo>
                <a:lnTo>
                  <a:pt x="8440420" y="0"/>
                </a:lnTo>
                <a:lnTo>
                  <a:pt x="8440420" y="19050"/>
                </a:lnTo>
                <a:close/>
              </a:path>
              <a:path w="11277600" h="1170305">
                <a:moveTo>
                  <a:pt x="8478520" y="19050"/>
                </a:moveTo>
                <a:lnTo>
                  <a:pt x="8459470" y="19050"/>
                </a:lnTo>
                <a:lnTo>
                  <a:pt x="8459470" y="0"/>
                </a:lnTo>
                <a:lnTo>
                  <a:pt x="8478520" y="0"/>
                </a:lnTo>
                <a:lnTo>
                  <a:pt x="8478520" y="19050"/>
                </a:lnTo>
                <a:close/>
              </a:path>
              <a:path w="11277600" h="1170305">
                <a:moveTo>
                  <a:pt x="8516620" y="19050"/>
                </a:moveTo>
                <a:lnTo>
                  <a:pt x="8497570" y="19050"/>
                </a:lnTo>
                <a:lnTo>
                  <a:pt x="8497570" y="0"/>
                </a:lnTo>
                <a:lnTo>
                  <a:pt x="8516620" y="0"/>
                </a:lnTo>
                <a:lnTo>
                  <a:pt x="8516620" y="19050"/>
                </a:lnTo>
                <a:close/>
              </a:path>
              <a:path w="11277600" h="1170305">
                <a:moveTo>
                  <a:pt x="8554720" y="19050"/>
                </a:moveTo>
                <a:lnTo>
                  <a:pt x="8535670" y="19050"/>
                </a:lnTo>
                <a:lnTo>
                  <a:pt x="8535670" y="0"/>
                </a:lnTo>
                <a:lnTo>
                  <a:pt x="8554720" y="0"/>
                </a:lnTo>
                <a:lnTo>
                  <a:pt x="8554720" y="19050"/>
                </a:lnTo>
                <a:close/>
              </a:path>
              <a:path w="11277600" h="1170305">
                <a:moveTo>
                  <a:pt x="8592820" y="19050"/>
                </a:moveTo>
                <a:lnTo>
                  <a:pt x="8573770" y="19050"/>
                </a:lnTo>
                <a:lnTo>
                  <a:pt x="8573770" y="0"/>
                </a:lnTo>
                <a:lnTo>
                  <a:pt x="8592820" y="0"/>
                </a:lnTo>
                <a:lnTo>
                  <a:pt x="8592820" y="19050"/>
                </a:lnTo>
                <a:close/>
              </a:path>
              <a:path w="11277600" h="1170305">
                <a:moveTo>
                  <a:pt x="8630920" y="19050"/>
                </a:moveTo>
                <a:lnTo>
                  <a:pt x="8611870" y="19050"/>
                </a:lnTo>
                <a:lnTo>
                  <a:pt x="8611870" y="0"/>
                </a:lnTo>
                <a:lnTo>
                  <a:pt x="8630920" y="0"/>
                </a:lnTo>
                <a:lnTo>
                  <a:pt x="8630920" y="19050"/>
                </a:lnTo>
                <a:close/>
              </a:path>
              <a:path w="11277600" h="1170305">
                <a:moveTo>
                  <a:pt x="8669020" y="19050"/>
                </a:moveTo>
                <a:lnTo>
                  <a:pt x="8649970" y="19050"/>
                </a:lnTo>
                <a:lnTo>
                  <a:pt x="8649970" y="0"/>
                </a:lnTo>
                <a:lnTo>
                  <a:pt x="8669020" y="0"/>
                </a:lnTo>
                <a:lnTo>
                  <a:pt x="8669020" y="19050"/>
                </a:lnTo>
                <a:close/>
              </a:path>
              <a:path w="11277600" h="1170305">
                <a:moveTo>
                  <a:pt x="8707120" y="19050"/>
                </a:moveTo>
                <a:lnTo>
                  <a:pt x="8688070" y="19050"/>
                </a:lnTo>
                <a:lnTo>
                  <a:pt x="8688070" y="0"/>
                </a:lnTo>
                <a:lnTo>
                  <a:pt x="8707120" y="0"/>
                </a:lnTo>
                <a:lnTo>
                  <a:pt x="8707120" y="19050"/>
                </a:lnTo>
                <a:close/>
              </a:path>
              <a:path w="11277600" h="1170305">
                <a:moveTo>
                  <a:pt x="8745220" y="19050"/>
                </a:moveTo>
                <a:lnTo>
                  <a:pt x="8726170" y="19050"/>
                </a:lnTo>
                <a:lnTo>
                  <a:pt x="8726170" y="0"/>
                </a:lnTo>
                <a:lnTo>
                  <a:pt x="8745220" y="0"/>
                </a:lnTo>
                <a:lnTo>
                  <a:pt x="8745220" y="19050"/>
                </a:lnTo>
                <a:close/>
              </a:path>
              <a:path w="11277600" h="1170305">
                <a:moveTo>
                  <a:pt x="8783320" y="19050"/>
                </a:moveTo>
                <a:lnTo>
                  <a:pt x="8764270" y="19050"/>
                </a:lnTo>
                <a:lnTo>
                  <a:pt x="8764270" y="0"/>
                </a:lnTo>
                <a:lnTo>
                  <a:pt x="8783320" y="0"/>
                </a:lnTo>
                <a:lnTo>
                  <a:pt x="8783320" y="19050"/>
                </a:lnTo>
                <a:close/>
              </a:path>
              <a:path w="11277600" h="1170305">
                <a:moveTo>
                  <a:pt x="8821420" y="19050"/>
                </a:moveTo>
                <a:lnTo>
                  <a:pt x="8802370" y="19050"/>
                </a:lnTo>
                <a:lnTo>
                  <a:pt x="8802370" y="0"/>
                </a:lnTo>
                <a:lnTo>
                  <a:pt x="8821420" y="0"/>
                </a:lnTo>
                <a:lnTo>
                  <a:pt x="8821420" y="19050"/>
                </a:lnTo>
                <a:close/>
              </a:path>
              <a:path w="11277600" h="1170305">
                <a:moveTo>
                  <a:pt x="8859520" y="19050"/>
                </a:moveTo>
                <a:lnTo>
                  <a:pt x="8840470" y="19050"/>
                </a:lnTo>
                <a:lnTo>
                  <a:pt x="8840470" y="0"/>
                </a:lnTo>
                <a:lnTo>
                  <a:pt x="8859520" y="0"/>
                </a:lnTo>
                <a:lnTo>
                  <a:pt x="8859520" y="19050"/>
                </a:lnTo>
                <a:close/>
              </a:path>
              <a:path w="11277600" h="1170305">
                <a:moveTo>
                  <a:pt x="8897620" y="19050"/>
                </a:moveTo>
                <a:lnTo>
                  <a:pt x="8878570" y="19050"/>
                </a:lnTo>
                <a:lnTo>
                  <a:pt x="8878570" y="0"/>
                </a:lnTo>
                <a:lnTo>
                  <a:pt x="8897620" y="0"/>
                </a:lnTo>
                <a:lnTo>
                  <a:pt x="8897620" y="19050"/>
                </a:lnTo>
                <a:close/>
              </a:path>
              <a:path w="11277600" h="1170305">
                <a:moveTo>
                  <a:pt x="8935720" y="19050"/>
                </a:moveTo>
                <a:lnTo>
                  <a:pt x="8916670" y="19050"/>
                </a:lnTo>
                <a:lnTo>
                  <a:pt x="8916670" y="0"/>
                </a:lnTo>
                <a:lnTo>
                  <a:pt x="8935720" y="0"/>
                </a:lnTo>
                <a:lnTo>
                  <a:pt x="8935720" y="19050"/>
                </a:lnTo>
                <a:close/>
              </a:path>
              <a:path w="11277600" h="1170305">
                <a:moveTo>
                  <a:pt x="8973820" y="19050"/>
                </a:moveTo>
                <a:lnTo>
                  <a:pt x="8954770" y="19050"/>
                </a:lnTo>
                <a:lnTo>
                  <a:pt x="8954770" y="0"/>
                </a:lnTo>
                <a:lnTo>
                  <a:pt x="8973820" y="0"/>
                </a:lnTo>
                <a:lnTo>
                  <a:pt x="8973820" y="19050"/>
                </a:lnTo>
                <a:close/>
              </a:path>
              <a:path w="11277600" h="1170305">
                <a:moveTo>
                  <a:pt x="9011920" y="19050"/>
                </a:moveTo>
                <a:lnTo>
                  <a:pt x="8992870" y="19050"/>
                </a:lnTo>
                <a:lnTo>
                  <a:pt x="8992870" y="0"/>
                </a:lnTo>
                <a:lnTo>
                  <a:pt x="9011920" y="0"/>
                </a:lnTo>
                <a:lnTo>
                  <a:pt x="9011920" y="19050"/>
                </a:lnTo>
                <a:close/>
              </a:path>
              <a:path w="11277600" h="1170305">
                <a:moveTo>
                  <a:pt x="9050020" y="19050"/>
                </a:moveTo>
                <a:lnTo>
                  <a:pt x="9030970" y="19050"/>
                </a:lnTo>
                <a:lnTo>
                  <a:pt x="9030970" y="0"/>
                </a:lnTo>
                <a:lnTo>
                  <a:pt x="9050020" y="0"/>
                </a:lnTo>
                <a:lnTo>
                  <a:pt x="9050020" y="19050"/>
                </a:lnTo>
                <a:close/>
              </a:path>
              <a:path w="11277600" h="1170305">
                <a:moveTo>
                  <a:pt x="9088120" y="19050"/>
                </a:moveTo>
                <a:lnTo>
                  <a:pt x="9069070" y="19050"/>
                </a:lnTo>
                <a:lnTo>
                  <a:pt x="9069070" y="0"/>
                </a:lnTo>
                <a:lnTo>
                  <a:pt x="9088120" y="0"/>
                </a:lnTo>
                <a:lnTo>
                  <a:pt x="9088120" y="19050"/>
                </a:lnTo>
                <a:close/>
              </a:path>
              <a:path w="11277600" h="1170305">
                <a:moveTo>
                  <a:pt x="9126220" y="19050"/>
                </a:moveTo>
                <a:lnTo>
                  <a:pt x="9107170" y="19050"/>
                </a:lnTo>
                <a:lnTo>
                  <a:pt x="9107170" y="0"/>
                </a:lnTo>
                <a:lnTo>
                  <a:pt x="9126220" y="0"/>
                </a:lnTo>
                <a:lnTo>
                  <a:pt x="9126220" y="19050"/>
                </a:lnTo>
                <a:close/>
              </a:path>
              <a:path w="11277600" h="1170305">
                <a:moveTo>
                  <a:pt x="9164320" y="19050"/>
                </a:moveTo>
                <a:lnTo>
                  <a:pt x="9145270" y="19050"/>
                </a:lnTo>
                <a:lnTo>
                  <a:pt x="9145270" y="0"/>
                </a:lnTo>
                <a:lnTo>
                  <a:pt x="9164320" y="0"/>
                </a:lnTo>
                <a:lnTo>
                  <a:pt x="9164320" y="19050"/>
                </a:lnTo>
                <a:close/>
              </a:path>
              <a:path w="11277600" h="1170305">
                <a:moveTo>
                  <a:pt x="9202420" y="19050"/>
                </a:moveTo>
                <a:lnTo>
                  <a:pt x="9183370" y="19050"/>
                </a:lnTo>
                <a:lnTo>
                  <a:pt x="9183370" y="0"/>
                </a:lnTo>
                <a:lnTo>
                  <a:pt x="9202420" y="0"/>
                </a:lnTo>
                <a:lnTo>
                  <a:pt x="9202420" y="19050"/>
                </a:lnTo>
                <a:close/>
              </a:path>
              <a:path w="11277600" h="1170305">
                <a:moveTo>
                  <a:pt x="9240520" y="19050"/>
                </a:moveTo>
                <a:lnTo>
                  <a:pt x="9221470" y="19050"/>
                </a:lnTo>
                <a:lnTo>
                  <a:pt x="9221470" y="0"/>
                </a:lnTo>
                <a:lnTo>
                  <a:pt x="9240520" y="0"/>
                </a:lnTo>
                <a:lnTo>
                  <a:pt x="9240520" y="19050"/>
                </a:lnTo>
                <a:close/>
              </a:path>
              <a:path w="11277600" h="1170305">
                <a:moveTo>
                  <a:pt x="9278620" y="19050"/>
                </a:moveTo>
                <a:lnTo>
                  <a:pt x="9259570" y="19050"/>
                </a:lnTo>
                <a:lnTo>
                  <a:pt x="9259570" y="0"/>
                </a:lnTo>
                <a:lnTo>
                  <a:pt x="9278620" y="0"/>
                </a:lnTo>
                <a:lnTo>
                  <a:pt x="9278620" y="19050"/>
                </a:lnTo>
                <a:close/>
              </a:path>
              <a:path w="11277600" h="1170305">
                <a:moveTo>
                  <a:pt x="9316720" y="19050"/>
                </a:moveTo>
                <a:lnTo>
                  <a:pt x="9297670" y="19050"/>
                </a:lnTo>
                <a:lnTo>
                  <a:pt x="9297670" y="0"/>
                </a:lnTo>
                <a:lnTo>
                  <a:pt x="9316720" y="0"/>
                </a:lnTo>
                <a:lnTo>
                  <a:pt x="9316720" y="19050"/>
                </a:lnTo>
                <a:close/>
              </a:path>
              <a:path w="11277600" h="1170305">
                <a:moveTo>
                  <a:pt x="9354820" y="19050"/>
                </a:moveTo>
                <a:lnTo>
                  <a:pt x="9335770" y="19050"/>
                </a:lnTo>
                <a:lnTo>
                  <a:pt x="9335770" y="0"/>
                </a:lnTo>
                <a:lnTo>
                  <a:pt x="9354820" y="0"/>
                </a:lnTo>
                <a:lnTo>
                  <a:pt x="9354820" y="19050"/>
                </a:lnTo>
                <a:close/>
              </a:path>
              <a:path w="11277600" h="1170305">
                <a:moveTo>
                  <a:pt x="9392920" y="19050"/>
                </a:moveTo>
                <a:lnTo>
                  <a:pt x="9373870" y="19050"/>
                </a:lnTo>
                <a:lnTo>
                  <a:pt x="9373870" y="0"/>
                </a:lnTo>
                <a:lnTo>
                  <a:pt x="9392920" y="0"/>
                </a:lnTo>
                <a:lnTo>
                  <a:pt x="9392920" y="19050"/>
                </a:lnTo>
                <a:close/>
              </a:path>
              <a:path w="11277600" h="1170305">
                <a:moveTo>
                  <a:pt x="9431020" y="19050"/>
                </a:moveTo>
                <a:lnTo>
                  <a:pt x="9411970" y="19050"/>
                </a:lnTo>
                <a:lnTo>
                  <a:pt x="9411970" y="0"/>
                </a:lnTo>
                <a:lnTo>
                  <a:pt x="9431020" y="0"/>
                </a:lnTo>
                <a:lnTo>
                  <a:pt x="9431020" y="19050"/>
                </a:lnTo>
                <a:close/>
              </a:path>
              <a:path w="11277600" h="1170305">
                <a:moveTo>
                  <a:pt x="9469120" y="19050"/>
                </a:moveTo>
                <a:lnTo>
                  <a:pt x="9450070" y="19050"/>
                </a:lnTo>
                <a:lnTo>
                  <a:pt x="9450070" y="0"/>
                </a:lnTo>
                <a:lnTo>
                  <a:pt x="9469120" y="0"/>
                </a:lnTo>
                <a:lnTo>
                  <a:pt x="9469120" y="19050"/>
                </a:lnTo>
                <a:close/>
              </a:path>
              <a:path w="11277600" h="1170305">
                <a:moveTo>
                  <a:pt x="9507220" y="19050"/>
                </a:moveTo>
                <a:lnTo>
                  <a:pt x="9488170" y="19050"/>
                </a:lnTo>
                <a:lnTo>
                  <a:pt x="9488170" y="0"/>
                </a:lnTo>
                <a:lnTo>
                  <a:pt x="9507220" y="0"/>
                </a:lnTo>
                <a:lnTo>
                  <a:pt x="9507220" y="19050"/>
                </a:lnTo>
                <a:close/>
              </a:path>
              <a:path w="11277600" h="1170305">
                <a:moveTo>
                  <a:pt x="9545320" y="19050"/>
                </a:moveTo>
                <a:lnTo>
                  <a:pt x="9526270" y="19050"/>
                </a:lnTo>
                <a:lnTo>
                  <a:pt x="9526270" y="0"/>
                </a:lnTo>
                <a:lnTo>
                  <a:pt x="9545320" y="0"/>
                </a:lnTo>
                <a:lnTo>
                  <a:pt x="9545320" y="19050"/>
                </a:lnTo>
                <a:close/>
              </a:path>
              <a:path w="11277600" h="1170305">
                <a:moveTo>
                  <a:pt x="9583420" y="19050"/>
                </a:moveTo>
                <a:lnTo>
                  <a:pt x="9564370" y="19050"/>
                </a:lnTo>
                <a:lnTo>
                  <a:pt x="9564370" y="0"/>
                </a:lnTo>
                <a:lnTo>
                  <a:pt x="9583420" y="0"/>
                </a:lnTo>
                <a:lnTo>
                  <a:pt x="9583420" y="19050"/>
                </a:lnTo>
                <a:close/>
              </a:path>
              <a:path w="11277600" h="1170305">
                <a:moveTo>
                  <a:pt x="9621520" y="19050"/>
                </a:moveTo>
                <a:lnTo>
                  <a:pt x="9602470" y="19050"/>
                </a:lnTo>
                <a:lnTo>
                  <a:pt x="9602470" y="0"/>
                </a:lnTo>
                <a:lnTo>
                  <a:pt x="9621520" y="0"/>
                </a:lnTo>
                <a:lnTo>
                  <a:pt x="9621520" y="19050"/>
                </a:lnTo>
                <a:close/>
              </a:path>
              <a:path w="11277600" h="1170305">
                <a:moveTo>
                  <a:pt x="9659620" y="19050"/>
                </a:moveTo>
                <a:lnTo>
                  <a:pt x="9640570" y="19050"/>
                </a:lnTo>
                <a:lnTo>
                  <a:pt x="9640570" y="0"/>
                </a:lnTo>
                <a:lnTo>
                  <a:pt x="9659620" y="0"/>
                </a:lnTo>
                <a:lnTo>
                  <a:pt x="9659620" y="19050"/>
                </a:lnTo>
                <a:close/>
              </a:path>
              <a:path w="11277600" h="1170305">
                <a:moveTo>
                  <a:pt x="9697720" y="19050"/>
                </a:moveTo>
                <a:lnTo>
                  <a:pt x="9678670" y="19050"/>
                </a:lnTo>
                <a:lnTo>
                  <a:pt x="9678670" y="0"/>
                </a:lnTo>
                <a:lnTo>
                  <a:pt x="9697720" y="0"/>
                </a:lnTo>
                <a:lnTo>
                  <a:pt x="9697720" y="19050"/>
                </a:lnTo>
                <a:close/>
              </a:path>
              <a:path w="11277600" h="1170305">
                <a:moveTo>
                  <a:pt x="9735820" y="19050"/>
                </a:moveTo>
                <a:lnTo>
                  <a:pt x="9716770" y="19050"/>
                </a:lnTo>
                <a:lnTo>
                  <a:pt x="9716770" y="0"/>
                </a:lnTo>
                <a:lnTo>
                  <a:pt x="9735820" y="0"/>
                </a:lnTo>
                <a:lnTo>
                  <a:pt x="9735820" y="19050"/>
                </a:lnTo>
                <a:close/>
              </a:path>
              <a:path w="11277600" h="1170305">
                <a:moveTo>
                  <a:pt x="9773920" y="19050"/>
                </a:moveTo>
                <a:lnTo>
                  <a:pt x="9754870" y="19050"/>
                </a:lnTo>
                <a:lnTo>
                  <a:pt x="9754870" y="0"/>
                </a:lnTo>
                <a:lnTo>
                  <a:pt x="9773920" y="0"/>
                </a:lnTo>
                <a:lnTo>
                  <a:pt x="9773920" y="19050"/>
                </a:lnTo>
                <a:close/>
              </a:path>
              <a:path w="11277600" h="1170305">
                <a:moveTo>
                  <a:pt x="9812020" y="19050"/>
                </a:moveTo>
                <a:lnTo>
                  <a:pt x="9792970" y="19050"/>
                </a:lnTo>
                <a:lnTo>
                  <a:pt x="9792970" y="0"/>
                </a:lnTo>
                <a:lnTo>
                  <a:pt x="9812020" y="0"/>
                </a:lnTo>
                <a:lnTo>
                  <a:pt x="9812020" y="19050"/>
                </a:lnTo>
                <a:close/>
              </a:path>
              <a:path w="11277600" h="1170305">
                <a:moveTo>
                  <a:pt x="9850120" y="19050"/>
                </a:moveTo>
                <a:lnTo>
                  <a:pt x="9831070" y="19050"/>
                </a:lnTo>
                <a:lnTo>
                  <a:pt x="9831070" y="0"/>
                </a:lnTo>
                <a:lnTo>
                  <a:pt x="9850120" y="0"/>
                </a:lnTo>
                <a:lnTo>
                  <a:pt x="9850120" y="19050"/>
                </a:lnTo>
                <a:close/>
              </a:path>
              <a:path w="11277600" h="1170305">
                <a:moveTo>
                  <a:pt x="9888220" y="19050"/>
                </a:moveTo>
                <a:lnTo>
                  <a:pt x="9869170" y="19050"/>
                </a:lnTo>
                <a:lnTo>
                  <a:pt x="9869170" y="0"/>
                </a:lnTo>
                <a:lnTo>
                  <a:pt x="9888220" y="0"/>
                </a:lnTo>
                <a:lnTo>
                  <a:pt x="9888220" y="19050"/>
                </a:lnTo>
                <a:close/>
              </a:path>
              <a:path w="11277600" h="1170305">
                <a:moveTo>
                  <a:pt x="9926320" y="19050"/>
                </a:moveTo>
                <a:lnTo>
                  <a:pt x="9907270" y="19050"/>
                </a:lnTo>
                <a:lnTo>
                  <a:pt x="9907270" y="0"/>
                </a:lnTo>
                <a:lnTo>
                  <a:pt x="9926320" y="0"/>
                </a:lnTo>
                <a:lnTo>
                  <a:pt x="9926320" y="19050"/>
                </a:lnTo>
                <a:close/>
              </a:path>
              <a:path w="11277600" h="1170305">
                <a:moveTo>
                  <a:pt x="9964420" y="19050"/>
                </a:moveTo>
                <a:lnTo>
                  <a:pt x="9945370" y="19050"/>
                </a:lnTo>
                <a:lnTo>
                  <a:pt x="9945370" y="0"/>
                </a:lnTo>
                <a:lnTo>
                  <a:pt x="9964420" y="0"/>
                </a:lnTo>
                <a:lnTo>
                  <a:pt x="9964420" y="19050"/>
                </a:lnTo>
                <a:close/>
              </a:path>
              <a:path w="11277600" h="1170305">
                <a:moveTo>
                  <a:pt x="10002520" y="19050"/>
                </a:moveTo>
                <a:lnTo>
                  <a:pt x="9983470" y="19050"/>
                </a:lnTo>
                <a:lnTo>
                  <a:pt x="9983470" y="0"/>
                </a:lnTo>
                <a:lnTo>
                  <a:pt x="10002520" y="0"/>
                </a:lnTo>
                <a:lnTo>
                  <a:pt x="10002520" y="19050"/>
                </a:lnTo>
                <a:close/>
              </a:path>
              <a:path w="11277600" h="1170305">
                <a:moveTo>
                  <a:pt x="10040620" y="19050"/>
                </a:moveTo>
                <a:lnTo>
                  <a:pt x="10021570" y="19050"/>
                </a:lnTo>
                <a:lnTo>
                  <a:pt x="10021570" y="0"/>
                </a:lnTo>
                <a:lnTo>
                  <a:pt x="10040620" y="0"/>
                </a:lnTo>
                <a:lnTo>
                  <a:pt x="10040620" y="19050"/>
                </a:lnTo>
                <a:close/>
              </a:path>
              <a:path w="11277600" h="1170305">
                <a:moveTo>
                  <a:pt x="10078720" y="19050"/>
                </a:moveTo>
                <a:lnTo>
                  <a:pt x="10059670" y="19050"/>
                </a:lnTo>
                <a:lnTo>
                  <a:pt x="10059670" y="0"/>
                </a:lnTo>
                <a:lnTo>
                  <a:pt x="10078720" y="0"/>
                </a:lnTo>
                <a:lnTo>
                  <a:pt x="10078720" y="19050"/>
                </a:lnTo>
                <a:close/>
              </a:path>
              <a:path w="11277600" h="1170305">
                <a:moveTo>
                  <a:pt x="10116820" y="19050"/>
                </a:moveTo>
                <a:lnTo>
                  <a:pt x="10097770" y="19050"/>
                </a:lnTo>
                <a:lnTo>
                  <a:pt x="10097770" y="0"/>
                </a:lnTo>
                <a:lnTo>
                  <a:pt x="10116820" y="0"/>
                </a:lnTo>
                <a:lnTo>
                  <a:pt x="10116820" y="19050"/>
                </a:lnTo>
                <a:close/>
              </a:path>
              <a:path w="11277600" h="1170305">
                <a:moveTo>
                  <a:pt x="10154920" y="19050"/>
                </a:moveTo>
                <a:lnTo>
                  <a:pt x="10135870" y="19050"/>
                </a:lnTo>
                <a:lnTo>
                  <a:pt x="10135870" y="0"/>
                </a:lnTo>
                <a:lnTo>
                  <a:pt x="10154920" y="0"/>
                </a:lnTo>
                <a:lnTo>
                  <a:pt x="10154920" y="19050"/>
                </a:lnTo>
                <a:close/>
              </a:path>
              <a:path w="11277600" h="1170305">
                <a:moveTo>
                  <a:pt x="10193020" y="19050"/>
                </a:moveTo>
                <a:lnTo>
                  <a:pt x="10173970" y="19050"/>
                </a:lnTo>
                <a:lnTo>
                  <a:pt x="10173970" y="0"/>
                </a:lnTo>
                <a:lnTo>
                  <a:pt x="10193020" y="0"/>
                </a:lnTo>
                <a:lnTo>
                  <a:pt x="10193020" y="19050"/>
                </a:lnTo>
                <a:close/>
              </a:path>
              <a:path w="11277600" h="1170305">
                <a:moveTo>
                  <a:pt x="10231120" y="19050"/>
                </a:moveTo>
                <a:lnTo>
                  <a:pt x="10212070" y="19050"/>
                </a:lnTo>
                <a:lnTo>
                  <a:pt x="10212070" y="0"/>
                </a:lnTo>
                <a:lnTo>
                  <a:pt x="10231120" y="0"/>
                </a:lnTo>
                <a:lnTo>
                  <a:pt x="10231120" y="19050"/>
                </a:lnTo>
                <a:close/>
              </a:path>
              <a:path w="11277600" h="1170305">
                <a:moveTo>
                  <a:pt x="10269220" y="19050"/>
                </a:moveTo>
                <a:lnTo>
                  <a:pt x="10250170" y="19050"/>
                </a:lnTo>
                <a:lnTo>
                  <a:pt x="10250170" y="0"/>
                </a:lnTo>
                <a:lnTo>
                  <a:pt x="10269220" y="0"/>
                </a:lnTo>
                <a:lnTo>
                  <a:pt x="10269220" y="19050"/>
                </a:lnTo>
                <a:close/>
              </a:path>
              <a:path w="11277600" h="1170305">
                <a:moveTo>
                  <a:pt x="10307320" y="19050"/>
                </a:moveTo>
                <a:lnTo>
                  <a:pt x="10288270" y="19050"/>
                </a:lnTo>
                <a:lnTo>
                  <a:pt x="10288270" y="0"/>
                </a:lnTo>
                <a:lnTo>
                  <a:pt x="10307320" y="0"/>
                </a:lnTo>
                <a:lnTo>
                  <a:pt x="10307320" y="19050"/>
                </a:lnTo>
                <a:close/>
              </a:path>
              <a:path w="11277600" h="1170305">
                <a:moveTo>
                  <a:pt x="10345420" y="19050"/>
                </a:moveTo>
                <a:lnTo>
                  <a:pt x="10326370" y="19050"/>
                </a:lnTo>
                <a:lnTo>
                  <a:pt x="10326370" y="0"/>
                </a:lnTo>
                <a:lnTo>
                  <a:pt x="10345420" y="0"/>
                </a:lnTo>
                <a:lnTo>
                  <a:pt x="10345420" y="19050"/>
                </a:lnTo>
                <a:close/>
              </a:path>
              <a:path w="11277600" h="1170305">
                <a:moveTo>
                  <a:pt x="10383520" y="19050"/>
                </a:moveTo>
                <a:lnTo>
                  <a:pt x="10364470" y="19050"/>
                </a:lnTo>
                <a:lnTo>
                  <a:pt x="10364470" y="0"/>
                </a:lnTo>
                <a:lnTo>
                  <a:pt x="10383520" y="0"/>
                </a:lnTo>
                <a:lnTo>
                  <a:pt x="10383520" y="19050"/>
                </a:lnTo>
                <a:close/>
              </a:path>
              <a:path w="11277600" h="1170305">
                <a:moveTo>
                  <a:pt x="10421620" y="19050"/>
                </a:moveTo>
                <a:lnTo>
                  <a:pt x="10402570" y="19050"/>
                </a:lnTo>
                <a:lnTo>
                  <a:pt x="10402570" y="0"/>
                </a:lnTo>
                <a:lnTo>
                  <a:pt x="10421620" y="0"/>
                </a:lnTo>
                <a:lnTo>
                  <a:pt x="10421620" y="19050"/>
                </a:lnTo>
                <a:close/>
              </a:path>
              <a:path w="11277600" h="1170305">
                <a:moveTo>
                  <a:pt x="10459720" y="19050"/>
                </a:moveTo>
                <a:lnTo>
                  <a:pt x="10440670" y="19050"/>
                </a:lnTo>
                <a:lnTo>
                  <a:pt x="10440670" y="0"/>
                </a:lnTo>
                <a:lnTo>
                  <a:pt x="10459720" y="0"/>
                </a:lnTo>
                <a:lnTo>
                  <a:pt x="10459720" y="19050"/>
                </a:lnTo>
                <a:close/>
              </a:path>
              <a:path w="11277600" h="1170305">
                <a:moveTo>
                  <a:pt x="10497820" y="19050"/>
                </a:moveTo>
                <a:lnTo>
                  <a:pt x="10478770" y="19050"/>
                </a:lnTo>
                <a:lnTo>
                  <a:pt x="10478770" y="0"/>
                </a:lnTo>
                <a:lnTo>
                  <a:pt x="10497820" y="0"/>
                </a:lnTo>
                <a:lnTo>
                  <a:pt x="10497820" y="19050"/>
                </a:lnTo>
                <a:close/>
              </a:path>
              <a:path w="11277600" h="1170305">
                <a:moveTo>
                  <a:pt x="10535920" y="19050"/>
                </a:moveTo>
                <a:lnTo>
                  <a:pt x="10516870" y="19050"/>
                </a:lnTo>
                <a:lnTo>
                  <a:pt x="10516870" y="0"/>
                </a:lnTo>
                <a:lnTo>
                  <a:pt x="10535920" y="0"/>
                </a:lnTo>
                <a:lnTo>
                  <a:pt x="10535920" y="19050"/>
                </a:lnTo>
                <a:close/>
              </a:path>
              <a:path w="11277600" h="1170305">
                <a:moveTo>
                  <a:pt x="10574020" y="19050"/>
                </a:moveTo>
                <a:lnTo>
                  <a:pt x="10554970" y="19050"/>
                </a:lnTo>
                <a:lnTo>
                  <a:pt x="10554970" y="0"/>
                </a:lnTo>
                <a:lnTo>
                  <a:pt x="10574020" y="0"/>
                </a:lnTo>
                <a:lnTo>
                  <a:pt x="10574020" y="19050"/>
                </a:lnTo>
                <a:close/>
              </a:path>
              <a:path w="11277600" h="1170305">
                <a:moveTo>
                  <a:pt x="10612120" y="19050"/>
                </a:moveTo>
                <a:lnTo>
                  <a:pt x="10593070" y="19050"/>
                </a:lnTo>
                <a:lnTo>
                  <a:pt x="10593070" y="0"/>
                </a:lnTo>
                <a:lnTo>
                  <a:pt x="10612120" y="0"/>
                </a:lnTo>
                <a:lnTo>
                  <a:pt x="10612120" y="19050"/>
                </a:lnTo>
                <a:close/>
              </a:path>
              <a:path w="11277600" h="1170305">
                <a:moveTo>
                  <a:pt x="10650220" y="19050"/>
                </a:moveTo>
                <a:lnTo>
                  <a:pt x="10631170" y="19050"/>
                </a:lnTo>
                <a:lnTo>
                  <a:pt x="10631170" y="0"/>
                </a:lnTo>
                <a:lnTo>
                  <a:pt x="10650220" y="0"/>
                </a:lnTo>
                <a:lnTo>
                  <a:pt x="10650220" y="19050"/>
                </a:lnTo>
                <a:close/>
              </a:path>
              <a:path w="11277600" h="1170305">
                <a:moveTo>
                  <a:pt x="10688320" y="19050"/>
                </a:moveTo>
                <a:lnTo>
                  <a:pt x="10669270" y="19050"/>
                </a:lnTo>
                <a:lnTo>
                  <a:pt x="10669270" y="0"/>
                </a:lnTo>
                <a:lnTo>
                  <a:pt x="10688320" y="0"/>
                </a:lnTo>
                <a:lnTo>
                  <a:pt x="10688320" y="19050"/>
                </a:lnTo>
                <a:close/>
              </a:path>
              <a:path w="11277600" h="1170305">
                <a:moveTo>
                  <a:pt x="10726420" y="19050"/>
                </a:moveTo>
                <a:lnTo>
                  <a:pt x="10707370" y="19050"/>
                </a:lnTo>
                <a:lnTo>
                  <a:pt x="10707370" y="0"/>
                </a:lnTo>
                <a:lnTo>
                  <a:pt x="10726420" y="0"/>
                </a:lnTo>
                <a:lnTo>
                  <a:pt x="10726420" y="19050"/>
                </a:lnTo>
                <a:close/>
              </a:path>
              <a:path w="11277600" h="1170305">
                <a:moveTo>
                  <a:pt x="10764520" y="19050"/>
                </a:moveTo>
                <a:lnTo>
                  <a:pt x="10745470" y="19050"/>
                </a:lnTo>
                <a:lnTo>
                  <a:pt x="10745470" y="0"/>
                </a:lnTo>
                <a:lnTo>
                  <a:pt x="10764520" y="0"/>
                </a:lnTo>
                <a:lnTo>
                  <a:pt x="10764520" y="19050"/>
                </a:lnTo>
                <a:close/>
              </a:path>
              <a:path w="11277600" h="1170305">
                <a:moveTo>
                  <a:pt x="10802620" y="19050"/>
                </a:moveTo>
                <a:lnTo>
                  <a:pt x="10783570" y="19050"/>
                </a:lnTo>
                <a:lnTo>
                  <a:pt x="10783570" y="0"/>
                </a:lnTo>
                <a:lnTo>
                  <a:pt x="10802620" y="0"/>
                </a:lnTo>
                <a:lnTo>
                  <a:pt x="10802620" y="19050"/>
                </a:lnTo>
                <a:close/>
              </a:path>
              <a:path w="11277600" h="1170305">
                <a:moveTo>
                  <a:pt x="10840720" y="19050"/>
                </a:moveTo>
                <a:lnTo>
                  <a:pt x="10821670" y="19050"/>
                </a:lnTo>
                <a:lnTo>
                  <a:pt x="10821670" y="0"/>
                </a:lnTo>
                <a:lnTo>
                  <a:pt x="10840720" y="0"/>
                </a:lnTo>
                <a:lnTo>
                  <a:pt x="10840720" y="19050"/>
                </a:lnTo>
                <a:close/>
              </a:path>
              <a:path w="11277600" h="1170305">
                <a:moveTo>
                  <a:pt x="10878820" y="19050"/>
                </a:moveTo>
                <a:lnTo>
                  <a:pt x="10859770" y="19050"/>
                </a:lnTo>
                <a:lnTo>
                  <a:pt x="10859770" y="0"/>
                </a:lnTo>
                <a:lnTo>
                  <a:pt x="10878820" y="0"/>
                </a:lnTo>
                <a:lnTo>
                  <a:pt x="10878820" y="19050"/>
                </a:lnTo>
                <a:close/>
              </a:path>
              <a:path w="11277600" h="1170305">
                <a:moveTo>
                  <a:pt x="10916920" y="19050"/>
                </a:moveTo>
                <a:lnTo>
                  <a:pt x="10897870" y="19050"/>
                </a:lnTo>
                <a:lnTo>
                  <a:pt x="10897870" y="0"/>
                </a:lnTo>
                <a:lnTo>
                  <a:pt x="10916920" y="0"/>
                </a:lnTo>
                <a:lnTo>
                  <a:pt x="10916920" y="19050"/>
                </a:lnTo>
                <a:close/>
              </a:path>
              <a:path w="11277600" h="1170305">
                <a:moveTo>
                  <a:pt x="10955020" y="19050"/>
                </a:moveTo>
                <a:lnTo>
                  <a:pt x="10935970" y="19050"/>
                </a:lnTo>
                <a:lnTo>
                  <a:pt x="10935970" y="0"/>
                </a:lnTo>
                <a:lnTo>
                  <a:pt x="10955020" y="0"/>
                </a:lnTo>
                <a:lnTo>
                  <a:pt x="10955020" y="19050"/>
                </a:lnTo>
                <a:close/>
              </a:path>
              <a:path w="11277600" h="1170305">
                <a:moveTo>
                  <a:pt x="10993120" y="19050"/>
                </a:moveTo>
                <a:lnTo>
                  <a:pt x="10974070" y="19050"/>
                </a:lnTo>
                <a:lnTo>
                  <a:pt x="10974070" y="0"/>
                </a:lnTo>
                <a:lnTo>
                  <a:pt x="10993120" y="0"/>
                </a:lnTo>
                <a:lnTo>
                  <a:pt x="10993120" y="19050"/>
                </a:lnTo>
                <a:close/>
              </a:path>
              <a:path w="11277600" h="1170305">
                <a:moveTo>
                  <a:pt x="11031220" y="19050"/>
                </a:moveTo>
                <a:lnTo>
                  <a:pt x="11012170" y="19050"/>
                </a:lnTo>
                <a:lnTo>
                  <a:pt x="11012170" y="0"/>
                </a:lnTo>
                <a:lnTo>
                  <a:pt x="11031220" y="0"/>
                </a:lnTo>
                <a:lnTo>
                  <a:pt x="11031220" y="19050"/>
                </a:lnTo>
                <a:close/>
              </a:path>
              <a:path w="11277600" h="1170305">
                <a:moveTo>
                  <a:pt x="11069320" y="19050"/>
                </a:moveTo>
                <a:lnTo>
                  <a:pt x="11050270" y="19050"/>
                </a:lnTo>
                <a:lnTo>
                  <a:pt x="11050270" y="0"/>
                </a:lnTo>
                <a:lnTo>
                  <a:pt x="11069320" y="0"/>
                </a:lnTo>
                <a:lnTo>
                  <a:pt x="11069320" y="19050"/>
                </a:lnTo>
                <a:close/>
              </a:path>
              <a:path w="11277600" h="1170305">
                <a:moveTo>
                  <a:pt x="11107420" y="19050"/>
                </a:moveTo>
                <a:lnTo>
                  <a:pt x="11088370" y="19050"/>
                </a:lnTo>
                <a:lnTo>
                  <a:pt x="11088370" y="0"/>
                </a:lnTo>
                <a:lnTo>
                  <a:pt x="11107420" y="0"/>
                </a:lnTo>
                <a:lnTo>
                  <a:pt x="11107420" y="19050"/>
                </a:lnTo>
                <a:close/>
              </a:path>
              <a:path w="11277600" h="1170305">
                <a:moveTo>
                  <a:pt x="11145520" y="19050"/>
                </a:moveTo>
                <a:lnTo>
                  <a:pt x="11126470" y="19050"/>
                </a:lnTo>
                <a:lnTo>
                  <a:pt x="11126470" y="0"/>
                </a:lnTo>
                <a:lnTo>
                  <a:pt x="11145520" y="0"/>
                </a:lnTo>
                <a:lnTo>
                  <a:pt x="11145520" y="19050"/>
                </a:lnTo>
                <a:close/>
              </a:path>
              <a:path w="11277600" h="1170305">
                <a:moveTo>
                  <a:pt x="11183620" y="19050"/>
                </a:moveTo>
                <a:lnTo>
                  <a:pt x="11164570" y="19050"/>
                </a:lnTo>
                <a:lnTo>
                  <a:pt x="11164570" y="0"/>
                </a:lnTo>
                <a:lnTo>
                  <a:pt x="11183620" y="0"/>
                </a:lnTo>
                <a:lnTo>
                  <a:pt x="11183620" y="19050"/>
                </a:lnTo>
                <a:close/>
              </a:path>
              <a:path w="11277600" h="1170305">
                <a:moveTo>
                  <a:pt x="11221720" y="19050"/>
                </a:moveTo>
                <a:lnTo>
                  <a:pt x="11202670" y="19050"/>
                </a:lnTo>
                <a:lnTo>
                  <a:pt x="11202670" y="0"/>
                </a:lnTo>
                <a:lnTo>
                  <a:pt x="11221720" y="0"/>
                </a:lnTo>
                <a:lnTo>
                  <a:pt x="11221720" y="19050"/>
                </a:lnTo>
                <a:close/>
              </a:path>
              <a:path w="11277600" h="1170305">
                <a:moveTo>
                  <a:pt x="11259820" y="19050"/>
                </a:moveTo>
                <a:lnTo>
                  <a:pt x="11240770" y="19050"/>
                </a:lnTo>
                <a:lnTo>
                  <a:pt x="11240770" y="0"/>
                </a:lnTo>
                <a:lnTo>
                  <a:pt x="11259820" y="0"/>
                </a:lnTo>
                <a:lnTo>
                  <a:pt x="11259820" y="19050"/>
                </a:lnTo>
                <a:close/>
              </a:path>
              <a:path w="11277600" h="1170305">
                <a:moveTo>
                  <a:pt x="11277600" y="39369"/>
                </a:moveTo>
                <a:lnTo>
                  <a:pt x="11258550" y="39369"/>
                </a:lnTo>
                <a:lnTo>
                  <a:pt x="11258550" y="20319"/>
                </a:lnTo>
                <a:lnTo>
                  <a:pt x="11277600" y="20319"/>
                </a:lnTo>
                <a:lnTo>
                  <a:pt x="11277600" y="39369"/>
                </a:lnTo>
                <a:close/>
              </a:path>
              <a:path w="11277600" h="1170305">
                <a:moveTo>
                  <a:pt x="11277600" y="77469"/>
                </a:moveTo>
                <a:lnTo>
                  <a:pt x="11258550" y="77469"/>
                </a:lnTo>
                <a:lnTo>
                  <a:pt x="11258550" y="58419"/>
                </a:lnTo>
                <a:lnTo>
                  <a:pt x="11277600" y="58419"/>
                </a:lnTo>
                <a:lnTo>
                  <a:pt x="11277600" y="77469"/>
                </a:lnTo>
                <a:close/>
              </a:path>
              <a:path w="11277600" h="1170305">
                <a:moveTo>
                  <a:pt x="11277600" y="115569"/>
                </a:moveTo>
                <a:lnTo>
                  <a:pt x="11258550" y="115569"/>
                </a:lnTo>
                <a:lnTo>
                  <a:pt x="11258550" y="96519"/>
                </a:lnTo>
                <a:lnTo>
                  <a:pt x="11277600" y="96519"/>
                </a:lnTo>
                <a:lnTo>
                  <a:pt x="11277600" y="115569"/>
                </a:lnTo>
                <a:close/>
              </a:path>
              <a:path w="11277600" h="1170305">
                <a:moveTo>
                  <a:pt x="11277600" y="153669"/>
                </a:moveTo>
                <a:lnTo>
                  <a:pt x="11258550" y="153669"/>
                </a:lnTo>
                <a:lnTo>
                  <a:pt x="11258550" y="134619"/>
                </a:lnTo>
                <a:lnTo>
                  <a:pt x="11277600" y="134619"/>
                </a:lnTo>
                <a:lnTo>
                  <a:pt x="11277600" y="153669"/>
                </a:lnTo>
                <a:close/>
              </a:path>
              <a:path w="11277600" h="1170305">
                <a:moveTo>
                  <a:pt x="11277600" y="191769"/>
                </a:moveTo>
                <a:lnTo>
                  <a:pt x="11258550" y="191769"/>
                </a:lnTo>
                <a:lnTo>
                  <a:pt x="11258550" y="172719"/>
                </a:lnTo>
                <a:lnTo>
                  <a:pt x="11277600" y="172719"/>
                </a:lnTo>
                <a:lnTo>
                  <a:pt x="11277600" y="191769"/>
                </a:lnTo>
                <a:close/>
              </a:path>
              <a:path w="11277600" h="1170305">
                <a:moveTo>
                  <a:pt x="11277600" y="229869"/>
                </a:moveTo>
                <a:lnTo>
                  <a:pt x="11258550" y="229869"/>
                </a:lnTo>
                <a:lnTo>
                  <a:pt x="11258550" y="210819"/>
                </a:lnTo>
                <a:lnTo>
                  <a:pt x="11277600" y="210819"/>
                </a:lnTo>
                <a:lnTo>
                  <a:pt x="11277600" y="229869"/>
                </a:lnTo>
                <a:close/>
              </a:path>
              <a:path w="11277600" h="1170305">
                <a:moveTo>
                  <a:pt x="11277600" y="267969"/>
                </a:moveTo>
                <a:lnTo>
                  <a:pt x="11258550" y="267969"/>
                </a:lnTo>
                <a:lnTo>
                  <a:pt x="11258550" y="248919"/>
                </a:lnTo>
                <a:lnTo>
                  <a:pt x="11277600" y="248919"/>
                </a:lnTo>
                <a:lnTo>
                  <a:pt x="11277600" y="267969"/>
                </a:lnTo>
                <a:close/>
              </a:path>
              <a:path w="11277600" h="1170305">
                <a:moveTo>
                  <a:pt x="11277600" y="306069"/>
                </a:moveTo>
                <a:lnTo>
                  <a:pt x="11258550" y="306069"/>
                </a:lnTo>
                <a:lnTo>
                  <a:pt x="11258550" y="287019"/>
                </a:lnTo>
                <a:lnTo>
                  <a:pt x="11277600" y="287019"/>
                </a:lnTo>
                <a:lnTo>
                  <a:pt x="11277600" y="306069"/>
                </a:lnTo>
                <a:close/>
              </a:path>
              <a:path w="11277600" h="1170305">
                <a:moveTo>
                  <a:pt x="11277600" y="344169"/>
                </a:moveTo>
                <a:lnTo>
                  <a:pt x="11258550" y="344169"/>
                </a:lnTo>
                <a:lnTo>
                  <a:pt x="11258550" y="325119"/>
                </a:lnTo>
                <a:lnTo>
                  <a:pt x="11277600" y="325119"/>
                </a:lnTo>
                <a:lnTo>
                  <a:pt x="11277600" y="344169"/>
                </a:lnTo>
                <a:close/>
              </a:path>
              <a:path w="11277600" h="1170305">
                <a:moveTo>
                  <a:pt x="11277600" y="382269"/>
                </a:moveTo>
                <a:lnTo>
                  <a:pt x="11258550" y="382269"/>
                </a:lnTo>
                <a:lnTo>
                  <a:pt x="11258550" y="363219"/>
                </a:lnTo>
                <a:lnTo>
                  <a:pt x="11277600" y="363219"/>
                </a:lnTo>
                <a:lnTo>
                  <a:pt x="11277600" y="382269"/>
                </a:lnTo>
                <a:close/>
              </a:path>
              <a:path w="11277600" h="1170305">
                <a:moveTo>
                  <a:pt x="11277600" y="420369"/>
                </a:moveTo>
                <a:lnTo>
                  <a:pt x="11258550" y="420369"/>
                </a:lnTo>
                <a:lnTo>
                  <a:pt x="11258550" y="401319"/>
                </a:lnTo>
                <a:lnTo>
                  <a:pt x="11277600" y="401319"/>
                </a:lnTo>
                <a:lnTo>
                  <a:pt x="11277600" y="420369"/>
                </a:lnTo>
                <a:close/>
              </a:path>
              <a:path w="11277600" h="1170305">
                <a:moveTo>
                  <a:pt x="11277600" y="458469"/>
                </a:moveTo>
                <a:lnTo>
                  <a:pt x="11258550" y="458469"/>
                </a:lnTo>
                <a:lnTo>
                  <a:pt x="11258550" y="439419"/>
                </a:lnTo>
                <a:lnTo>
                  <a:pt x="11277600" y="439419"/>
                </a:lnTo>
                <a:lnTo>
                  <a:pt x="11277600" y="458469"/>
                </a:lnTo>
                <a:close/>
              </a:path>
              <a:path w="11277600" h="1170305">
                <a:moveTo>
                  <a:pt x="11277600" y="496569"/>
                </a:moveTo>
                <a:lnTo>
                  <a:pt x="11258550" y="496569"/>
                </a:lnTo>
                <a:lnTo>
                  <a:pt x="11258550" y="477519"/>
                </a:lnTo>
                <a:lnTo>
                  <a:pt x="11277600" y="477519"/>
                </a:lnTo>
                <a:lnTo>
                  <a:pt x="11277600" y="496569"/>
                </a:lnTo>
                <a:close/>
              </a:path>
              <a:path w="11277600" h="1170305">
                <a:moveTo>
                  <a:pt x="11277600" y="534669"/>
                </a:moveTo>
                <a:lnTo>
                  <a:pt x="11258550" y="534669"/>
                </a:lnTo>
                <a:lnTo>
                  <a:pt x="11258550" y="515619"/>
                </a:lnTo>
                <a:lnTo>
                  <a:pt x="11277600" y="515619"/>
                </a:lnTo>
                <a:lnTo>
                  <a:pt x="11277600" y="534669"/>
                </a:lnTo>
                <a:close/>
              </a:path>
              <a:path w="11277600" h="1170305">
                <a:moveTo>
                  <a:pt x="11277600" y="572769"/>
                </a:moveTo>
                <a:lnTo>
                  <a:pt x="11258550" y="572769"/>
                </a:lnTo>
                <a:lnTo>
                  <a:pt x="11258550" y="553719"/>
                </a:lnTo>
                <a:lnTo>
                  <a:pt x="11277600" y="553719"/>
                </a:lnTo>
                <a:lnTo>
                  <a:pt x="11277600" y="572769"/>
                </a:lnTo>
                <a:close/>
              </a:path>
              <a:path w="11277600" h="1170305">
                <a:moveTo>
                  <a:pt x="11277600" y="610869"/>
                </a:moveTo>
                <a:lnTo>
                  <a:pt x="11258550" y="610869"/>
                </a:lnTo>
                <a:lnTo>
                  <a:pt x="11258550" y="591819"/>
                </a:lnTo>
                <a:lnTo>
                  <a:pt x="11277600" y="591819"/>
                </a:lnTo>
                <a:lnTo>
                  <a:pt x="11277600" y="610869"/>
                </a:lnTo>
                <a:close/>
              </a:path>
              <a:path w="11277600" h="1170305">
                <a:moveTo>
                  <a:pt x="11277600" y="648969"/>
                </a:moveTo>
                <a:lnTo>
                  <a:pt x="11258550" y="648969"/>
                </a:lnTo>
                <a:lnTo>
                  <a:pt x="11258550" y="629919"/>
                </a:lnTo>
                <a:lnTo>
                  <a:pt x="11277600" y="629919"/>
                </a:lnTo>
                <a:lnTo>
                  <a:pt x="11277600" y="648969"/>
                </a:lnTo>
                <a:close/>
              </a:path>
              <a:path w="11277600" h="1170305">
                <a:moveTo>
                  <a:pt x="11277600" y="687069"/>
                </a:moveTo>
                <a:lnTo>
                  <a:pt x="11258550" y="687069"/>
                </a:lnTo>
                <a:lnTo>
                  <a:pt x="11258550" y="668019"/>
                </a:lnTo>
                <a:lnTo>
                  <a:pt x="11277600" y="668019"/>
                </a:lnTo>
                <a:lnTo>
                  <a:pt x="11277600" y="687069"/>
                </a:lnTo>
                <a:close/>
              </a:path>
              <a:path w="11277600" h="1170305">
                <a:moveTo>
                  <a:pt x="11277600" y="725169"/>
                </a:moveTo>
                <a:lnTo>
                  <a:pt x="11258550" y="725169"/>
                </a:lnTo>
                <a:lnTo>
                  <a:pt x="11258550" y="706119"/>
                </a:lnTo>
                <a:lnTo>
                  <a:pt x="11277600" y="706119"/>
                </a:lnTo>
                <a:lnTo>
                  <a:pt x="11277600" y="725169"/>
                </a:lnTo>
                <a:close/>
              </a:path>
              <a:path w="11277600" h="1170305">
                <a:moveTo>
                  <a:pt x="11277600" y="763269"/>
                </a:moveTo>
                <a:lnTo>
                  <a:pt x="11258550" y="763269"/>
                </a:lnTo>
                <a:lnTo>
                  <a:pt x="11258550" y="744219"/>
                </a:lnTo>
                <a:lnTo>
                  <a:pt x="11277600" y="744219"/>
                </a:lnTo>
                <a:lnTo>
                  <a:pt x="11277600" y="763269"/>
                </a:lnTo>
                <a:close/>
              </a:path>
              <a:path w="11277600" h="1170305">
                <a:moveTo>
                  <a:pt x="11277600" y="801369"/>
                </a:moveTo>
                <a:lnTo>
                  <a:pt x="11258550" y="801369"/>
                </a:lnTo>
                <a:lnTo>
                  <a:pt x="11258550" y="782319"/>
                </a:lnTo>
                <a:lnTo>
                  <a:pt x="11277600" y="782319"/>
                </a:lnTo>
                <a:lnTo>
                  <a:pt x="11277600" y="801369"/>
                </a:lnTo>
                <a:close/>
              </a:path>
              <a:path w="11277600" h="1170305">
                <a:moveTo>
                  <a:pt x="11277600" y="839469"/>
                </a:moveTo>
                <a:lnTo>
                  <a:pt x="11258550" y="839469"/>
                </a:lnTo>
                <a:lnTo>
                  <a:pt x="11258550" y="820419"/>
                </a:lnTo>
                <a:lnTo>
                  <a:pt x="11277600" y="820419"/>
                </a:lnTo>
                <a:lnTo>
                  <a:pt x="11277600" y="839469"/>
                </a:lnTo>
                <a:close/>
              </a:path>
              <a:path w="11277600" h="1170305">
                <a:moveTo>
                  <a:pt x="11277600" y="877569"/>
                </a:moveTo>
                <a:lnTo>
                  <a:pt x="11258550" y="877569"/>
                </a:lnTo>
                <a:lnTo>
                  <a:pt x="11258550" y="858519"/>
                </a:lnTo>
                <a:lnTo>
                  <a:pt x="11277600" y="858519"/>
                </a:lnTo>
                <a:lnTo>
                  <a:pt x="11277600" y="877569"/>
                </a:lnTo>
                <a:close/>
              </a:path>
              <a:path w="11277600" h="1170305">
                <a:moveTo>
                  <a:pt x="11277600" y="915669"/>
                </a:moveTo>
                <a:lnTo>
                  <a:pt x="11258550" y="915669"/>
                </a:lnTo>
                <a:lnTo>
                  <a:pt x="11258550" y="896619"/>
                </a:lnTo>
                <a:lnTo>
                  <a:pt x="11277600" y="896619"/>
                </a:lnTo>
                <a:lnTo>
                  <a:pt x="11277600" y="915669"/>
                </a:lnTo>
                <a:close/>
              </a:path>
              <a:path w="11277600" h="1170305">
                <a:moveTo>
                  <a:pt x="11277600" y="953769"/>
                </a:moveTo>
                <a:lnTo>
                  <a:pt x="11258550" y="953769"/>
                </a:lnTo>
                <a:lnTo>
                  <a:pt x="11258550" y="934719"/>
                </a:lnTo>
                <a:lnTo>
                  <a:pt x="11277600" y="934719"/>
                </a:lnTo>
                <a:lnTo>
                  <a:pt x="11277600" y="953769"/>
                </a:lnTo>
                <a:close/>
              </a:path>
              <a:path w="11277600" h="1170305">
                <a:moveTo>
                  <a:pt x="11277600" y="991869"/>
                </a:moveTo>
                <a:lnTo>
                  <a:pt x="11258550" y="991869"/>
                </a:lnTo>
                <a:lnTo>
                  <a:pt x="11258550" y="972819"/>
                </a:lnTo>
                <a:lnTo>
                  <a:pt x="11277600" y="972819"/>
                </a:lnTo>
                <a:lnTo>
                  <a:pt x="11277600" y="991869"/>
                </a:lnTo>
                <a:close/>
              </a:path>
              <a:path w="11277600" h="1170305">
                <a:moveTo>
                  <a:pt x="11277600" y="1029969"/>
                </a:moveTo>
                <a:lnTo>
                  <a:pt x="11258550" y="1029969"/>
                </a:lnTo>
                <a:lnTo>
                  <a:pt x="11258550" y="1010919"/>
                </a:lnTo>
                <a:lnTo>
                  <a:pt x="11277600" y="1010919"/>
                </a:lnTo>
                <a:lnTo>
                  <a:pt x="11277600" y="1029969"/>
                </a:lnTo>
                <a:close/>
              </a:path>
              <a:path w="11277600" h="1170305">
                <a:moveTo>
                  <a:pt x="11277600" y="1068070"/>
                </a:moveTo>
                <a:lnTo>
                  <a:pt x="11258550" y="1068070"/>
                </a:lnTo>
                <a:lnTo>
                  <a:pt x="11258550" y="1049020"/>
                </a:lnTo>
                <a:lnTo>
                  <a:pt x="11277600" y="1049020"/>
                </a:lnTo>
                <a:lnTo>
                  <a:pt x="11277600" y="1068070"/>
                </a:lnTo>
                <a:close/>
              </a:path>
              <a:path w="11277600" h="1170305">
                <a:moveTo>
                  <a:pt x="11277600" y="1106170"/>
                </a:moveTo>
                <a:lnTo>
                  <a:pt x="11258550" y="1106170"/>
                </a:lnTo>
                <a:lnTo>
                  <a:pt x="11258550" y="1087120"/>
                </a:lnTo>
                <a:lnTo>
                  <a:pt x="11277600" y="1087120"/>
                </a:lnTo>
                <a:lnTo>
                  <a:pt x="11277600" y="1106170"/>
                </a:lnTo>
                <a:close/>
              </a:path>
              <a:path w="11277600" h="1170305">
                <a:moveTo>
                  <a:pt x="11277600" y="1144270"/>
                </a:moveTo>
                <a:lnTo>
                  <a:pt x="11258550" y="1144270"/>
                </a:lnTo>
                <a:lnTo>
                  <a:pt x="11258550" y="1125220"/>
                </a:lnTo>
                <a:lnTo>
                  <a:pt x="11277600" y="1125220"/>
                </a:lnTo>
                <a:lnTo>
                  <a:pt x="11277600" y="1144270"/>
                </a:lnTo>
                <a:close/>
              </a:path>
              <a:path w="11277600" h="1170305">
                <a:moveTo>
                  <a:pt x="11265535" y="1170305"/>
                </a:moveTo>
                <a:lnTo>
                  <a:pt x="11246485" y="1170305"/>
                </a:lnTo>
                <a:lnTo>
                  <a:pt x="11246485" y="1151255"/>
                </a:lnTo>
                <a:lnTo>
                  <a:pt x="11265535" y="1151255"/>
                </a:lnTo>
                <a:lnTo>
                  <a:pt x="11265535" y="1170305"/>
                </a:lnTo>
                <a:close/>
              </a:path>
              <a:path w="11277600" h="1170305">
                <a:moveTo>
                  <a:pt x="11227435" y="1170305"/>
                </a:moveTo>
                <a:lnTo>
                  <a:pt x="11208385" y="1170305"/>
                </a:lnTo>
                <a:lnTo>
                  <a:pt x="11208385" y="1151255"/>
                </a:lnTo>
                <a:lnTo>
                  <a:pt x="11227435" y="1151255"/>
                </a:lnTo>
                <a:lnTo>
                  <a:pt x="11227435" y="1170305"/>
                </a:lnTo>
                <a:close/>
              </a:path>
              <a:path w="11277600" h="1170305">
                <a:moveTo>
                  <a:pt x="11189335" y="1170305"/>
                </a:moveTo>
                <a:lnTo>
                  <a:pt x="11170285" y="1170305"/>
                </a:lnTo>
                <a:lnTo>
                  <a:pt x="11170285" y="1151255"/>
                </a:lnTo>
                <a:lnTo>
                  <a:pt x="11189335" y="1151255"/>
                </a:lnTo>
                <a:lnTo>
                  <a:pt x="11189335" y="1170305"/>
                </a:lnTo>
                <a:close/>
              </a:path>
              <a:path w="11277600" h="1170305">
                <a:moveTo>
                  <a:pt x="11151235" y="1170305"/>
                </a:moveTo>
                <a:lnTo>
                  <a:pt x="11132185" y="1170305"/>
                </a:lnTo>
                <a:lnTo>
                  <a:pt x="11132185" y="1151255"/>
                </a:lnTo>
                <a:lnTo>
                  <a:pt x="11151235" y="1151255"/>
                </a:lnTo>
                <a:lnTo>
                  <a:pt x="11151235" y="1170305"/>
                </a:lnTo>
                <a:close/>
              </a:path>
              <a:path w="11277600" h="1170305">
                <a:moveTo>
                  <a:pt x="11113135" y="1170305"/>
                </a:moveTo>
                <a:lnTo>
                  <a:pt x="11094085" y="1170305"/>
                </a:lnTo>
                <a:lnTo>
                  <a:pt x="11094085" y="1151255"/>
                </a:lnTo>
                <a:lnTo>
                  <a:pt x="11113135" y="1151255"/>
                </a:lnTo>
                <a:lnTo>
                  <a:pt x="11113135" y="1170305"/>
                </a:lnTo>
                <a:close/>
              </a:path>
              <a:path w="11277600" h="1170305">
                <a:moveTo>
                  <a:pt x="11075035" y="1170305"/>
                </a:moveTo>
                <a:lnTo>
                  <a:pt x="11055985" y="1170305"/>
                </a:lnTo>
                <a:lnTo>
                  <a:pt x="11055985" y="1151255"/>
                </a:lnTo>
                <a:lnTo>
                  <a:pt x="11075035" y="1151255"/>
                </a:lnTo>
                <a:lnTo>
                  <a:pt x="11075035" y="1170305"/>
                </a:lnTo>
                <a:close/>
              </a:path>
              <a:path w="11277600" h="1170305">
                <a:moveTo>
                  <a:pt x="11036935" y="1170305"/>
                </a:moveTo>
                <a:lnTo>
                  <a:pt x="11017885" y="1170305"/>
                </a:lnTo>
                <a:lnTo>
                  <a:pt x="11017885" y="1151255"/>
                </a:lnTo>
                <a:lnTo>
                  <a:pt x="11036935" y="1151255"/>
                </a:lnTo>
                <a:lnTo>
                  <a:pt x="11036935" y="1170305"/>
                </a:lnTo>
                <a:close/>
              </a:path>
              <a:path w="11277600" h="1170305">
                <a:moveTo>
                  <a:pt x="10998835" y="1170305"/>
                </a:moveTo>
                <a:lnTo>
                  <a:pt x="10979785" y="1170305"/>
                </a:lnTo>
                <a:lnTo>
                  <a:pt x="10979785" y="1151255"/>
                </a:lnTo>
                <a:lnTo>
                  <a:pt x="10998835" y="1151255"/>
                </a:lnTo>
                <a:lnTo>
                  <a:pt x="10998835" y="1170305"/>
                </a:lnTo>
                <a:close/>
              </a:path>
              <a:path w="11277600" h="1170305">
                <a:moveTo>
                  <a:pt x="10960735" y="1170305"/>
                </a:moveTo>
                <a:lnTo>
                  <a:pt x="10941685" y="1170305"/>
                </a:lnTo>
                <a:lnTo>
                  <a:pt x="10941685" y="1151255"/>
                </a:lnTo>
                <a:lnTo>
                  <a:pt x="10960735" y="1151255"/>
                </a:lnTo>
                <a:lnTo>
                  <a:pt x="10960735" y="1170305"/>
                </a:lnTo>
                <a:close/>
              </a:path>
              <a:path w="11277600" h="1170305">
                <a:moveTo>
                  <a:pt x="10922635" y="1170305"/>
                </a:moveTo>
                <a:lnTo>
                  <a:pt x="10903585" y="1170305"/>
                </a:lnTo>
                <a:lnTo>
                  <a:pt x="10903585" y="1151255"/>
                </a:lnTo>
                <a:lnTo>
                  <a:pt x="10922635" y="1151255"/>
                </a:lnTo>
                <a:lnTo>
                  <a:pt x="10922635" y="1170305"/>
                </a:lnTo>
                <a:close/>
              </a:path>
              <a:path w="11277600" h="1170305">
                <a:moveTo>
                  <a:pt x="10884535" y="1170305"/>
                </a:moveTo>
                <a:lnTo>
                  <a:pt x="10865485" y="1170305"/>
                </a:lnTo>
                <a:lnTo>
                  <a:pt x="10865485" y="1151255"/>
                </a:lnTo>
                <a:lnTo>
                  <a:pt x="10884535" y="1151255"/>
                </a:lnTo>
                <a:lnTo>
                  <a:pt x="10884535" y="1170305"/>
                </a:lnTo>
                <a:close/>
              </a:path>
              <a:path w="11277600" h="1170305">
                <a:moveTo>
                  <a:pt x="10846435" y="1170305"/>
                </a:moveTo>
                <a:lnTo>
                  <a:pt x="10827385" y="1170305"/>
                </a:lnTo>
                <a:lnTo>
                  <a:pt x="10827385" y="1151255"/>
                </a:lnTo>
                <a:lnTo>
                  <a:pt x="10846435" y="1151255"/>
                </a:lnTo>
                <a:lnTo>
                  <a:pt x="10846435" y="1170305"/>
                </a:lnTo>
                <a:close/>
              </a:path>
              <a:path w="11277600" h="1170305">
                <a:moveTo>
                  <a:pt x="10808335" y="1170305"/>
                </a:moveTo>
                <a:lnTo>
                  <a:pt x="10789285" y="1170305"/>
                </a:lnTo>
                <a:lnTo>
                  <a:pt x="10789285" y="1151255"/>
                </a:lnTo>
                <a:lnTo>
                  <a:pt x="10808335" y="1151255"/>
                </a:lnTo>
                <a:lnTo>
                  <a:pt x="10808335" y="1170305"/>
                </a:lnTo>
                <a:close/>
              </a:path>
              <a:path w="11277600" h="1170305">
                <a:moveTo>
                  <a:pt x="10770235" y="1170305"/>
                </a:moveTo>
                <a:lnTo>
                  <a:pt x="10751185" y="1170305"/>
                </a:lnTo>
                <a:lnTo>
                  <a:pt x="10751185" y="1151255"/>
                </a:lnTo>
                <a:lnTo>
                  <a:pt x="10770235" y="1151255"/>
                </a:lnTo>
                <a:lnTo>
                  <a:pt x="10770235" y="1170305"/>
                </a:lnTo>
                <a:close/>
              </a:path>
              <a:path w="11277600" h="1170305">
                <a:moveTo>
                  <a:pt x="10732135" y="1170305"/>
                </a:moveTo>
                <a:lnTo>
                  <a:pt x="10713085" y="1170305"/>
                </a:lnTo>
                <a:lnTo>
                  <a:pt x="10713085" y="1151255"/>
                </a:lnTo>
                <a:lnTo>
                  <a:pt x="10732135" y="1151255"/>
                </a:lnTo>
                <a:lnTo>
                  <a:pt x="10732135" y="1170305"/>
                </a:lnTo>
                <a:close/>
              </a:path>
              <a:path w="11277600" h="1170305">
                <a:moveTo>
                  <a:pt x="10694035" y="1170305"/>
                </a:moveTo>
                <a:lnTo>
                  <a:pt x="10674985" y="1170305"/>
                </a:lnTo>
                <a:lnTo>
                  <a:pt x="10674985" y="1151255"/>
                </a:lnTo>
                <a:lnTo>
                  <a:pt x="10694035" y="1151255"/>
                </a:lnTo>
                <a:lnTo>
                  <a:pt x="10694035" y="1170305"/>
                </a:lnTo>
                <a:close/>
              </a:path>
              <a:path w="11277600" h="1170305">
                <a:moveTo>
                  <a:pt x="10655935" y="1170305"/>
                </a:moveTo>
                <a:lnTo>
                  <a:pt x="10636885" y="1170305"/>
                </a:lnTo>
                <a:lnTo>
                  <a:pt x="10636885" y="1151255"/>
                </a:lnTo>
                <a:lnTo>
                  <a:pt x="10655935" y="1151255"/>
                </a:lnTo>
                <a:lnTo>
                  <a:pt x="10655935" y="1170305"/>
                </a:lnTo>
                <a:close/>
              </a:path>
              <a:path w="11277600" h="1170305">
                <a:moveTo>
                  <a:pt x="10617835" y="1170305"/>
                </a:moveTo>
                <a:lnTo>
                  <a:pt x="10598785" y="1170305"/>
                </a:lnTo>
                <a:lnTo>
                  <a:pt x="10598785" y="1151255"/>
                </a:lnTo>
                <a:lnTo>
                  <a:pt x="10617835" y="1151255"/>
                </a:lnTo>
                <a:lnTo>
                  <a:pt x="10617835" y="1170305"/>
                </a:lnTo>
                <a:close/>
              </a:path>
              <a:path w="11277600" h="1170305">
                <a:moveTo>
                  <a:pt x="10579735" y="1170305"/>
                </a:moveTo>
                <a:lnTo>
                  <a:pt x="10560685" y="1170305"/>
                </a:lnTo>
                <a:lnTo>
                  <a:pt x="10560685" y="1151255"/>
                </a:lnTo>
                <a:lnTo>
                  <a:pt x="10579735" y="1151255"/>
                </a:lnTo>
                <a:lnTo>
                  <a:pt x="10579735" y="1170305"/>
                </a:lnTo>
                <a:close/>
              </a:path>
              <a:path w="11277600" h="1170305">
                <a:moveTo>
                  <a:pt x="10541635" y="1170305"/>
                </a:moveTo>
                <a:lnTo>
                  <a:pt x="10522585" y="1170305"/>
                </a:lnTo>
                <a:lnTo>
                  <a:pt x="10522585" y="1151255"/>
                </a:lnTo>
                <a:lnTo>
                  <a:pt x="10541635" y="1151255"/>
                </a:lnTo>
                <a:lnTo>
                  <a:pt x="10541635" y="1170305"/>
                </a:lnTo>
                <a:close/>
              </a:path>
              <a:path w="11277600" h="1170305">
                <a:moveTo>
                  <a:pt x="10503535" y="1170305"/>
                </a:moveTo>
                <a:lnTo>
                  <a:pt x="10484485" y="1170305"/>
                </a:lnTo>
                <a:lnTo>
                  <a:pt x="10484485" y="1151255"/>
                </a:lnTo>
                <a:lnTo>
                  <a:pt x="10503535" y="1151255"/>
                </a:lnTo>
                <a:lnTo>
                  <a:pt x="10503535" y="1170305"/>
                </a:lnTo>
                <a:close/>
              </a:path>
              <a:path w="11277600" h="1170305">
                <a:moveTo>
                  <a:pt x="10465435" y="1170305"/>
                </a:moveTo>
                <a:lnTo>
                  <a:pt x="10446385" y="1170305"/>
                </a:lnTo>
                <a:lnTo>
                  <a:pt x="10446385" y="1151255"/>
                </a:lnTo>
                <a:lnTo>
                  <a:pt x="10465435" y="1151255"/>
                </a:lnTo>
                <a:lnTo>
                  <a:pt x="10465435" y="1170305"/>
                </a:lnTo>
                <a:close/>
              </a:path>
              <a:path w="11277600" h="1170305">
                <a:moveTo>
                  <a:pt x="10427335" y="1170305"/>
                </a:moveTo>
                <a:lnTo>
                  <a:pt x="10408285" y="1170305"/>
                </a:lnTo>
                <a:lnTo>
                  <a:pt x="10408285" y="1151255"/>
                </a:lnTo>
                <a:lnTo>
                  <a:pt x="10427335" y="1151255"/>
                </a:lnTo>
                <a:lnTo>
                  <a:pt x="10427335" y="1170305"/>
                </a:lnTo>
                <a:close/>
              </a:path>
              <a:path w="11277600" h="1170305">
                <a:moveTo>
                  <a:pt x="10389235" y="1170305"/>
                </a:moveTo>
                <a:lnTo>
                  <a:pt x="10370185" y="1170305"/>
                </a:lnTo>
                <a:lnTo>
                  <a:pt x="10370185" y="1151255"/>
                </a:lnTo>
                <a:lnTo>
                  <a:pt x="10389235" y="1151255"/>
                </a:lnTo>
                <a:lnTo>
                  <a:pt x="10389235" y="1170305"/>
                </a:lnTo>
                <a:close/>
              </a:path>
              <a:path w="11277600" h="1170305">
                <a:moveTo>
                  <a:pt x="10351135" y="1170305"/>
                </a:moveTo>
                <a:lnTo>
                  <a:pt x="10332085" y="1170305"/>
                </a:lnTo>
                <a:lnTo>
                  <a:pt x="10332085" y="1151255"/>
                </a:lnTo>
                <a:lnTo>
                  <a:pt x="10351135" y="1151255"/>
                </a:lnTo>
                <a:lnTo>
                  <a:pt x="10351135" y="1170305"/>
                </a:lnTo>
                <a:close/>
              </a:path>
              <a:path w="11277600" h="1170305">
                <a:moveTo>
                  <a:pt x="10313035" y="1170305"/>
                </a:moveTo>
                <a:lnTo>
                  <a:pt x="10293985" y="1170305"/>
                </a:lnTo>
                <a:lnTo>
                  <a:pt x="10293985" y="1151255"/>
                </a:lnTo>
                <a:lnTo>
                  <a:pt x="10313035" y="1151255"/>
                </a:lnTo>
                <a:lnTo>
                  <a:pt x="10313035" y="1170305"/>
                </a:lnTo>
                <a:close/>
              </a:path>
              <a:path w="11277600" h="1170305">
                <a:moveTo>
                  <a:pt x="10274935" y="1170305"/>
                </a:moveTo>
                <a:lnTo>
                  <a:pt x="10255885" y="1170305"/>
                </a:lnTo>
                <a:lnTo>
                  <a:pt x="10255885" y="1151255"/>
                </a:lnTo>
                <a:lnTo>
                  <a:pt x="10274935" y="1151255"/>
                </a:lnTo>
                <a:lnTo>
                  <a:pt x="10274935" y="1170305"/>
                </a:lnTo>
                <a:close/>
              </a:path>
              <a:path w="11277600" h="1170305">
                <a:moveTo>
                  <a:pt x="10236835" y="1170305"/>
                </a:moveTo>
                <a:lnTo>
                  <a:pt x="10217785" y="1170305"/>
                </a:lnTo>
                <a:lnTo>
                  <a:pt x="10217785" y="1151255"/>
                </a:lnTo>
                <a:lnTo>
                  <a:pt x="10236835" y="1151255"/>
                </a:lnTo>
                <a:lnTo>
                  <a:pt x="10236835" y="1170305"/>
                </a:lnTo>
                <a:close/>
              </a:path>
              <a:path w="11277600" h="1170305">
                <a:moveTo>
                  <a:pt x="10198735" y="1170305"/>
                </a:moveTo>
                <a:lnTo>
                  <a:pt x="10179685" y="1170305"/>
                </a:lnTo>
                <a:lnTo>
                  <a:pt x="10179685" y="1151255"/>
                </a:lnTo>
                <a:lnTo>
                  <a:pt x="10198735" y="1151255"/>
                </a:lnTo>
                <a:lnTo>
                  <a:pt x="10198735" y="1170305"/>
                </a:lnTo>
                <a:close/>
              </a:path>
              <a:path w="11277600" h="1170305">
                <a:moveTo>
                  <a:pt x="10160635" y="1170305"/>
                </a:moveTo>
                <a:lnTo>
                  <a:pt x="10141585" y="1170305"/>
                </a:lnTo>
                <a:lnTo>
                  <a:pt x="10141585" y="1151255"/>
                </a:lnTo>
                <a:lnTo>
                  <a:pt x="10160635" y="1151255"/>
                </a:lnTo>
                <a:lnTo>
                  <a:pt x="10160635" y="1170305"/>
                </a:lnTo>
                <a:close/>
              </a:path>
              <a:path w="11277600" h="1170305">
                <a:moveTo>
                  <a:pt x="10122535" y="1170305"/>
                </a:moveTo>
                <a:lnTo>
                  <a:pt x="10103485" y="1170305"/>
                </a:lnTo>
                <a:lnTo>
                  <a:pt x="10103485" y="1151255"/>
                </a:lnTo>
                <a:lnTo>
                  <a:pt x="10122535" y="1151255"/>
                </a:lnTo>
                <a:lnTo>
                  <a:pt x="10122535" y="1170305"/>
                </a:lnTo>
                <a:close/>
              </a:path>
              <a:path w="11277600" h="1170305">
                <a:moveTo>
                  <a:pt x="10084435" y="1170305"/>
                </a:moveTo>
                <a:lnTo>
                  <a:pt x="10065385" y="1170305"/>
                </a:lnTo>
                <a:lnTo>
                  <a:pt x="10065385" y="1151255"/>
                </a:lnTo>
                <a:lnTo>
                  <a:pt x="10084435" y="1151255"/>
                </a:lnTo>
                <a:lnTo>
                  <a:pt x="10084435" y="1170305"/>
                </a:lnTo>
                <a:close/>
              </a:path>
              <a:path w="11277600" h="1170305">
                <a:moveTo>
                  <a:pt x="10046335" y="1170305"/>
                </a:moveTo>
                <a:lnTo>
                  <a:pt x="10027285" y="1170305"/>
                </a:lnTo>
                <a:lnTo>
                  <a:pt x="10027285" y="1151255"/>
                </a:lnTo>
                <a:lnTo>
                  <a:pt x="10046335" y="1151255"/>
                </a:lnTo>
                <a:lnTo>
                  <a:pt x="10046335" y="1170305"/>
                </a:lnTo>
                <a:close/>
              </a:path>
              <a:path w="11277600" h="1170305">
                <a:moveTo>
                  <a:pt x="10008235" y="1170305"/>
                </a:moveTo>
                <a:lnTo>
                  <a:pt x="9989185" y="1170305"/>
                </a:lnTo>
                <a:lnTo>
                  <a:pt x="9989185" y="1151255"/>
                </a:lnTo>
                <a:lnTo>
                  <a:pt x="10008235" y="1151255"/>
                </a:lnTo>
                <a:lnTo>
                  <a:pt x="10008235" y="1170305"/>
                </a:lnTo>
                <a:close/>
              </a:path>
              <a:path w="11277600" h="1170305">
                <a:moveTo>
                  <a:pt x="9970135" y="1170305"/>
                </a:moveTo>
                <a:lnTo>
                  <a:pt x="9951085" y="1170305"/>
                </a:lnTo>
                <a:lnTo>
                  <a:pt x="9951085" y="1151255"/>
                </a:lnTo>
                <a:lnTo>
                  <a:pt x="9970135" y="1151255"/>
                </a:lnTo>
                <a:lnTo>
                  <a:pt x="9970135" y="1170305"/>
                </a:lnTo>
                <a:close/>
              </a:path>
              <a:path w="11277600" h="1170305">
                <a:moveTo>
                  <a:pt x="9932035" y="1170305"/>
                </a:moveTo>
                <a:lnTo>
                  <a:pt x="9912985" y="1170305"/>
                </a:lnTo>
                <a:lnTo>
                  <a:pt x="9912985" y="1151255"/>
                </a:lnTo>
                <a:lnTo>
                  <a:pt x="9932035" y="1151255"/>
                </a:lnTo>
                <a:lnTo>
                  <a:pt x="9932035" y="1170305"/>
                </a:lnTo>
                <a:close/>
              </a:path>
              <a:path w="11277600" h="1170305">
                <a:moveTo>
                  <a:pt x="9893935" y="1170305"/>
                </a:moveTo>
                <a:lnTo>
                  <a:pt x="9874885" y="1170305"/>
                </a:lnTo>
                <a:lnTo>
                  <a:pt x="9874885" y="1151255"/>
                </a:lnTo>
                <a:lnTo>
                  <a:pt x="9893935" y="1151255"/>
                </a:lnTo>
                <a:lnTo>
                  <a:pt x="9893935" y="1170305"/>
                </a:lnTo>
                <a:close/>
              </a:path>
              <a:path w="11277600" h="1170305">
                <a:moveTo>
                  <a:pt x="9855835" y="1170305"/>
                </a:moveTo>
                <a:lnTo>
                  <a:pt x="9836785" y="1170305"/>
                </a:lnTo>
                <a:lnTo>
                  <a:pt x="9836785" y="1151255"/>
                </a:lnTo>
                <a:lnTo>
                  <a:pt x="9855835" y="1151255"/>
                </a:lnTo>
                <a:lnTo>
                  <a:pt x="9855835" y="1170305"/>
                </a:lnTo>
                <a:close/>
              </a:path>
              <a:path w="11277600" h="1170305">
                <a:moveTo>
                  <a:pt x="9817735" y="1170305"/>
                </a:moveTo>
                <a:lnTo>
                  <a:pt x="9798685" y="1170305"/>
                </a:lnTo>
                <a:lnTo>
                  <a:pt x="9798685" y="1151255"/>
                </a:lnTo>
                <a:lnTo>
                  <a:pt x="9817735" y="1151255"/>
                </a:lnTo>
                <a:lnTo>
                  <a:pt x="9817735" y="1170305"/>
                </a:lnTo>
                <a:close/>
              </a:path>
              <a:path w="11277600" h="1170305">
                <a:moveTo>
                  <a:pt x="9779635" y="1170305"/>
                </a:moveTo>
                <a:lnTo>
                  <a:pt x="9760585" y="1170305"/>
                </a:lnTo>
                <a:lnTo>
                  <a:pt x="9760585" y="1151255"/>
                </a:lnTo>
                <a:lnTo>
                  <a:pt x="9779635" y="1151255"/>
                </a:lnTo>
                <a:lnTo>
                  <a:pt x="9779635" y="1170305"/>
                </a:lnTo>
                <a:close/>
              </a:path>
              <a:path w="11277600" h="1170305">
                <a:moveTo>
                  <a:pt x="9741535" y="1170305"/>
                </a:moveTo>
                <a:lnTo>
                  <a:pt x="9722485" y="1170305"/>
                </a:lnTo>
                <a:lnTo>
                  <a:pt x="9722485" y="1151255"/>
                </a:lnTo>
                <a:lnTo>
                  <a:pt x="9741535" y="1151255"/>
                </a:lnTo>
                <a:lnTo>
                  <a:pt x="9741535" y="1170305"/>
                </a:lnTo>
                <a:close/>
              </a:path>
              <a:path w="11277600" h="1170305">
                <a:moveTo>
                  <a:pt x="9703435" y="1170305"/>
                </a:moveTo>
                <a:lnTo>
                  <a:pt x="9684385" y="1170305"/>
                </a:lnTo>
                <a:lnTo>
                  <a:pt x="9684385" y="1151255"/>
                </a:lnTo>
                <a:lnTo>
                  <a:pt x="9703435" y="1151255"/>
                </a:lnTo>
                <a:lnTo>
                  <a:pt x="9703435" y="1170305"/>
                </a:lnTo>
                <a:close/>
              </a:path>
              <a:path w="11277600" h="1170305">
                <a:moveTo>
                  <a:pt x="9665335" y="1170305"/>
                </a:moveTo>
                <a:lnTo>
                  <a:pt x="9646285" y="1170305"/>
                </a:lnTo>
                <a:lnTo>
                  <a:pt x="9646285" y="1151255"/>
                </a:lnTo>
                <a:lnTo>
                  <a:pt x="9665335" y="1151255"/>
                </a:lnTo>
                <a:lnTo>
                  <a:pt x="9665335" y="1170305"/>
                </a:lnTo>
                <a:close/>
              </a:path>
              <a:path w="11277600" h="1170305">
                <a:moveTo>
                  <a:pt x="9627235" y="1170305"/>
                </a:moveTo>
                <a:lnTo>
                  <a:pt x="9608185" y="1170305"/>
                </a:lnTo>
                <a:lnTo>
                  <a:pt x="9608185" y="1151255"/>
                </a:lnTo>
                <a:lnTo>
                  <a:pt x="9627235" y="1151255"/>
                </a:lnTo>
                <a:lnTo>
                  <a:pt x="9627235" y="1170305"/>
                </a:lnTo>
                <a:close/>
              </a:path>
              <a:path w="11277600" h="1170305">
                <a:moveTo>
                  <a:pt x="9589135" y="1170305"/>
                </a:moveTo>
                <a:lnTo>
                  <a:pt x="9570085" y="1170305"/>
                </a:lnTo>
                <a:lnTo>
                  <a:pt x="9570085" y="1151255"/>
                </a:lnTo>
                <a:lnTo>
                  <a:pt x="9589135" y="1151255"/>
                </a:lnTo>
                <a:lnTo>
                  <a:pt x="9589135" y="1170305"/>
                </a:lnTo>
                <a:close/>
              </a:path>
              <a:path w="11277600" h="1170305">
                <a:moveTo>
                  <a:pt x="9551035" y="1170305"/>
                </a:moveTo>
                <a:lnTo>
                  <a:pt x="9531985" y="1170305"/>
                </a:lnTo>
                <a:lnTo>
                  <a:pt x="9531985" y="1151255"/>
                </a:lnTo>
                <a:lnTo>
                  <a:pt x="9551035" y="1151255"/>
                </a:lnTo>
                <a:lnTo>
                  <a:pt x="9551035" y="1170305"/>
                </a:lnTo>
                <a:close/>
              </a:path>
              <a:path w="11277600" h="1170305">
                <a:moveTo>
                  <a:pt x="9512935" y="1170305"/>
                </a:moveTo>
                <a:lnTo>
                  <a:pt x="9493885" y="1170305"/>
                </a:lnTo>
                <a:lnTo>
                  <a:pt x="9493885" y="1151255"/>
                </a:lnTo>
                <a:lnTo>
                  <a:pt x="9512935" y="1151255"/>
                </a:lnTo>
                <a:lnTo>
                  <a:pt x="9512935" y="1170305"/>
                </a:lnTo>
                <a:close/>
              </a:path>
              <a:path w="11277600" h="1170305">
                <a:moveTo>
                  <a:pt x="9474835" y="1170305"/>
                </a:moveTo>
                <a:lnTo>
                  <a:pt x="9455785" y="1170305"/>
                </a:lnTo>
                <a:lnTo>
                  <a:pt x="9455785" y="1151255"/>
                </a:lnTo>
                <a:lnTo>
                  <a:pt x="9474835" y="1151255"/>
                </a:lnTo>
                <a:lnTo>
                  <a:pt x="9474835" y="1170305"/>
                </a:lnTo>
                <a:close/>
              </a:path>
              <a:path w="11277600" h="1170305">
                <a:moveTo>
                  <a:pt x="9436735" y="1170305"/>
                </a:moveTo>
                <a:lnTo>
                  <a:pt x="9417685" y="1170305"/>
                </a:lnTo>
                <a:lnTo>
                  <a:pt x="9417685" y="1151255"/>
                </a:lnTo>
                <a:lnTo>
                  <a:pt x="9436735" y="1151255"/>
                </a:lnTo>
                <a:lnTo>
                  <a:pt x="9436735" y="1170305"/>
                </a:lnTo>
                <a:close/>
              </a:path>
              <a:path w="11277600" h="1170305">
                <a:moveTo>
                  <a:pt x="9398635" y="1170305"/>
                </a:moveTo>
                <a:lnTo>
                  <a:pt x="9379585" y="1170305"/>
                </a:lnTo>
                <a:lnTo>
                  <a:pt x="9379585" y="1151255"/>
                </a:lnTo>
                <a:lnTo>
                  <a:pt x="9398635" y="1151255"/>
                </a:lnTo>
                <a:lnTo>
                  <a:pt x="9398635" y="1170305"/>
                </a:lnTo>
                <a:close/>
              </a:path>
              <a:path w="11277600" h="1170305">
                <a:moveTo>
                  <a:pt x="9360535" y="1170305"/>
                </a:moveTo>
                <a:lnTo>
                  <a:pt x="9341485" y="1170305"/>
                </a:lnTo>
                <a:lnTo>
                  <a:pt x="9341485" y="1151255"/>
                </a:lnTo>
                <a:lnTo>
                  <a:pt x="9360535" y="1151255"/>
                </a:lnTo>
                <a:lnTo>
                  <a:pt x="9360535" y="1170305"/>
                </a:lnTo>
                <a:close/>
              </a:path>
              <a:path w="11277600" h="1170305">
                <a:moveTo>
                  <a:pt x="9322435" y="1170305"/>
                </a:moveTo>
                <a:lnTo>
                  <a:pt x="9303385" y="1170305"/>
                </a:lnTo>
                <a:lnTo>
                  <a:pt x="9303385" y="1151255"/>
                </a:lnTo>
                <a:lnTo>
                  <a:pt x="9322435" y="1151255"/>
                </a:lnTo>
                <a:lnTo>
                  <a:pt x="9322435" y="1170305"/>
                </a:lnTo>
                <a:close/>
              </a:path>
              <a:path w="11277600" h="1170305">
                <a:moveTo>
                  <a:pt x="9284335" y="1170305"/>
                </a:moveTo>
                <a:lnTo>
                  <a:pt x="9265285" y="1170305"/>
                </a:lnTo>
                <a:lnTo>
                  <a:pt x="9265285" y="1151255"/>
                </a:lnTo>
                <a:lnTo>
                  <a:pt x="9284335" y="1151255"/>
                </a:lnTo>
                <a:lnTo>
                  <a:pt x="9284335" y="1170305"/>
                </a:lnTo>
                <a:close/>
              </a:path>
              <a:path w="11277600" h="1170305">
                <a:moveTo>
                  <a:pt x="9246235" y="1170305"/>
                </a:moveTo>
                <a:lnTo>
                  <a:pt x="9227185" y="1170305"/>
                </a:lnTo>
                <a:lnTo>
                  <a:pt x="9227185" y="1151255"/>
                </a:lnTo>
                <a:lnTo>
                  <a:pt x="9246235" y="1151255"/>
                </a:lnTo>
                <a:lnTo>
                  <a:pt x="9246235" y="1170305"/>
                </a:lnTo>
                <a:close/>
              </a:path>
              <a:path w="11277600" h="1170305">
                <a:moveTo>
                  <a:pt x="9208135" y="1170305"/>
                </a:moveTo>
                <a:lnTo>
                  <a:pt x="9189085" y="1170305"/>
                </a:lnTo>
                <a:lnTo>
                  <a:pt x="9189085" y="1151255"/>
                </a:lnTo>
                <a:lnTo>
                  <a:pt x="9208135" y="1151255"/>
                </a:lnTo>
                <a:lnTo>
                  <a:pt x="9208135" y="1170305"/>
                </a:lnTo>
                <a:close/>
              </a:path>
              <a:path w="11277600" h="1170305">
                <a:moveTo>
                  <a:pt x="9170035" y="1170305"/>
                </a:moveTo>
                <a:lnTo>
                  <a:pt x="9150985" y="1170305"/>
                </a:lnTo>
                <a:lnTo>
                  <a:pt x="9150985" y="1151255"/>
                </a:lnTo>
                <a:lnTo>
                  <a:pt x="9170035" y="1151255"/>
                </a:lnTo>
                <a:lnTo>
                  <a:pt x="9170035" y="1170305"/>
                </a:lnTo>
                <a:close/>
              </a:path>
              <a:path w="11277600" h="1170305">
                <a:moveTo>
                  <a:pt x="9131935" y="1170305"/>
                </a:moveTo>
                <a:lnTo>
                  <a:pt x="9112885" y="1170305"/>
                </a:lnTo>
                <a:lnTo>
                  <a:pt x="9112885" y="1151255"/>
                </a:lnTo>
                <a:lnTo>
                  <a:pt x="9131935" y="1151255"/>
                </a:lnTo>
                <a:lnTo>
                  <a:pt x="9131935" y="1170305"/>
                </a:lnTo>
                <a:close/>
              </a:path>
              <a:path w="11277600" h="1170305">
                <a:moveTo>
                  <a:pt x="9093835" y="1170305"/>
                </a:moveTo>
                <a:lnTo>
                  <a:pt x="9074785" y="1170305"/>
                </a:lnTo>
                <a:lnTo>
                  <a:pt x="9074785" y="1151255"/>
                </a:lnTo>
                <a:lnTo>
                  <a:pt x="9093835" y="1151255"/>
                </a:lnTo>
                <a:lnTo>
                  <a:pt x="9093835" y="1170305"/>
                </a:lnTo>
                <a:close/>
              </a:path>
              <a:path w="11277600" h="1170305">
                <a:moveTo>
                  <a:pt x="9055735" y="1170305"/>
                </a:moveTo>
                <a:lnTo>
                  <a:pt x="9036685" y="1170305"/>
                </a:lnTo>
                <a:lnTo>
                  <a:pt x="9036685" y="1151255"/>
                </a:lnTo>
                <a:lnTo>
                  <a:pt x="9055735" y="1151255"/>
                </a:lnTo>
                <a:lnTo>
                  <a:pt x="9055735" y="1170305"/>
                </a:lnTo>
                <a:close/>
              </a:path>
              <a:path w="11277600" h="1170305">
                <a:moveTo>
                  <a:pt x="9017635" y="1170305"/>
                </a:moveTo>
                <a:lnTo>
                  <a:pt x="8998585" y="1170305"/>
                </a:lnTo>
                <a:lnTo>
                  <a:pt x="8998585" y="1151255"/>
                </a:lnTo>
                <a:lnTo>
                  <a:pt x="9017635" y="1151255"/>
                </a:lnTo>
                <a:lnTo>
                  <a:pt x="9017635" y="1170305"/>
                </a:lnTo>
                <a:close/>
              </a:path>
              <a:path w="11277600" h="1170305">
                <a:moveTo>
                  <a:pt x="8979535" y="1170305"/>
                </a:moveTo>
                <a:lnTo>
                  <a:pt x="8960485" y="1170305"/>
                </a:lnTo>
                <a:lnTo>
                  <a:pt x="8960485" y="1151255"/>
                </a:lnTo>
                <a:lnTo>
                  <a:pt x="8979535" y="1151255"/>
                </a:lnTo>
                <a:lnTo>
                  <a:pt x="8979535" y="1170305"/>
                </a:lnTo>
                <a:close/>
              </a:path>
              <a:path w="11277600" h="1170305">
                <a:moveTo>
                  <a:pt x="8941435" y="1170305"/>
                </a:moveTo>
                <a:lnTo>
                  <a:pt x="8922385" y="1170305"/>
                </a:lnTo>
                <a:lnTo>
                  <a:pt x="8922385" y="1151255"/>
                </a:lnTo>
                <a:lnTo>
                  <a:pt x="8941435" y="1151255"/>
                </a:lnTo>
                <a:lnTo>
                  <a:pt x="8941435" y="1170305"/>
                </a:lnTo>
                <a:close/>
              </a:path>
              <a:path w="11277600" h="1170305">
                <a:moveTo>
                  <a:pt x="8903335" y="1170305"/>
                </a:moveTo>
                <a:lnTo>
                  <a:pt x="8884285" y="1170305"/>
                </a:lnTo>
                <a:lnTo>
                  <a:pt x="8884285" y="1151255"/>
                </a:lnTo>
                <a:lnTo>
                  <a:pt x="8903335" y="1151255"/>
                </a:lnTo>
                <a:lnTo>
                  <a:pt x="8903335" y="1170305"/>
                </a:lnTo>
                <a:close/>
              </a:path>
              <a:path w="11277600" h="1170305">
                <a:moveTo>
                  <a:pt x="8865235" y="1170305"/>
                </a:moveTo>
                <a:lnTo>
                  <a:pt x="8846185" y="1170305"/>
                </a:lnTo>
                <a:lnTo>
                  <a:pt x="8846185" y="1151255"/>
                </a:lnTo>
                <a:lnTo>
                  <a:pt x="8865235" y="1151255"/>
                </a:lnTo>
                <a:lnTo>
                  <a:pt x="8865235" y="1170305"/>
                </a:lnTo>
                <a:close/>
              </a:path>
              <a:path w="11277600" h="1170305">
                <a:moveTo>
                  <a:pt x="8827135" y="1170305"/>
                </a:moveTo>
                <a:lnTo>
                  <a:pt x="8808085" y="1170305"/>
                </a:lnTo>
                <a:lnTo>
                  <a:pt x="8808085" y="1151255"/>
                </a:lnTo>
                <a:lnTo>
                  <a:pt x="8827135" y="1151255"/>
                </a:lnTo>
                <a:lnTo>
                  <a:pt x="8827135" y="1170305"/>
                </a:lnTo>
                <a:close/>
              </a:path>
              <a:path w="11277600" h="1170305">
                <a:moveTo>
                  <a:pt x="8789035" y="1170305"/>
                </a:moveTo>
                <a:lnTo>
                  <a:pt x="8769985" y="1170305"/>
                </a:lnTo>
                <a:lnTo>
                  <a:pt x="8769985" y="1151255"/>
                </a:lnTo>
                <a:lnTo>
                  <a:pt x="8789035" y="1151255"/>
                </a:lnTo>
                <a:lnTo>
                  <a:pt x="8789035" y="1170305"/>
                </a:lnTo>
                <a:close/>
              </a:path>
              <a:path w="11277600" h="1170305">
                <a:moveTo>
                  <a:pt x="8750935" y="1170305"/>
                </a:moveTo>
                <a:lnTo>
                  <a:pt x="8731885" y="1170305"/>
                </a:lnTo>
                <a:lnTo>
                  <a:pt x="8731885" y="1151255"/>
                </a:lnTo>
                <a:lnTo>
                  <a:pt x="8750935" y="1151255"/>
                </a:lnTo>
                <a:lnTo>
                  <a:pt x="8750935" y="1170305"/>
                </a:lnTo>
                <a:close/>
              </a:path>
              <a:path w="11277600" h="1170305">
                <a:moveTo>
                  <a:pt x="8712835" y="1170305"/>
                </a:moveTo>
                <a:lnTo>
                  <a:pt x="8693785" y="1170305"/>
                </a:lnTo>
                <a:lnTo>
                  <a:pt x="8693785" y="1151255"/>
                </a:lnTo>
                <a:lnTo>
                  <a:pt x="8712835" y="1151255"/>
                </a:lnTo>
                <a:lnTo>
                  <a:pt x="8712835" y="1170305"/>
                </a:lnTo>
                <a:close/>
              </a:path>
              <a:path w="11277600" h="1170305">
                <a:moveTo>
                  <a:pt x="8674735" y="1170305"/>
                </a:moveTo>
                <a:lnTo>
                  <a:pt x="8655685" y="1170305"/>
                </a:lnTo>
                <a:lnTo>
                  <a:pt x="8655685" y="1151255"/>
                </a:lnTo>
                <a:lnTo>
                  <a:pt x="8674735" y="1151255"/>
                </a:lnTo>
                <a:lnTo>
                  <a:pt x="8674735" y="1170305"/>
                </a:lnTo>
                <a:close/>
              </a:path>
              <a:path w="11277600" h="1170305">
                <a:moveTo>
                  <a:pt x="8636635" y="1170305"/>
                </a:moveTo>
                <a:lnTo>
                  <a:pt x="8617585" y="1170305"/>
                </a:lnTo>
                <a:lnTo>
                  <a:pt x="8617585" y="1151255"/>
                </a:lnTo>
                <a:lnTo>
                  <a:pt x="8636635" y="1151255"/>
                </a:lnTo>
                <a:lnTo>
                  <a:pt x="8636635" y="1170305"/>
                </a:lnTo>
                <a:close/>
              </a:path>
              <a:path w="11277600" h="1170305">
                <a:moveTo>
                  <a:pt x="8598535" y="1170305"/>
                </a:moveTo>
                <a:lnTo>
                  <a:pt x="8579485" y="1170305"/>
                </a:lnTo>
                <a:lnTo>
                  <a:pt x="8579485" y="1151255"/>
                </a:lnTo>
                <a:lnTo>
                  <a:pt x="8598535" y="1151255"/>
                </a:lnTo>
                <a:lnTo>
                  <a:pt x="8598535" y="1170305"/>
                </a:lnTo>
                <a:close/>
              </a:path>
              <a:path w="11277600" h="1170305">
                <a:moveTo>
                  <a:pt x="8560435" y="1170305"/>
                </a:moveTo>
                <a:lnTo>
                  <a:pt x="8541385" y="1170305"/>
                </a:lnTo>
                <a:lnTo>
                  <a:pt x="8541385" y="1151255"/>
                </a:lnTo>
                <a:lnTo>
                  <a:pt x="8560435" y="1151255"/>
                </a:lnTo>
                <a:lnTo>
                  <a:pt x="8560435" y="1170305"/>
                </a:lnTo>
                <a:close/>
              </a:path>
              <a:path w="11277600" h="1170305">
                <a:moveTo>
                  <a:pt x="8522335" y="1170305"/>
                </a:moveTo>
                <a:lnTo>
                  <a:pt x="8503285" y="1170305"/>
                </a:lnTo>
                <a:lnTo>
                  <a:pt x="8503285" y="1151255"/>
                </a:lnTo>
                <a:lnTo>
                  <a:pt x="8522335" y="1151255"/>
                </a:lnTo>
                <a:lnTo>
                  <a:pt x="8522335" y="1170305"/>
                </a:lnTo>
                <a:close/>
              </a:path>
              <a:path w="11277600" h="1170305">
                <a:moveTo>
                  <a:pt x="8484235" y="1170305"/>
                </a:moveTo>
                <a:lnTo>
                  <a:pt x="8465185" y="1170305"/>
                </a:lnTo>
                <a:lnTo>
                  <a:pt x="8465185" y="1151255"/>
                </a:lnTo>
                <a:lnTo>
                  <a:pt x="8484235" y="1151255"/>
                </a:lnTo>
                <a:lnTo>
                  <a:pt x="8484235" y="1170305"/>
                </a:lnTo>
                <a:close/>
              </a:path>
              <a:path w="11277600" h="1170305">
                <a:moveTo>
                  <a:pt x="8446135" y="1170305"/>
                </a:moveTo>
                <a:lnTo>
                  <a:pt x="8427085" y="1170305"/>
                </a:lnTo>
                <a:lnTo>
                  <a:pt x="8427085" y="1151255"/>
                </a:lnTo>
                <a:lnTo>
                  <a:pt x="8446135" y="1151255"/>
                </a:lnTo>
                <a:lnTo>
                  <a:pt x="8446135" y="1170305"/>
                </a:lnTo>
                <a:close/>
              </a:path>
              <a:path w="11277600" h="1170305">
                <a:moveTo>
                  <a:pt x="8408035" y="1170305"/>
                </a:moveTo>
                <a:lnTo>
                  <a:pt x="8388985" y="1170305"/>
                </a:lnTo>
                <a:lnTo>
                  <a:pt x="8388985" y="1151255"/>
                </a:lnTo>
                <a:lnTo>
                  <a:pt x="8408035" y="1151255"/>
                </a:lnTo>
                <a:lnTo>
                  <a:pt x="8408035" y="1170305"/>
                </a:lnTo>
                <a:close/>
              </a:path>
              <a:path w="11277600" h="1170305">
                <a:moveTo>
                  <a:pt x="8369934" y="1170305"/>
                </a:moveTo>
                <a:lnTo>
                  <a:pt x="8350884" y="1170305"/>
                </a:lnTo>
                <a:lnTo>
                  <a:pt x="8350884" y="1151255"/>
                </a:lnTo>
                <a:lnTo>
                  <a:pt x="8369934" y="1151255"/>
                </a:lnTo>
                <a:lnTo>
                  <a:pt x="8369934" y="1170305"/>
                </a:lnTo>
                <a:close/>
              </a:path>
              <a:path w="11277600" h="1170305">
                <a:moveTo>
                  <a:pt x="8331834" y="1170305"/>
                </a:moveTo>
                <a:lnTo>
                  <a:pt x="8312784" y="1170305"/>
                </a:lnTo>
                <a:lnTo>
                  <a:pt x="8312784" y="1151255"/>
                </a:lnTo>
                <a:lnTo>
                  <a:pt x="8331834" y="1151255"/>
                </a:lnTo>
                <a:lnTo>
                  <a:pt x="8331834" y="1170305"/>
                </a:lnTo>
                <a:close/>
              </a:path>
              <a:path w="11277600" h="1170305">
                <a:moveTo>
                  <a:pt x="8293734" y="1170305"/>
                </a:moveTo>
                <a:lnTo>
                  <a:pt x="8274684" y="1170305"/>
                </a:lnTo>
                <a:lnTo>
                  <a:pt x="8274684" y="1151255"/>
                </a:lnTo>
                <a:lnTo>
                  <a:pt x="8293734" y="1151255"/>
                </a:lnTo>
                <a:lnTo>
                  <a:pt x="8293734" y="1170305"/>
                </a:lnTo>
                <a:close/>
              </a:path>
              <a:path w="11277600" h="1170305">
                <a:moveTo>
                  <a:pt x="8255634" y="1170305"/>
                </a:moveTo>
                <a:lnTo>
                  <a:pt x="8236584" y="1170305"/>
                </a:lnTo>
                <a:lnTo>
                  <a:pt x="8236584" y="1151255"/>
                </a:lnTo>
                <a:lnTo>
                  <a:pt x="8255634" y="1151255"/>
                </a:lnTo>
                <a:lnTo>
                  <a:pt x="8255634" y="1170305"/>
                </a:lnTo>
                <a:close/>
              </a:path>
              <a:path w="11277600" h="1170305">
                <a:moveTo>
                  <a:pt x="8217534" y="1170305"/>
                </a:moveTo>
                <a:lnTo>
                  <a:pt x="8198484" y="1170305"/>
                </a:lnTo>
                <a:lnTo>
                  <a:pt x="8198484" y="1151255"/>
                </a:lnTo>
                <a:lnTo>
                  <a:pt x="8217534" y="1151255"/>
                </a:lnTo>
                <a:lnTo>
                  <a:pt x="8217534" y="1170305"/>
                </a:lnTo>
                <a:close/>
              </a:path>
              <a:path w="11277600" h="1170305">
                <a:moveTo>
                  <a:pt x="8179434" y="1170305"/>
                </a:moveTo>
                <a:lnTo>
                  <a:pt x="8160384" y="1170305"/>
                </a:lnTo>
                <a:lnTo>
                  <a:pt x="8160384" y="1151255"/>
                </a:lnTo>
                <a:lnTo>
                  <a:pt x="8179434" y="1151255"/>
                </a:lnTo>
                <a:lnTo>
                  <a:pt x="8179434" y="1170305"/>
                </a:lnTo>
                <a:close/>
              </a:path>
              <a:path w="11277600" h="1170305">
                <a:moveTo>
                  <a:pt x="8141334" y="1170305"/>
                </a:moveTo>
                <a:lnTo>
                  <a:pt x="8122284" y="1170305"/>
                </a:lnTo>
                <a:lnTo>
                  <a:pt x="8122284" y="1151255"/>
                </a:lnTo>
                <a:lnTo>
                  <a:pt x="8141334" y="1151255"/>
                </a:lnTo>
                <a:lnTo>
                  <a:pt x="8141334" y="1170305"/>
                </a:lnTo>
                <a:close/>
              </a:path>
              <a:path w="11277600" h="1170305">
                <a:moveTo>
                  <a:pt x="8103234" y="1170305"/>
                </a:moveTo>
                <a:lnTo>
                  <a:pt x="8084184" y="1170305"/>
                </a:lnTo>
                <a:lnTo>
                  <a:pt x="8084184" y="1151255"/>
                </a:lnTo>
                <a:lnTo>
                  <a:pt x="8103234" y="1151255"/>
                </a:lnTo>
                <a:lnTo>
                  <a:pt x="8103234" y="1170305"/>
                </a:lnTo>
                <a:close/>
              </a:path>
              <a:path w="11277600" h="1170305">
                <a:moveTo>
                  <a:pt x="8065134" y="1170305"/>
                </a:moveTo>
                <a:lnTo>
                  <a:pt x="8046084" y="1170305"/>
                </a:lnTo>
                <a:lnTo>
                  <a:pt x="8046084" y="1151255"/>
                </a:lnTo>
                <a:lnTo>
                  <a:pt x="8065134" y="1151255"/>
                </a:lnTo>
                <a:lnTo>
                  <a:pt x="8065134" y="1170305"/>
                </a:lnTo>
                <a:close/>
              </a:path>
              <a:path w="11277600" h="1170305">
                <a:moveTo>
                  <a:pt x="8027034" y="1170305"/>
                </a:moveTo>
                <a:lnTo>
                  <a:pt x="8007984" y="1170305"/>
                </a:lnTo>
                <a:lnTo>
                  <a:pt x="8007984" y="1151255"/>
                </a:lnTo>
                <a:lnTo>
                  <a:pt x="8027034" y="1151255"/>
                </a:lnTo>
                <a:lnTo>
                  <a:pt x="8027034" y="1170305"/>
                </a:lnTo>
                <a:close/>
              </a:path>
              <a:path w="11277600" h="1170305">
                <a:moveTo>
                  <a:pt x="7988934" y="1170305"/>
                </a:moveTo>
                <a:lnTo>
                  <a:pt x="7969884" y="1170305"/>
                </a:lnTo>
                <a:lnTo>
                  <a:pt x="7969884" y="1151255"/>
                </a:lnTo>
                <a:lnTo>
                  <a:pt x="7988934" y="1151255"/>
                </a:lnTo>
                <a:lnTo>
                  <a:pt x="7988934" y="1170305"/>
                </a:lnTo>
                <a:close/>
              </a:path>
              <a:path w="11277600" h="1170305">
                <a:moveTo>
                  <a:pt x="7950834" y="1170305"/>
                </a:moveTo>
                <a:lnTo>
                  <a:pt x="7931784" y="1170305"/>
                </a:lnTo>
                <a:lnTo>
                  <a:pt x="7931784" y="1151255"/>
                </a:lnTo>
                <a:lnTo>
                  <a:pt x="7950834" y="1151255"/>
                </a:lnTo>
                <a:lnTo>
                  <a:pt x="7950834" y="1170305"/>
                </a:lnTo>
                <a:close/>
              </a:path>
              <a:path w="11277600" h="1170305">
                <a:moveTo>
                  <a:pt x="7912734" y="1170305"/>
                </a:moveTo>
                <a:lnTo>
                  <a:pt x="7893684" y="1170305"/>
                </a:lnTo>
                <a:lnTo>
                  <a:pt x="7893684" y="1151255"/>
                </a:lnTo>
                <a:lnTo>
                  <a:pt x="7912734" y="1151255"/>
                </a:lnTo>
                <a:lnTo>
                  <a:pt x="7912734" y="1170305"/>
                </a:lnTo>
                <a:close/>
              </a:path>
              <a:path w="11277600" h="1170305">
                <a:moveTo>
                  <a:pt x="7874634" y="1170305"/>
                </a:moveTo>
                <a:lnTo>
                  <a:pt x="7855584" y="1170305"/>
                </a:lnTo>
                <a:lnTo>
                  <a:pt x="7855584" y="1151255"/>
                </a:lnTo>
                <a:lnTo>
                  <a:pt x="7874634" y="1151255"/>
                </a:lnTo>
                <a:lnTo>
                  <a:pt x="7874634" y="1170305"/>
                </a:lnTo>
                <a:close/>
              </a:path>
              <a:path w="11277600" h="1170305">
                <a:moveTo>
                  <a:pt x="7836534" y="1170305"/>
                </a:moveTo>
                <a:lnTo>
                  <a:pt x="7817484" y="1170305"/>
                </a:lnTo>
                <a:lnTo>
                  <a:pt x="7817484" y="1151255"/>
                </a:lnTo>
                <a:lnTo>
                  <a:pt x="7836534" y="1151255"/>
                </a:lnTo>
                <a:lnTo>
                  <a:pt x="7836534" y="1170305"/>
                </a:lnTo>
                <a:close/>
              </a:path>
              <a:path w="11277600" h="1170305">
                <a:moveTo>
                  <a:pt x="7798434" y="1170305"/>
                </a:moveTo>
                <a:lnTo>
                  <a:pt x="7779384" y="1170305"/>
                </a:lnTo>
                <a:lnTo>
                  <a:pt x="7779384" y="1151255"/>
                </a:lnTo>
                <a:lnTo>
                  <a:pt x="7798434" y="1151255"/>
                </a:lnTo>
                <a:lnTo>
                  <a:pt x="7798434" y="1170305"/>
                </a:lnTo>
                <a:close/>
              </a:path>
              <a:path w="11277600" h="1170305">
                <a:moveTo>
                  <a:pt x="7760334" y="1170305"/>
                </a:moveTo>
                <a:lnTo>
                  <a:pt x="7741284" y="1170305"/>
                </a:lnTo>
                <a:lnTo>
                  <a:pt x="7741284" y="1151255"/>
                </a:lnTo>
                <a:lnTo>
                  <a:pt x="7760334" y="1151255"/>
                </a:lnTo>
                <a:lnTo>
                  <a:pt x="7760334" y="1170305"/>
                </a:lnTo>
                <a:close/>
              </a:path>
              <a:path w="11277600" h="1170305">
                <a:moveTo>
                  <a:pt x="7722234" y="1170305"/>
                </a:moveTo>
                <a:lnTo>
                  <a:pt x="7703184" y="1170305"/>
                </a:lnTo>
                <a:lnTo>
                  <a:pt x="7703184" y="1151255"/>
                </a:lnTo>
                <a:lnTo>
                  <a:pt x="7722234" y="1151255"/>
                </a:lnTo>
                <a:lnTo>
                  <a:pt x="7722234" y="1170305"/>
                </a:lnTo>
                <a:close/>
              </a:path>
              <a:path w="11277600" h="1170305">
                <a:moveTo>
                  <a:pt x="7684134" y="1170305"/>
                </a:moveTo>
                <a:lnTo>
                  <a:pt x="7665084" y="1170305"/>
                </a:lnTo>
                <a:lnTo>
                  <a:pt x="7665084" y="1151255"/>
                </a:lnTo>
                <a:lnTo>
                  <a:pt x="7684134" y="1151255"/>
                </a:lnTo>
                <a:lnTo>
                  <a:pt x="7684134" y="1170305"/>
                </a:lnTo>
                <a:close/>
              </a:path>
              <a:path w="11277600" h="1170305">
                <a:moveTo>
                  <a:pt x="7646034" y="1170305"/>
                </a:moveTo>
                <a:lnTo>
                  <a:pt x="7626984" y="1170305"/>
                </a:lnTo>
                <a:lnTo>
                  <a:pt x="7626984" y="1151255"/>
                </a:lnTo>
                <a:lnTo>
                  <a:pt x="7646034" y="1151255"/>
                </a:lnTo>
                <a:lnTo>
                  <a:pt x="7646034" y="1170305"/>
                </a:lnTo>
                <a:close/>
              </a:path>
              <a:path w="11277600" h="1170305">
                <a:moveTo>
                  <a:pt x="7607934" y="1170305"/>
                </a:moveTo>
                <a:lnTo>
                  <a:pt x="7588884" y="1170305"/>
                </a:lnTo>
                <a:lnTo>
                  <a:pt x="7588884" y="1151255"/>
                </a:lnTo>
                <a:lnTo>
                  <a:pt x="7607934" y="1151255"/>
                </a:lnTo>
                <a:lnTo>
                  <a:pt x="7607934" y="1170305"/>
                </a:lnTo>
                <a:close/>
              </a:path>
              <a:path w="11277600" h="1170305">
                <a:moveTo>
                  <a:pt x="7569834" y="1170305"/>
                </a:moveTo>
                <a:lnTo>
                  <a:pt x="7550784" y="1170305"/>
                </a:lnTo>
                <a:lnTo>
                  <a:pt x="7550784" y="1151255"/>
                </a:lnTo>
                <a:lnTo>
                  <a:pt x="7569834" y="1151255"/>
                </a:lnTo>
                <a:lnTo>
                  <a:pt x="7569834" y="1170305"/>
                </a:lnTo>
                <a:close/>
              </a:path>
              <a:path w="11277600" h="1170305">
                <a:moveTo>
                  <a:pt x="7531734" y="1170305"/>
                </a:moveTo>
                <a:lnTo>
                  <a:pt x="7512684" y="1170305"/>
                </a:lnTo>
                <a:lnTo>
                  <a:pt x="7512684" y="1151255"/>
                </a:lnTo>
                <a:lnTo>
                  <a:pt x="7531734" y="1151255"/>
                </a:lnTo>
                <a:lnTo>
                  <a:pt x="7531734" y="1170305"/>
                </a:lnTo>
                <a:close/>
              </a:path>
              <a:path w="11277600" h="1170305">
                <a:moveTo>
                  <a:pt x="7493634" y="1170305"/>
                </a:moveTo>
                <a:lnTo>
                  <a:pt x="7474584" y="1170305"/>
                </a:lnTo>
                <a:lnTo>
                  <a:pt x="7474584" y="1151255"/>
                </a:lnTo>
                <a:lnTo>
                  <a:pt x="7493634" y="1151255"/>
                </a:lnTo>
                <a:lnTo>
                  <a:pt x="7493634" y="1170305"/>
                </a:lnTo>
                <a:close/>
              </a:path>
              <a:path w="11277600" h="1170305">
                <a:moveTo>
                  <a:pt x="7455534" y="1170305"/>
                </a:moveTo>
                <a:lnTo>
                  <a:pt x="7436484" y="1170305"/>
                </a:lnTo>
                <a:lnTo>
                  <a:pt x="7436484" y="1151255"/>
                </a:lnTo>
                <a:lnTo>
                  <a:pt x="7455534" y="1151255"/>
                </a:lnTo>
                <a:lnTo>
                  <a:pt x="7455534" y="1170305"/>
                </a:lnTo>
                <a:close/>
              </a:path>
              <a:path w="11277600" h="1170305">
                <a:moveTo>
                  <a:pt x="7417434" y="1170305"/>
                </a:moveTo>
                <a:lnTo>
                  <a:pt x="7398384" y="1170305"/>
                </a:lnTo>
                <a:lnTo>
                  <a:pt x="7398384" y="1151255"/>
                </a:lnTo>
                <a:lnTo>
                  <a:pt x="7417434" y="1151255"/>
                </a:lnTo>
                <a:lnTo>
                  <a:pt x="7417434" y="1170305"/>
                </a:lnTo>
                <a:close/>
              </a:path>
              <a:path w="11277600" h="1170305">
                <a:moveTo>
                  <a:pt x="7379334" y="1170305"/>
                </a:moveTo>
                <a:lnTo>
                  <a:pt x="7360284" y="1170305"/>
                </a:lnTo>
                <a:lnTo>
                  <a:pt x="7360284" y="1151255"/>
                </a:lnTo>
                <a:lnTo>
                  <a:pt x="7379334" y="1151255"/>
                </a:lnTo>
                <a:lnTo>
                  <a:pt x="7379334" y="1170305"/>
                </a:lnTo>
                <a:close/>
              </a:path>
              <a:path w="11277600" h="1170305">
                <a:moveTo>
                  <a:pt x="7341234" y="1170305"/>
                </a:moveTo>
                <a:lnTo>
                  <a:pt x="7322184" y="1170305"/>
                </a:lnTo>
                <a:lnTo>
                  <a:pt x="7322184" y="1151255"/>
                </a:lnTo>
                <a:lnTo>
                  <a:pt x="7341234" y="1151255"/>
                </a:lnTo>
                <a:lnTo>
                  <a:pt x="7341234" y="1170305"/>
                </a:lnTo>
                <a:close/>
              </a:path>
              <a:path w="11277600" h="1170305">
                <a:moveTo>
                  <a:pt x="7303134" y="1170305"/>
                </a:moveTo>
                <a:lnTo>
                  <a:pt x="7284084" y="1170305"/>
                </a:lnTo>
                <a:lnTo>
                  <a:pt x="7284084" y="1151255"/>
                </a:lnTo>
                <a:lnTo>
                  <a:pt x="7303134" y="1151255"/>
                </a:lnTo>
                <a:lnTo>
                  <a:pt x="7303134" y="1170305"/>
                </a:lnTo>
                <a:close/>
              </a:path>
              <a:path w="11277600" h="1170305">
                <a:moveTo>
                  <a:pt x="7265034" y="1170305"/>
                </a:moveTo>
                <a:lnTo>
                  <a:pt x="7245984" y="1170305"/>
                </a:lnTo>
                <a:lnTo>
                  <a:pt x="7245984" y="1151255"/>
                </a:lnTo>
                <a:lnTo>
                  <a:pt x="7265034" y="1151255"/>
                </a:lnTo>
                <a:lnTo>
                  <a:pt x="7265034" y="1170305"/>
                </a:lnTo>
                <a:close/>
              </a:path>
              <a:path w="11277600" h="1170305">
                <a:moveTo>
                  <a:pt x="7226934" y="1170305"/>
                </a:moveTo>
                <a:lnTo>
                  <a:pt x="7207884" y="1170305"/>
                </a:lnTo>
                <a:lnTo>
                  <a:pt x="7207884" y="1151255"/>
                </a:lnTo>
                <a:lnTo>
                  <a:pt x="7226934" y="1151255"/>
                </a:lnTo>
                <a:lnTo>
                  <a:pt x="7226934" y="1170305"/>
                </a:lnTo>
                <a:close/>
              </a:path>
              <a:path w="11277600" h="1170305">
                <a:moveTo>
                  <a:pt x="7188834" y="1170305"/>
                </a:moveTo>
                <a:lnTo>
                  <a:pt x="7169784" y="1170305"/>
                </a:lnTo>
                <a:lnTo>
                  <a:pt x="7169784" y="1151255"/>
                </a:lnTo>
                <a:lnTo>
                  <a:pt x="7188834" y="1151255"/>
                </a:lnTo>
                <a:lnTo>
                  <a:pt x="7188834" y="1170305"/>
                </a:lnTo>
                <a:close/>
              </a:path>
              <a:path w="11277600" h="1170305">
                <a:moveTo>
                  <a:pt x="7150734" y="1170305"/>
                </a:moveTo>
                <a:lnTo>
                  <a:pt x="7131684" y="1170305"/>
                </a:lnTo>
                <a:lnTo>
                  <a:pt x="7131684" y="1151255"/>
                </a:lnTo>
                <a:lnTo>
                  <a:pt x="7150734" y="1151255"/>
                </a:lnTo>
                <a:lnTo>
                  <a:pt x="7150734" y="1170305"/>
                </a:lnTo>
                <a:close/>
              </a:path>
              <a:path w="11277600" h="1170305">
                <a:moveTo>
                  <a:pt x="7112634" y="1170305"/>
                </a:moveTo>
                <a:lnTo>
                  <a:pt x="7093584" y="1170305"/>
                </a:lnTo>
                <a:lnTo>
                  <a:pt x="7093584" y="1151255"/>
                </a:lnTo>
                <a:lnTo>
                  <a:pt x="7112634" y="1151255"/>
                </a:lnTo>
                <a:lnTo>
                  <a:pt x="7112634" y="1170305"/>
                </a:lnTo>
                <a:close/>
              </a:path>
              <a:path w="11277600" h="1170305">
                <a:moveTo>
                  <a:pt x="7074534" y="1170305"/>
                </a:moveTo>
                <a:lnTo>
                  <a:pt x="7055484" y="1170305"/>
                </a:lnTo>
                <a:lnTo>
                  <a:pt x="7055484" y="1151255"/>
                </a:lnTo>
                <a:lnTo>
                  <a:pt x="7074534" y="1151255"/>
                </a:lnTo>
                <a:lnTo>
                  <a:pt x="7074534" y="1170305"/>
                </a:lnTo>
                <a:close/>
              </a:path>
              <a:path w="11277600" h="1170305">
                <a:moveTo>
                  <a:pt x="7036434" y="1170305"/>
                </a:moveTo>
                <a:lnTo>
                  <a:pt x="7017384" y="1170305"/>
                </a:lnTo>
                <a:lnTo>
                  <a:pt x="7017384" y="1151255"/>
                </a:lnTo>
                <a:lnTo>
                  <a:pt x="7036434" y="1151255"/>
                </a:lnTo>
                <a:lnTo>
                  <a:pt x="7036434" y="1170305"/>
                </a:lnTo>
                <a:close/>
              </a:path>
              <a:path w="11277600" h="1170305">
                <a:moveTo>
                  <a:pt x="6998334" y="1170305"/>
                </a:moveTo>
                <a:lnTo>
                  <a:pt x="6979284" y="1170305"/>
                </a:lnTo>
                <a:lnTo>
                  <a:pt x="6979284" y="1151255"/>
                </a:lnTo>
                <a:lnTo>
                  <a:pt x="6998334" y="1151255"/>
                </a:lnTo>
                <a:lnTo>
                  <a:pt x="6998334" y="1170305"/>
                </a:lnTo>
                <a:close/>
              </a:path>
              <a:path w="11277600" h="1170305">
                <a:moveTo>
                  <a:pt x="6960234" y="1170305"/>
                </a:moveTo>
                <a:lnTo>
                  <a:pt x="6941184" y="1170305"/>
                </a:lnTo>
                <a:lnTo>
                  <a:pt x="6941184" y="1151255"/>
                </a:lnTo>
                <a:lnTo>
                  <a:pt x="6960234" y="1151255"/>
                </a:lnTo>
                <a:lnTo>
                  <a:pt x="6960234" y="1170305"/>
                </a:lnTo>
                <a:close/>
              </a:path>
              <a:path w="11277600" h="1170305">
                <a:moveTo>
                  <a:pt x="6922134" y="1170305"/>
                </a:moveTo>
                <a:lnTo>
                  <a:pt x="6903084" y="1170305"/>
                </a:lnTo>
                <a:lnTo>
                  <a:pt x="6903084" y="1151255"/>
                </a:lnTo>
                <a:lnTo>
                  <a:pt x="6922134" y="1151255"/>
                </a:lnTo>
                <a:lnTo>
                  <a:pt x="6922134" y="1170305"/>
                </a:lnTo>
                <a:close/>
              </a:path>
              <a:path w="11277600" h="1170305">
                <a:moveTo>
                  <a:pt x="6884034" y="1170305"/>
                </a:moveTo>
                <a:lnTo>
                  <a:pt x="6864984" y="1170305"/>
                </a:lnTo>
                <a:lnTo>
                  <a:pt x="6864984" y="1151255"/>
                </a:lnTo>
                <a:lnTo>
                  <a:pt x="6884034" y="1151255"/>
                </a:lnTo>
                <a:lnTo>
                  <a:pt x="6884034" y="1170305"/>
                </a:lnTo>
                <a:close/>
              </a:path>
              <a:path w="11277600" h="1170305">
                <a:moveTo>
                  <a:pt x="6845934" y="1170305"/>
                </a:moveTo>
                <a:lnTo>
                  <a:pt x="6826884" y="1170305"/>
                </a:lnTo>
                <a:lnTo>
                  <a:pt x="6826884" y="1151255"/>
                </a:lnTo>
                <a:lnTo>
                  <a:pt x="6845934" y="1151255"/>
                </a:lnTo>
                <a:lnTo>
                  <a:pt x="6845934" y="1170305"/>
                </a:lnTo>
                <a:close/>
              </a:path>
              <a:path w="11277600" h="1170305">
                <a:moveTo>
                  <a:pt x="6807834" y="1170305"/>
                </a:moveTo>
                <a:lnTo>
                  <a:pt x="6788784" y="1170305"/>
                </a:lnTo>
                <a:lnTo>
                  <a:pt x="6788784" y="1151255"/>
                </a:lnTo>
                <a:lnTo>
                  <a:pt x="6807834" y="1151255"/>
                </a:lnTo>
                <a:lnTo>
                  <a:pt x="6807834" y="1170305"/>
                </a:lnTo>
                <a:close/>
              </a:path>
              <a:path w="11277600" h="1170305">
                <a:moveTo>
                  <a:pt x="6769734" y="1170305"/>
                </a:moveTo>
                <a:lnTo>
                  <a:pt x="6750684" y="1170305"/>
                </a:lnTo>
                <a:lnTo>
                  <a:pt x="6750684" y="1151255"/>
                </a:lnTo>
                <a:lnTo>
                  <a:pt x="6769734" y="1151255"/>
                </a:lnTo>
                <a:lnTo>
                  <a:pt x="6769734" y="1170305"/>
                </a:lnTo>
                <a:close/>
              </a:path>
              <a:path w="11277600" h="1170305">
                <a:moveTo>
                  <a:pt x="6731634" y="1170305"/>
                </a:moveTo>
                <a:lnTo>
                  <a:pt x="6712584" y="1170305"/>
                </a:lnTo>
                <a:lnTo>
                  <a:pt x="6712584" y="1151255"/>
                </a:lnTo>
                <a:lnTo>
                  <a:pt x="6731634" y="1151255"/>
                </a:lnTo>
                <a:lnTo>
                  <a:pt x="6731634" y="1170305"/>
                </a:lnTo>
                <a:close/>
              </a:path>
              <a:path w="11277600" h="1170305">
                <a:moveTo>
                  <a:pt x="6693534" y="1170305"/>
                </a:moveTo>
                <a:lnTo>
                  <a:pt x="6674484" y="1170305"/>
                </a:lnTo>
                <a:lnTo>
                  <a:pt x="6674484" y="1151255"/>
                </a:lnTo>
                <a:lnTo>
                  <a:pt x="6693534" y="1151255"/>
                </a:lnTo>
                <a:lnTo>
                  <a:pt x="6693534" y="1170305"/>
                </a:lnTo>
                <a:close/>
              </a:path>
              <a:path w="11277600" h="1170305">
                <a:moveTo>
                  <a:pt x="6655434" y="1170305"/>
                </a:moveTo>
                <a:lnTo>
                  <a:pt x="6636384" y="1170305"/>
                </a:lnTo>
                <a:lnTo>
                  <a:pt x="6636384" y="1151255"/>
                </a:lnTo>
                <a:lnTo>
                  <a:pt x="6655434" y="1151255"/>
                </a:lnTo>
                <a:lnTo>
                  <a:pt x="6655434" y="1170305"/>
                </a:lnTo>
                <a:close/>
              </a:path>
              <a:path w="11277600" h="1170305">
                <a:moveTo>
                  <a:pt x="6617334" y="1170305"/>
                </a:moveTo>
                <a:lnTo>
                  <a:pt x="6598284" y="1170305"/>
                </a:lnTo>
                <a:lnTo>
                  <a:pt x="6598284" y="1151255"/>
                </a:lnTo>
                <a:lnTo>
                  <a:pt x="6617334" y="1151255"/>
                </a:lnTo>
                <a:lnTo>
                  <a:pt x="6617334" y="1170305"/>
                </a:lnTo>
                <a:close/>
              </a:path>
              <a:path w="11277600" h="1170305">
                <a:moveTo>
                  <a:pt x="6579234" y="1170305"/>
                </a:moveTo>
                <a:lnTo>
                  <a:pt x="6560184" y="1170305"/>
                </a:lnTo>
                <a:lnTo>
                  <a:pt x="6560184" y="1151255"/>
                </a:lnTo>
                <a:lnTo>
                  <a:pt x="6579234" y="1151255"/>
                </a:lnTo>
                <a:lnTo>
                  <a:pt x="6579234" y="1170305"/>
                </a:lnTo>
                <a:close/>
              </a:path>
              <a:path w="11277600" h="1170305">
                <a:moveTo>
                  <a:pt x="6541134" y="1170305"/>
                </a:moveTo>
                <a:lnTo>
                  <a:pt x="6522084" y="1170305"/>
                </a:lnTo>
                <a:lnTo>
                  <a:pt x="6522084" y="1151255"/>
                </a:lnTo>
                <a:lnTo>
                  <a:pt x="6541134" y="1151255"/>
                </a:lnTo>
                <a:lnTo>
                  <a:pt x="6541134" y="1170305"/>
                </a:lnTo>
                <a:close/>
              </a:path>
              <a:path w="11277600" h="1170305">
                <a:moveTo>
                  <a:pt x="6503034" y="1170305"/>
                </a:moveTo>
                <a:lnTo>
                  <a:pt x="6483984" y="1170305"/>
                </a:lnTo>
                <a:lnTo>
                  <a:pt x="6483984" y="1151255"/>
                </a:lnTo>
                <a:lnTo>
                  <a:pt x="6503034" y="1151255"/>
                </a:lnTo>
                <a:lnTo>
                  <a:pt x="6503034" y="1170305"/>
                </a:lnTo>
                <a:close/>
              </a:path>
              <a:path w="11277600" h="1170305">
                <a:moveTo>
                  <a:pt x="6464934" y="1170305"/>
                </a:moveTo>
                <a:lnTo>
                  <a:pt x="6445884" y="1170305"/>
                </a:lnTo>
                <a:lnTo>
                  <a:pt x="6445884" y="1151255"/>
                </a:lnTo>
                <a:lnTo>
                  <a:pt x="6464934" y="1151255"/>
                </a:lnTo>
                <a:lnTo>
                  <a:pt x="6464934" y="1170305"/>
                </a:lnTo>
                <a:close/>
              </a:path>
              <a:path w="11277600" h="1170305">
                <a:moveTo>
                  <a:pt x="6426834" y="1170305"/>
                </a:moveTo>
                <a:lnTo>
                  <a:pt x="6407784" y="1170305"/>
                </a:lnTo>
                <a:lnTo>
                  <a:pt x="6407784" y="1151255"/>
                </a:lnTo>
                <a:lnTo>
                  <a:pt x="6426834" y="1151255"/>
                </a:lnTo>
                <a:lnTo>
                  <a:pt x="6426834" y="1170305"/>
                </a:lnTo>
                <a:close/>
              </a:path>
              <a:path w="11277600" h="1170305">
                <a:moveTo>
                  <a:pt x="6388734" y="1170305"/>
                </a:moveTo>
                <a:lnTo>
                  <a:pt x="6369684" y="1170305"/>
                </a:lnTo>
                <a:lnTo>
                  <a:pt x="6369684" y="1151255"/>
                </a:lnTo>
                <a:lnTo>
                  <a:pt x="6388734" y="1151255"/>
                </a:lnTo>
                <a:lnTo>
                  <a:pt x="6388734" y="1170305"/>
                </a:lnTo>
                <a:close/>
              </a:path>
              <a:path w="11277600" h="1170305">
                <a:moveTo>
                  <a:pt x="6350634" y="1170305"/>
                </a:moveTo>
                <a:lnTo>
                  <a:pt x="6331584" y="1170305"/>
                </a:lnTo>
                <a:lnTo>
                  <a:pt x="6331584" y="1151255"/>
                </a:lnTo>
                <a:lnTo>
                  <a:pt x="6350634" y="1151255"/>
                </a:lnTo>
                <a:lnTo>
                  <a:pt x="6350634" y="1170305"/>
                </a:lnTo>
                <a:close/>
              </a:path>
              <a:path w="11277600" h="1170305">
                <a:moveTo>
                  <a:pt x="6312534" y="1170305"/>
                </a:moveTo>
                <a:lnTo>
                  <a:pt x="6293484" y="1170305"/>
                </a:lnTo>
                <a:lnTo>
                  <a:pt x="6293484" y="1151255"/>
                </a:lnTo>
                <a:lnTo>
                  <a:pt x="6312534" y="1151255"/>
                </a:lnTo>
                <a:lnTo>
                  <a:pt x="6312534" y="1170305"/>
                </a:lnTo>
                <a:close/>
              </a:path>
              <a:path w="11277600" h="1170305">
                <a:moveTo>
                  <a:pt x="6274434" y="1170305"/>
                </a:moveTo>
                <a:lnTo>
                  <a:pt x="6255384" y="1170305"/>
                </a:lnTo>
                <a:lnTo>
                  <a:pt x="6255384" y="1151255"/>
                </a:lnTo>
                <a:lnTo>
                  <a:pt x="6274434" y="1151255"/>
                </a:lnTo>
                <a:lnTo>
                  <a:pt x="6274434" y="1170305"/>
                </a:lnTo>
                <a:close/>
              </a:path>
              <a:path w="11277600" h="1170305">
                <a:moveTo>
                  <a:pt x="6236334" y="1170305"/>
                </a:moveTo>
                <a:lnTo>
                  <a:pt x="6217284" y="1170305"/>
                </a:lnTo>
                <a:lnTo>
                  <a:pt x="6217284" y="1151255"/>
                </a:lnTo>
                <a:lnTo>
                  <a:pt x="6236334" y="1151255"/>
                </a:lnTo>
                <a:lnTo>
                  <a:pt x="6236334" y="1170305"/>
                </a:lnTo>
                <a:close/>
              </a:path>
              <a:path w="11277600" h="1170305">
                <a:moveTo>
                  <a:pt x="6198234" y="1170305"/>
                </a:moveTo>
                <a:lnTo>
                  <a:pt x="6179184" y="1170305"/>
                </a:lnTo>
                <a:lnTo>
                  <a:pt x="6179184" y="1151255"/>
                </a:lnTo>
                <a:lnTo>
                  <a:pt x="6198234" y="1151255"/>
                </a:lnTo>
                <a:lnTo>
                  <a:pt x="6198234" y="1170305"/>
                </a:lnTo>
                <a:close/>
              </a:path>
              <a:path w="11277600" h="1170305">
                <a:moveTo>
                  <a:pt x="6160134" y="1170305"/>
                </a:moveTo>
                <a:lnTo>
                  <a:pt x="6141085" y="1170305"/>
                </a:lnTo>
                <a:lnTo>
                  <a:pt x="6141085" y="1151255"/>
                </a:lnTo>
                <a:lnTo>
                  <a:pt x="6160134" y="1151255"/>
                </a:lnTo>
                <a:lnTo>
                  <a:pt x="6160134" y="1170305"/>
                </a:lnTo>
                <a:close/>
              </a:path>
              <a:path w="11277600" h="1170305">
                <a:moveTo>
                  <a:pt x="6122035" y="1170305"/>
                </a:moveTo>
                <a:lnTo>
                  <a:pt x="6102985" y="1170305"/>
                </a:lnTo>
                <a:lnTo>
                  <a:pt x="6102985" y="1151255"/>
                </a:lnTo>
                <a:lnTo>
                  <a:pt x="6122035" y="1151255"/>
                </a:lnTo>
                <a:lnTo>
                  <a:pt x="6122035" y="1170305"/>
                </a:lnTo>
                <a:close/>
              </a:path>
              <a:path w="11277600" h="1170305">
                <a:moveTo>
                  <a:pt x="6083935" y="1170305"/>
                </a:moveTo>
                <a:lnTo>
                  <a:pt x="6064885" y="1170305"/>
                </a:lnTo>
                <a:lnTo>
                  <a:pt x="6064885" y="1151255"/>
                </a:lnTo>
                <a:lnTo>
                  <a:pt x="6083935" y="1151255"/>
                </a:lnTo>
                <a:lnTo>
                  <a:pt x="6083935" y="1170305"/>
                </a:lnTo>
                <a:close/>
              </a:path>
              <a:path w="11277600" h="1170305">
                <a:moveTo>
                  <a:pt x="6045835" y="1170305"/>
                </a:moveTo>
                <a:lnTo>
                  <a:pt x="6026785" y="1170305"/>
                </a:lnTo>
                <a:lnTo>
                  <a:pt x="6026785" y="1151255"/>
                </a:lnTo>
                <a:lnTo>
                  <a:pt x="6045835" y="1151255"/>
                </a:lnTo>
                <a:lnTo>
                  <a:pt x="6045835" y="1170305"/>
                </a:lnTo>
                <a:close/>
              </a:path>
              <a:path w="11277600" h="1170305">
                <a:moveTo>
                  <a:pt x="6007735" y="1170305"/>
                </a:moveTo>
                <a:lnTo>
                  <a:pt x="5988685" y="1170305"/>
                </a:lnTo>
                <a:lnTo>
                  <a:pt x="5988685" y="1151255"/>
                </a:lnTo>
                <a:lnTo>
                  <a:pt x="6007735" y="1151255"/>
                </a:lnTo>
                <a:lnTo>
                  <a:pt x="6007735" y="1170305"/>
                </a:lnTo>
                <a:close/>
              </a:path>
              <a:path w="11277600" h="1170305">
                <a:moveTo>
                  <a:pt x="5969635" y="1170305"/>
                </a:moveTo>
                <a:lnTo>
                  <a:pt x="5950585" y="1170305"/>
                </a:lnTo>
                <a:lnTo>
                  <a:pt x="5950585" y="1151255"/>
                </a:lnTo>
                <a:lnTo>
                  <a:pt x="5969635" y="1151255"/>
                </a:lnTo>
                <a:lnTo>
                  <a:pt x="5969635" y="1170305"/>
                </a:lnTo>
                <a:close/>
              </a:path>
              <a:path w="11277600" h="1170305">
                <a:moveTo>
                  <a:pt x="5931535" y="1170305"/>
                </a:moveTo>
                <a:lnTo>
                  <a:pt x="5912485" y="1170305"/>
                </a:lnTo>
                <a:lnTo>
                  <a:pt x="5912485" y="1151255"/>
                </a:lnTo>
                <a:lnTo>
                  <a:pt x="5931535" y="1151255"/>
                </a:lnTo>
                <a:lnTo>
                  <a:pt x="5931535" y="1170305"/>
                </a:lnTo>
                <a:close/>
              </a:path>
              <a:path w="11277600" h="1170305">
                <a:moveTo>
                  <a:pt x="5893435" y="1170305"/>
                </a:moveTo>
                <a:lnTo>
                  <a:pt x="5874385" y="1170305"/>
                </a:lnTo>
                <a:lnTo>
                  <a:pt x="5874385" y="1151255"/>
                </a:lnTo>
                <a:lnTo>
                  <a:pt x="5893435" y="1151255"/>
                </a:lnTo>
                <a:lnTo>
                  <a:pt x="5893435" y="1170305"/>
                </a:lnTo>
                <a:close/>
              </a:path>
              <a:path w="11277600" h="1170305">
                <a:moveTo>
                  <a:pt x="5855335" y="1170305"/>
                </a:moveTo>
                <a:lnTo>
                  <a:pt x="5836285" y="1170305"/>
                </a:lnTo>
                <a:lnTo>
                  <a:pt x="5836285" y="1151255"/>
                </a:lnTo>
                <a:lnTo>
                  <a:pt x="5855335" y="1151255"/>
                </a:lnTo>
                <a:lnTo>
                  <a:pt x="5855335" y="1170305"/>
                </a:lnTo>
                <a:close/>
              </a:path>
              <a:path w="11277600" h="1170305">
                <a:moveTo>
                  <a:pt x="5817235" y="1170305"/>
                </a:moveTo>
                <a:lnTo>
                  <a:pt x="5798185" y="1170305"/>
                </a:lnTo>
                <a:lnTo>
                  <a:pt x="5798185" y="1151255"/>
                </a:lnTo>
                <a:lnTo>
                  <a:pt x="5817235" y="1151255"/>
                </a:lnTo>
                <a:lnTo>
                  <a:pt x="5817235" y="1170305"/>
                </a:lnTo>
                <a:close/>
              </a:path>
              <a:path w="11277600" h="1170305">
                <a:moveTo>
                  <a:pt x="5779135" y="1170305"/>
                </a:moveTo>
                <a:lnTo>
                  <a:pt x="5760085" y="1170305"/>
                </a:lnTo>
                <a:lnTo>
                  <a:pt x="5760085" y="1151255"/>
                </a:lnTo>
                <a:lnTo>
                  <a:pt x="5779135" y="1151255"/>
                </a:lnTo>
                <a:lnTo>
                  <a:pt x="5779135" y="1170305"/>
                </a:lnTo>
                <a:close/>
              </a:path>
              <a:path w="11277600" h="1170305">
                <a:moveTo>
                  <a:pt x="5741035" y="1170305"/>
                </a:moveTo>
                <a:lnTo>
                  <a:pt x="5721985" y="1170305"/>
                </a:lnTo>
                <a:lnTo>
                  <a:pt x="5721985" y="1151255"/>
                </a:lnTo>
                <a:lnTo>
                  <a:pt x="5741035" y="1151255"/>
                </a:lnTo>
                <a:lnTo>
                  <a:pt x="5741035" y="1170305"/>
                </a:lnTo>
                <a:close/>
              </a:path>
              <a:path w="11277600" h="1170305">
                <a:moveTo>
                  <a:pt x="5702935" y="1170305"/>
                </a:moveTo>
                <a:lnTo>
                  <a:pt x="5683885" y="1170305"/>
                </a:lnTo>
                <a:lnTo>
                  <a:pt x="5683885" y="1151255"/>
                </a:lnTo>
                <a:lnTo>
                  <a:pt x="5702935" y="1151255"/>
                </a:lnTo>
                <a:lnTo>
                  <a:pt x="5702935" y="1170305"/>
                </a:lnTo>
                <a:close/>
              </a:path>
              <a:path w="11277600" h="1170305">
                <a:moveTo>
                  <a:pt x="5664835" y="1170305"/>
                </a:moveTo>
                <a:lnTo>
                  <a:pt x="5645785" y="1170305"/>
                </a:lnTo>
                <a:lnTo>
                  <a:pt x="5645785" y="1151255"/>
                </a:lnTo>
                <a:lnTo>
                  <a:pt x="5664835" y="1151255"/>
                </a:lnTo>
                <a:lnTo>
                  <a:pt x="5664835" y="1170305"/>
                </a:lnTo>
                <a:close/>
              </a:path>
              <a:path w="11277600" h="1170305">
                <a:moveTo>
                  <a:pt x="5626735" y="1170305"/>
                </a:moveTo>
                <a:lnTo>
                  <a:pt x="5607685" y="1170305"/>
                </a:lnTo>
                <a:lnTo>
                  <a:pt x="5607685" y="1151255"/>
                </a:lnTo>
                <a:lnTo>
                  <a:pt x="5626735" y="1151255"/>
                </a:lnTo>
                <a:lnTo>
                  <a:pt x="5626735" y="1170305"/>
                </a:lnTo>
                <a:close/>
              </a:path>
              <a:path w="11277600" h="1170305">
                <a:moveTo>
                  <a:pt x="5588635" y="1170305"/>
                </a:moveTo>
                <a:lnTo>
                  <a:pt x="5569585" y="1170305"/>
                </a:lnTo>
                <a:lnTo>
                  <a:pt x="5569585" y="1151255"/>
                </a:lnTo>
                <a:lnTo>
                  <a:pt x="5588635" y="1151255"/>
                </a:lnTo>
                <a:lnTo>
                  <a:pt x="5588635" y="1170305"/>
                </a:lnTo>
                <a:close/>
              </a:path>
              <a:path w="11277600" h="1170305">
                <a:moveTo>
                  <a:pt x="5550535" y="1170305"/>
                </a:moveTo>
                <a:lnTo>
                  <a:pt x="5531485" y="1170305"/>
                </a:lnTo>
                <a:lnTo>
                  <a:pt x="5531485" y="1151255"/>
                </a:lnTo>
                <a:lnTo>
                  <a:pt x="5550535" y="1151255"/>
                </a:lnTo>
                <a:lnTo>
                  <a:pt x="5550535" y="1170305"/>
                </a:lnTo>
                <a:close/>
              </a:path>
              <a:path w="11277600" h="1170305">
                <a:moveTo>
                  <a:pt x="5512435" y="1170305"/>
                </a:moveTo>
                <a:lnTo>
                  <a:pt x="5493385" y="1170305"/>
                </a:lnTo>
                <a:lnTo>
                  <a:pt x="5493385" y="1151255"/>
                </a:lnTo>
                <a:lnTo>
                  <a:pt x="5512435" y="1151255"/>
                </a:lnTo>
                <a:lnTo>
                  <a:pt x="5512435" y="1170305"/>
                </a:lnTo>
                <a:close/>
              </a:path>
              <a:path w="11277600" h="1170305">
                <a:moveTo>
                  <a:pt x="5474335" y="1170305"/>
                </a:moveTo>
                <a:lnTo>
                  <a:pt x="5455285" y="1170305"/>
                </a:lnTo>
                <a:lnTo>
                  <a:pt x="5455285" y="1151255"/>
                </a:lnTo>
                <a:lnTo>
                  <a:pt x="5474335" y="1151255"/>
                </a:lnTo>
                <a:lnTo>
                  <a:pt x="5474335" y="1170305"/>
                </a:lnTo>
                <a:close/>
              </a:path>
              <a:path w="11277600" h="1170305">
                <a:moveTo>
                  <a:pt x="5436235" y="1170305"/>
                </a:moveTo>
                <a:lnTo>
                  <a:pt x="5417185" y="1170305"/>
                </a:lnTo>
                <a:lnTo>
                  <a:pt x="5417185" y="1151255"/>
                </a:lnTo>
                <a:lnTo>
                  <a:pt x="5436235" y="1151255"/>
                </a:lnTo>
                <a:lnTo>
                  <a:pt x="5436235" y="1170305"/>
                </a:lnTo>
                <a:close/>
              </a:path>
              <a:path w="11277600" h="1170305">
                <a:moveTo>
                  <a:pt x="5398135" y="1170305"/>
                </a:moveTo>
                <a:lnTo>
                  <a:pt x="5379085" y="1170305"/>
                </a:lnTo>
                <a:lnTo>
                  <a:pt x="5379085" y="1151255"/>
                </a:lnTo>
                <a:lnTo>
                  <a:pt x="5398135" y="1151255"/>
                </a:lnTo>
                <a:lnTo>
                  <a:pt x="5398135" y="1170305"/>
                </a:lnTo>
                <a:close/>
              </a:path>
              <a:path w="11277600" h="1170305">
                <a:moveTo>
                  <a:pt x="5360035" y="1170305"/>
                </a:moveTo>
                <a:lnTo>
                  <a:pt x="5340985" y="1170305"/>
                </a:lnTo>
                <a:lnTo>
                  <a:pt x="5340985" y="1151255"/>
                </a:lnTo>
                <a:lnTo>
                  <a:pt x="5360035" y="1151255"/>
                </a:lnTo>
                <a:lnTo>
                  <a:pt x="5360035" y="1170305"/>
                </a:lnTo>
                <a:close/>
              </a:path>
              <a:path w="11277600" h="1170305">
                <a:moveTo>
                  <a:pt x="5321935" y="1170305"/>
                </a:moveTo>
                <a:lnTo>
                  <a:pt x="5302885" y="1170305"/>
                </a:lnTo>
                <a:lnTo>
                  <a:pt x="5302885" y="1151255"/>
                </a:lnTo>
                <a:lnTo>
                  <a:pt x="5321935" y="1151255"/>
                </a:lnTo>
                <a:lnTo>
                  <a:pt x="5321935" y="1170305"/>
                </a:lnTo>
                <a:close/>
              </a:path>
              <a:path w="11277600" h="1170305">
                <a:moveTo>
                  <a:pt x="5283835" y="1170305"/>
                </a:moveTo>
                <a:lnTo>
                  <a:pt x="5264785" y="1170305"/>
                </a:lnTo>
                <a:lnTo>
                  <a:pt x="5264785" y="1151255"/>
                </a:lnTo>
                <a:lnTo>
                  <a:pt x="5283835" y="1151255"/>
                </a:lnTo>
                <a:lnTo>
                  <a:pt x="5283835" y="1170305"/>
                </a:lnTo>
                <a:close/>
              </a:path>
              <a:path w="11277600" h="1170305">
                <a:moveTo>
                  <a:pt x="5245735" y="1170305"/>
                </a:moveTo>
                <a:lnTo>
                  <a:pt x="5226685" y="1170305"/>
                </a:lnTo>
                <a:lnTo>
                  <a:pt x="5226685" y="1151255"/>
                </a:lnTo>
                <a:lnTo>
                  <a:pt x="5245735" y="1151255"/>
                </a:lnTo>
                <a:lnTo>
                  <a:pt x="5245735" y="1170305"/>
                </a:lnTo>
                <a:close/>
              </a:path>
              <a:path w="11277600" h="1170305">
                <a:moveTo>
                  <a:pt x="5207635" y="1170305"/>
                </a:moveTo>
                <a:lnTo>
                  <a:pt x="5188585" y="1170305"/>
                </a:lnTo>
                <a:lnTo>
                  <a:pt x="5188585" y="1151255"/>
                </a:lnTo>
                <a:lnTo>
                  <a:pt x="5207635" y="1151255"/>
                </a:lnTo>
                <a:lnTo>
                  <a:pt x="5207635" y="1170305"/>
                </a:lnTo>
                <a:close/>
              </a:path>
              <a:path w="11277600" h="1170305">
                <a:moveTo>
                  <a:pt x="5169535" y="1170305"/>
                </a:moveTo>
                <a:lnTo>
                  <a:pt x="5150485" y="1170305"/>
                </a:lnTo>
                <a:lnTo>
                  <a:pt x="5150485" y="1151255"/>
                </a:lnTo>
                <a:lnTo>
                  <a:pt x="5169535" y="1151255"/>
                </a:lnTo>
                <a:lnTo>
                  <a:pt x="5169535" y="1170305"/>
                </a:lnTo>
                <a:close/>
              </a:path>
              <a:path w="11277600" h="1170305">
                <a:moveTo>
                  <a:pt x="5131435" y="1170305"/>
                </a:moveTo>
                <a:lnTo>
                  <a:pt x="5112385" y="1170305"/>
                </a:lnTo>
                <a:lnTo>
                  <a:pt x="5112385" y="1151255"/>
                </a:lnTo>
                <a:lnTo>
                  <a:pt x="5131435" y="1151255"/>
                </a:lnTo>
                <a:lnTo>
                  <a:pt x="5131435" y="1170305"/>
                </a:lnTo>
                <a:close/>
              </a:path>
              <a:path w="11277600" h="1170305">
                <a:moveTo>
                  <a:pt x="5093335" y="1170305"/>
                </a:moveTo>
                <a:lnTo>
                  <a:pt x="5074285" y="1170305"/>
                </a:lnTo>
                <a:lnTo>
                  <a:pt x="5074285" y="1151255"/>
                </a:lnTo>
                <a:lnTo>
                  <a:pt x="5093335" y="1151255"/>
                </a:lnTo>
                <a:lnTo>
                  <a:pt x="5093335" y="1170305"/>
                </a:lnTo>
                <a:close/>
              </a:path>
              <a:path w="11277600" h="1170305">
                <a:moveTo>
                  <a:pt x="5055235" y="1170305"/>
                </a:moveTo>
                <a:lnTo>
                  <a:pt x="5036185" y="1170305"/>
                </a:lnTo>
                <a:lnTo>
                  <a:pt x="5036185" y="1151255"/>
                </a:lnTo>
                <a:lnTo>
                  <a:pt x="5055235" y="1151255"/>
                </a:lnTo>
                <a:lnTo>
                  <a:pt x="5055235" y="1170305"/>
                </a:lnTo>
                <a:close/>
              </a:path>
              <a:path w="11277600" h="1170305">
                <a:moveTo>
                  <a:pt x="5017135" y="1170305"/>
                </a:moveTo>
                <a:lnTo>
                  <a:pt x="4998085" y="1170305"/>
                </a:lnTo>
                <a:lnTo>
                  <a:pt x="4998085" y="1151255"/>
                </a:lnTo>
                <a:lnTo>
                  <a:pt x="5017135" y="1151255"/>
                </a:lnTo>
                <a:lnTo>
                  <a:pt x="5017135" y="1170305"/>
                </a:lnTo>
                <a:close/>
              </a:path>
              <a:path w="11277600" h="1170305">
                <a:moveTo>
                  <a:pt x="4979035" y="1170305"/>
                </a:moveTo>
                <a:lnTo>
                  <a:pt x="4959985" y="1170305"/>
                </a:lnTo>
                <a:lnTo>
                  <a:pt x="4959985" y="1151255"/>
                </a:lnTo>
                <a:lnTo>
                  <a:pt x="4979035" y="1151255"/>
                </a:lnTo>
                <a:lnTo>
                  <a:pt x="4979035" y="1170305"/>
                </a:lnTo>
                <a:close/>
              </a:path>
              <a:path w="11277600" h="1170305">
                <a:moveTo>
                  <a:pt x="4940935" y="1170305"/>
                </a:moveTo>
                <a:lnTo>
                  <a:pt x="4921885" y="1170305"/>
                </a:lnTo>
                <a:lnTo>
                  <a:pt x="4921885" y="1151255"/>
                </a:lnTo>
                <a:lnTo>
                  <a:pt x="4940935" y="1151255"/>
                </a:lnTo>
                <a:lnTo>
                  <a:pt x="4940935" y="1170305"/>
                </a:lnTo>
                <a:close/>
              </a:path>
              <a:path w="11277600" h="1170305">
                <a:moveTo>
                  <a:pt x="4902835" y="1170305"/>
                </a:moveTo>
                <a:lnTo>
                  <a:pt x="4883785" y="1170305"/>
                </a:lnTo>
                <a:lnTo>
                  <a:pt x="4883785" y="1151255"/>
                </a:lnTo>
                <a:lnTo>
                  <a:pt x="4902835" y="1151255"/>
                </a:lnTo>
                <a:lnTo>
                  <a:pt x="4902835" y="1170305"/>
                </a:lnTo>
                <a:close/>
              </a:path>
              <a:path w="11277600" h="1170305">
                <a:moveTo>
                  <a:pt x="4864735" y="1170305"/>
                </a:moveTo>
                <a:lnTo>
                  <a:pt x="4845685" y="1170305"/>
                </a:lnTo>
                <a:lnTo>
                  <a:pt x="4845685" y="1151255"/>
                </a:lnTo>
                <a:lnTo>
                  <a:pt x="4864735" y="1151255"/>
                </a:lnTo>
                <a:lnTo>
                  <a:pt x="4864735" y="1170305"/>
                </a:lnTo>
                <a:close/>
              </a:path>
              <a:path w="11277600" h="1170305">
                <a:moveTo>
                  <a:pt x="4826635" y="1170305"/>
                </a:moveTo>
                <a:lnTo>
                  <a:pt x="4807585" y="1170305"/>
                </a:lnTo>
                <a:lnTo>
                  <a:pt x="4807585" y="1151255"/>
                </a:lnTo>
                <a:lnTo>
                  <a:pt x="4826635" y="1151255"/>
                </a:lnTo>
                <a:lnTo>
                  <a:pt x="4826635" y="1170305"/>
                </a:lnTo>
                <a:close/>
              </a:path>
              <a:path w="11277600" h="1170305">
                <a:moveTo>
                  <a:pt x="4788535" y="1170305"/>
                </a:moveTo>
                <a:lnTo>
                  <a:pt x="4769485" y="1170305"/>
                </a:lnTo>
                <a:lnTo>
                  <a:pt x="4769485" y="1151255"/>
                </a:lnTo>
                <a:lnTo>
                  <a:pt x="4788535" y="1151255"/>
                </a:lnTo>
                <a:lnTo>
                  <a:pt x="4788535" y="1170305"/>
                </a:lnTo>
                <a:close/>
              </a:path>
              <a:path w="11277600" h="1170305">
                <a:moveTo>
                  <a:pt x="4750435" y="1170305"/>
                </a:moveTo>
                <a:lnTo>
                  <a:pt x="4731385" y="1170305"/>
                </a:lnTo>
                <a:lnTo>
                  <a:pt x="4731385" y="1151255"/>
                </a:lnTo>
                <a:lnTo>
                  <a:pt x="4750435" y="1151255"/>
                </a:lnTo>
                <a:lnTo>
                  <a:pt x="4750435" y="1170305"/>
                </a:lnTo>
                <a:close/>
              </a:path>
              <a:path w="11277600" h="1170305">
                <a:moveTo>
                  <a:pt x="4712335" y="1170305"/>
                </a:moveTo>
                <a:lnTo>
                  <a:pt x="4693285" y="1170305"/>
                </a:lnTo>
                <a:lnTo>
                  <a:pt x="4693285" y="1151255"/>
                </a:lnTo>
                <a:lnTo>
                  <a:pt x="4712335" y="1151255"/>
                </a:lnTo>
                <a:lnTo>
                  <a:pt x="4712335" y="1170305"/>
                </a:lnTo>
                <a:close/>
              </a:path>
              <a:path w="11277600" h="1170305">
                <a:moveTo>
                  <a:pt x="4674235" y="1170305"/>
                </a:moveTo>
                <a:lnTo>
                  <a:pt x="4655185" y="1170305"/>
                </a:lnTo>
                <a:lnTo>
                  <a:pt x="4655185" y="1151255"/>
                </a:lnTo>
                <a:lnTo>
                  <a:pt x="4674235" y="1151255"/>
                </a:lnTo>
                <a:lnTo>
                  <a:pt x="4674235" y="1170305"/>
                </a:lnTo>
                <a:close/>
              </a:path>
              <a:path w="11277600" h="1170305">
                <a:moveTo>
                  <a:pt x="4636135" y="1170305"/>
                </a:moveTo>
                <a:lnTo>
                  <a:pt x="4617085" y="1170305"/>
                </a:lnTo>
                <a:lnTo>
                  <a:pt x="4617085" y="1151255"/>
                </a:lnTo>
                <a:lnTo>
                  <a:pt x="4636135" y="1151255"/>
                </a:lnTo>
                <a:lnTo>
                  <a:pt x="4636135" y="1170305"/>
                </a:lnTo>
                <a:close/>
              </a:path>
              <a:path w="11277600" h="1170305">
                <a:moveTo>
                  <a:pt x="4598035" y="1170305"/>
                </a:moveTo>
                <a:lnTo>
                  <a:pt x="4578985" y="1170305"/>
                </a:lnTo>
                <a:lnTo>
                  <a:pt x="4578985" y="1151255"/>
                </a:lnTo>
                <a:lnTo>
                  <a:pt x="4598035" y="1151255"/>
                </a:lnTo>
                <a:lnTo>
                  <a:pt x="4598035" y="1170305"/>
                </a:lnTo>
                <a:close/>
              </a:path>
              <a:path w="11277600" h="1170305">
                <a:moveTo>
                  <a:pt x="4559935" y="1170305"/>
                </a:moveTo>
                <a:lnTo>
                  <a:pt x="4540885" y="1170305"/>
                </a:lnTo>
                <a:lnTo>
                  <a:pt x="4540885" y="1151255"/>
                </a:lnTo>
                <a:lnTo>
                  <a:pt x="4559935" y="1151255"/>
                </a:lnTo>
                <a:lnTo>
                  <a:pt x="4559935" y="1170305"/>
                </a:lnTo>
                <a:close/>
              </a:path>
              <a:path w="11277600" h="1170305">
                <a:moveTo>
                  <a:pt x="4521835" y="1170305"/>
                </a:moveTo>
                <a:lnTo>
                  <a:pt x="4502785" y="1170305"/>
                </a:lnTo>
                <a:lnTo>
                  <a:pt x="4502785" y="1151255"/>
                </a:lnTo>
                <a:lnTo>
                  <a:pt x="4521835" y="1151255"/>
                </a:lnTo>
                <a:lnTo>
                  <a:pt x="4521835" y="1170305"/>
                </a:lnTo>
                <a:close/>
              </a:path>
              <a:path w="11277600" h="1170305">
                <a:moveTo>
                  <a:pt x="4483735" y="1170305"/>
                </a:moveTo>
                <a:lnTo>
                  <a:pt x="4464685" y="1170305"/>
                </a:lnTo>
                <a:lnTo>
                  <a:pt x="4464685" y="1151255"/>
                </a:lnTo>
                <a:lnTo>
                  <a:pt x="4483735" y="1151255"/>
                </a:lnTo>
                <a:lnTo>
                  <a:pt x="4483735" y="1170305"/>
                </a:lnTo>
                <a:close/>
              </a:path>
              <a:path w="11277600" h="1170305">
                <a:moveTo>
                  <a:pt x="4445635" y="1170305"/>
                </a:moveTo>
                <a:lnTo>
                  <a:pt x="4426585" y="1170305"/>
                </a:lnTo>
                <a:lnTo>
                  <a:pt x="4426585" y="1151255"/>
                </a:lnTo>
                <a:lnTo>
                  <a:pt x="4445635" y="1151255"/>
                </a:lnTo>
                <a:lnTo>
                  <a:pt x="4445635" y="1170305"/>
                </a:lnTo>
                <a:close/>
              </a:path>
              <a:path w="11277600" h="1170305">
                <a:moveTo>
                  <a:pt x="4407535" y="1170305"/>
                </a:moveTo>
                <a:lnTo>
                  <a:pt x="4388485" y="1170305"/>
                </a:lnTo>
                <a:lnTo>
                  <a:pt x="4388485" y="1151255"/>
                </a:lnTo>
                <a:lnTo>
                  <a:pt x="4407535" y="1151255"/>
                </a:lnTo>
                <a:lnTo>
                  <a:pt x="4407535" y="1170305"/>
                </a:lnTo>
                <a:close/>
              </a:path>
              <a:path w="11277600" h="1170305">
                <a:moveTo>
                  <a:pt x="4369435" y="1170305"/>
                </a:moveTo>
                <a:lnTo>
                  <a:pt x="4350385" y="1170305"/>
                </a:lnTo>
                <a:lnTo>
                  <a:pt x="4350385" y="1151255"/>
                </a:lnTo>
                <a:lnTo>
                  <a:pt x="4369435" y="1151255"/>
                </a:lnTo>
                <a:lnTo>
                  <a:pt x="4369435" y="1170305"/>
                </a:lnTo>
                <a:close/>
              </a:path>
              <a:path w="11277600" h="1170305">
                <a:moveTo>
                  <a:pt x="4331335" y="1170305"/>
                </a:moveTo>
                <a:lnTo>
                  <a:pt x="4312285" y="1170305"/>
                </a:lnTo>
                <a:lnTo>
                  <a:pt x="4312285" y="1151255"/>
                </a:lnTo>
                <a:lnTo>
                  <a:pt x="4331335" y="1151255"/>
                </a:lnTo>
                <a:lnTo>
                  <a:pt x="4331335" y="1170305"/>
                </a:lnTo>
                <a:close/>
              </a:path>
              <a:path w="11277600" h="1170305">
                <a:moveTo>
                  <a:pt x="4293235" y="1170305"/>
                </a:moveTo>
                <a:lnTo>
                  <a:pt x="4274185" y="1170305"/>
                </a:lnTo>
                <a:lnTo>
                  <a:pt x="4274185" y="1151255"/>
                </a:lnTo>
                <a:lnTo>
                  <a:pt x="4293235" y="1151255"/>
                </a:lnTo>
                <a:lnTo>
                  <a:pt x="4293235" y="1170305"/>
                </a:lnTo>
                <a:close/>
              </a:path>
              <a:path w="11277600" h="1170305">
                <a:moveTo>
                  <a:pt x="4255135" y="1170305"/>
                </a:moveTo>
                <a:lnTo>
                  <a:pt x="4236085" y="1170305"/>
                </a:lnTo>
                <a:lnTo>
                  <a:pt x="4236085" y="1151255"/>
                </a:lnTo>
                <a:lnTo>
                  <a:pt x="4255135" y="1151255"/>
                </a:lnTo>
                <a:lnTo>
                  <a:pt x="4255135" y="1170305"/>
                </a:lnTo>
                <a:close/>
              </a:path>
              <a:path w="11277600" h="1170305">
                <a:moveTo>
                  <a:pt x="4217035" y="1170305"/>
                </a:moveTo>
                <a:lnTo>
                  <a:pt x="4197985" y="1170305"/>
                </a:lnTo>
                <a:lnTo>
                  <a:pt x="4197985" y="1151255"/>
                </a:lnTo>
                <a:lnTo>
                  <a:pt x="4217035" y="1151255"/>
                </a:lnTo>
                <a:lnTo>
                  <a:pt x="4217035" y="1170305"/>
                </a:lnTo>
                <a:close/>
              </a:path>
              <a:path w="11277600" h="1170305">
                <a:moveTo>
                  <a:pt x="4178935" y="1170305"/>
                </a:moveTo>
                <a:lnTo>
                  <a:pt x="4159885" y="1170305"/>
                </a:lnTo>
                <a:lnTo>
                  <a:pt x="4159885" y="1151255"/>
                </a:lnTo>
                <a:lnTo>
                  <a:pt x="4178935" y="1151255"/>
                </a:lnTo>
                <a:lnTo>
                  <a:pt x="4178935" y="1170305"/>
                </a:lnTo>
                <a:close/>
              </a:path>
              <a:path w="11277600" h="1170305">
                <a:moveTo>
                  <a:pt x="4140835" y="1170305"/>
                </a:moveTo>
                <a:lnTo>
                  <a:pt x="4121785" y="1170305"/>
                </a:lnTo>
                <a:lnTo>
                  <a:pt x="4121785" y="1151255"/>
                </a:lnTo>
                <a:lnTo>
                  <a:pt x="4140835" y="1151255"/>
                </a:lnTo>
                <a:lnTo>
                  <a:pt x="4140835" y="1170305"/>
                </a:lnTo>
                <a:close/>
              </a:path>
              <a:path w="11277600" h="1170305">
                <a:moveTo>
                  <a:pt x="4102735" y="1170305"/>
                </a:moveTo>
                <a:lnTo>
                  <a:pt x="4083685" y="1170305"/>
                </a:lnTo>
                <a:lnTo>
                  <a:pt x="4083685" y="1151255"/>
                </a:lnTo>
                <a:lnTo>
                  <a:pt x="4102735" y="1151255"/>
                </a:lnTo>
                <a:lnTo>
                  <a:pt x="4102735" y="1170305"/>
                </a:lnTo>
                <a:close/>
              </a:path>
              <a:path w="11277600" h="1170305">
                <a:moveTo>
                  <a:pt x="4064635" y="1170305"/>
                </a:moveTo>
                <a:lnTo>
                  <a:pt x="4045585" y="1170305"/>
                </a:lnTo>
                <a:lnTo>
                  <a:pt x="4045585" y="1151255"/>
                </a:lnTo>
                <a:lnTo>
                  <a:pt x="4064635" y="1151255"/>
                </a:lnTo>
                <a:lnTo>
                  <a:pt x="4064635" y="1170305"/>
                </a:lnTo>
                <a:close/>
              </a:path>
              <a:path w="11277600" h="1170305">
                <a:moveTo>
                  <a:pt x="4026535" y="1170305"/>
                </a:moveTo>
                <a:lnTo>
                  <a:pt x="4007485" y="1170305"/>
                </a:lnTo>
                <a:lnTo>
                  <a:pt x="4007485" y="1151255"/>
                </a:lnTo>
                <a:lnTo>
                  <a:pt x="4026535" y="1151255"/>
                </a:lnTo>
                <a:lnTo>
                  <a:pt x="4026535" y="1170305"/>
                </a:lnTo>
                <a:close/>
              </a:path>
              <a:path w="11277600" h="1170305">
                <a:moveTo>
                  <a:pt x="3988435" y="1170305"/>
                </a:moveTo>
                <a:lnTo>
                  <a:pt x="3969385" y="1170305"/>
                </a:lnTo>
                <a:lnTo>
                  <a:pt x="3969385" y="1151255"/>
                </a:lnTo>
                <a:lnTo>
                  <a:pt x="3988435" y="1151255"/>
                </a:lnTo>
                <a:lnTo>
                  <a:pt x="3988435" y="1170305"/>
                </a:lnTo>
                <a:close/>
              </a:path>
              <a:path w="11277600" h="1170305">
                <a:moveTo>
                  <a:pt x="3950335" y="1170305"/>
                </a:moveTo>
                <a:lnTo>
                  <a:pt x="3931285" y="1170305"/>
                </a:lnTo>
                <a:lnTo>
                  <a:pt x="3931285" y="1151255"/>
                </a:lnTo>
                <a:lnTo>
                  <a:pt x="3950335" y="1151255"/>
                </a:lnTo>
                <a:lnTo>
                  <a:pt x="3950335" y="1170305"/>
                </a:lnTo>
                <a:close/>
              </a:path>
              <a:path w="11277600" h="1170305">
                <a:moveTo>
                  <a:pt x="3912235" y="1170305"/>
                </a:moveTo>
                <a:lnTo>
                  <a:pt x="3893185" y="1170305"/>
                </a:lnTo>
                <a:lnTo>
                  <a:pt x="3893185" y="1151255"/>
                </a:lnTo>
                <a:lnTo>
                  <a:pt x="3912235" y="1151255"/>
                </a:lnTo>
                <a:lnTo>
                  <a:pt x="3912235" y="1170305"/>
                </a:lnTo>
                <a:close/>
              </a:path>
              <a:path w="11277600" h="1170305">
                <a:moveTo>
                  <a:pt x="3874135" y="1170305"/>
                </a:moveTo>
                <a:lnTo>
                  <a:pt x="3855085" y="1170305"/>
                </a:lnTo>
                <a:lnTo>
                  <a:pt x="3855085" y="1151255"/>
                </a:lnTo>
                <a:lnTo>
                  <a:pt x="3874135" y="1151255"/>
                </a:lnTo>
                <a:lnTo>
                  <a:pt x="3874135" y="1170305"/>
                </a:lnTo>
                <a:close/>
              </a:path>
              <a:path w="11277600" h="1170305">
                <a:moveTo>
                  <a:pt x="3836035" y="1170305"/>
                </a:moveTo>
                <a:lnTo>
                  <a:pt x="3816985" y="1170305"/>
                </a:lnTo>
                <a:lnTo>
                  <a:pt x="3816985" y="1151255"/>
                </a:lnTo>
                <a:lnTo>
                  <a:pt x="3836035" y="1151255"/>
                </a:lnTo>
                <a:lnTo>
                  <a:pt x="3836035" y="1170305"/>
                </a:lnTo>
                <a:close/>
              </a:path>
              <a:path w="11277600" h="1170305">
                <a:moveTo>
                  <a:pt x="3797935" y="1170305"/>
                </a:moveTo>
                <a:lnTo>
                  <a:pt x="3778885" y="1170305"/>
                </a:lnTo>
                <a:lnTo>
                  <a:pt x="3778885" y="1151255"/>
                </a:lnTo>
                <a:lnTo>
                  <a:pt x="3797935" y="1151255"/>
                </a:lnTo>
                <a:lnTo>
                  <a:pt x="3797935" y="1170305"/>
                </a:lnTo>
                <a:close/>
              </a:path>
              <a:path w="11277600" h="1170305">
                <a:moveTo>
                  <a:pt x="3759835" y="1170305"/>
                </a:moveTo>
                <a:lnTo>
                  <a:pt x="3740785" y="1170305"/>
                </a:lnTo>
                <a:lnTo>
                  <a:pt x="3740785" y="1151255"/>
                </a:lnTo>
                <a:lnTo>
                  <a:pt x="3759835" y="1151255"/>
                </a:lnTo>
                <a:lnTo>
                  <a:pt x="3759835" y="1170305"/>
                </a:lnTo>
                <a:close/>
              </a:path>
              <a:path w="11277600" h="1170305">
                <a:moveTo>
                  <a:pt x="3721735" y="1170305"/>
                </a:moveTo>
                <a:lnTo>
                  <a:pt x="3702685" y="1170305"/>
                </a:lnTo>
                <a:lnTo>
                  <a:pt x="3702685" y="1151255"/>
                </a:lnTo>
                <a:lnTo>
                  <a:pt x="3721735" y="1151255"/>
                </a:lnTo>
                <a:lnTo>
                  <a:pt x="3721735" y="1170305"/>
                </a:lnTo>
                <a:close/>
              </a:path>
              <a:path w="11277600" h="1170305">
                <a:moveTo>
                  <a:pt x="3683635" y="1170305"/>
                </a:moveTo>
                <a:lnTo>
                  <a:pt x="3664585" y="1170305"/>
                </a:lnTo>
                <a:lnTo>
                  <a:pt x="3664585" y="1151255"/>
                </a:lnTo>
                <a:lnTo>
                  <a:pt x="3683635" y="1151255"/>
                </a:lnTo>
                <a:lnTo>
                  <a:pt x="3683635" y="1170305"/>
                </a:lnTo>
                <a:close/>
              </a:path>
              <a:path w="11277600" h="1170305">
                <a:moveTo>
                  <a:pt x="3645535" y="1170305"/>
                </a:moveTo>
                <a:lnTo>
                  <a:pt x="3626485" y="1170305"/>
                </a:lnTo>
                <a:lnTo>
                  <a:pt x="3626485" y="1151255"/>
                </a:lnTo>
                <a:lnTo>
                  <a:pt x="3645535" y="1151255"/>
                </a:lnTo>
                <a:lnTo>
                  <a:pt x="3645535" y="1170305"/>
                </a:lnTo>
                <a:close/>
              </a:path>
              <a:path w="11277600" h="1170305">
                <a:moveTo>
                  <a:pt x="3607435" y="1170305"/>
                </a:moveTo>
                <a:lnTo>
                  <a:pt x="3588385" y="1170305"/>
                </a:lnTo>
                <a:lnTo>
                  <a:pt x="3588385" y="1151255"/>
                </a:lnTo>
                <a:lnTo>
                  <a:pt x="3607435" y="1151255"/>
                </a:lnTo>
                <a:lnTo>
                  <a:pt x="3607435" y="1170305"/>
                </a:lnTo>
                <a:close/>
              </a:path>
              <a:path w="11277600" h="1170305">
                <a:moveTo>
                  <a:pt x="3569335" y="1170305"/>
                </a:moveTo>
                <a:lnTo>
                  <a:pt x="3550285" y="1170305"/>
                </a:lnTo>
                <a:lnTo>
                  <a:pt x="3550285" y="1151255"/>
                </a:lnTo>
                <a:lnTo>
                  <a:pt x="3569335" y="1151255"/>
                </a:lnTo>
                <a:lnTo>
                  <a:pt x="3569335" y="1170305"/>
                </a:lnTo>
                <a:close/>
              </a:path>
              <a:path w="11277600" h="1170305">
                <a:moveTo>
                  <a:pt x="3531235" y="1170305"/>
                </a:moveTo>
                <a:lnTo>
                  <a:pt x="3512185" y="1170305"/>
                </a:lnTo>
                <a:lnTo>
                  <a:pt x="3512185" y="1151255"/>
                </a:lnTo>
                <a:lnTo>
                  <a:pt x="3531235" y="1151255"/>
                </a:lnTo>
                <a:lnTo>
                  <a:pt x="3531235" y="1170305"/>
                </a:lnTo>
                <a:close/>
              </a:path>
              <a:path w="11277600" h="1170305">
                <a:moveTo>
                  <a:pt x="3493135" y="1170305"/>
                </a:moveTo>
                <a:lnTo>
                  <a:pt x="3474085" y="1170305"/>
                </a:lnTo>
                <a:lnTo>
                  <a:pt x="3474085" y="1151255"/>
                </a:lnTo>
                <a:lnTo>
                  <a:pt x="3493135" y="1151255"/>
                </a:lnTo>
                <a:lnTo>
                  <a:pt x="3493135" y="1170305"/>
                </a:lnTo>
                <a:close/>
              </a:path>
              <a:path w="11277600" h="1170305">
                <a:moveTo>
                  <a:pt x="3455035" y="1170305"/>
                </a:moveTo>
                <a:lnTo>
                  <a:pt x="3435985" y="1170305"/>
                </a:lnTo>
                <a:lnTo>
                  <a:pt x="3435985" y="1151255"/>
                </a:lnTo>
                <a:lnTo>
                  <a:pt x="3455035" y="1151255"/>
                </a:lnTo>
                <a:lnTo>
                  <a:pt x="3455035" y="1170305"/>
                </a:lnTo>
                <a:close/>
              </a:path>
              <a:path w="11277600" h="1170305">
                <a:moveTo>
                  <a:pt x="3416935" y="1170305"/>
                </a:moveTo>
                <a:lnTo>
                  <a:pt x="3397885" y="1170305"/>
                </a:lnTo>
                <a:lnTo>
                  <a:pt x="3397885" y="1151255"/>
                </a:lnTo>
                <a:lnTo>
                  <a:pt x="3416935" y="1151255"/>
                </a:lnTo>
                <a:lnTo>
                  <a:pt x="3416935" y="1170305"/>
                </a:lnTo>
                <a:close/>
              </a:path>
              <a:path w="11277600" h="1170305">
                <a:moveTo>
                  <a:pt x="3378835" y="1170305"/>
                </a:moveTo>
                <a:lnTo>
                  <a:pt x="3359785" y="1170305"/>
                </a:lnTo>
                <a:lnTo>
                  <a:pt x="3359785" y="1151255"/>
                </a:lnTo>
                <a:lnTo>
                  <a:pt x="3378835" y="1151255"/>
                </a:lnTo>
                <a:lnTo>
                  <a:pt x="3378835" y="1170305"/>
                </a:lnTo>
                <a:close/>
              </a:path>
              <a:path w="11277600" h="1170305">
                <a:moveTo>
                  <a:pt x="3340735" y="1170305"/>
                </a:moveTo>
                <a:lnTo>
                  <a:pt x="3321685" y="1170305"/>
                </a:lnTo>
                <a:lnTo>
                  <a:pt x="3321685" y="1151255"/>
                </a:lnTo>
                <a:lnTo>
                  <a:pt x="3340735" y="1151255"/>
                </a:lnTo>
                <a:lnTo>
                  <a:pt x="3340735" y="1170305"/>
                </a:lnTo>
                <a:close/>
              </a:path>
              <a:path w="11277600" h="1170305">
                <a:moveTo>
                  <a:pt x="3302635" y="1170305"/>
                </a:moveTo>
                <a:lnTo>
                  <a:pt x="3283585" y="1170305"/>
                </a:lnTo>
                <a:lnTo>
                  <a:pt x="3283585" y="1151255"/>
                </a:lnTo>
                <a:lnTo>
                  <a:pt x="3302635" y="1151255"/>
                </a:lnTo>
                <a:lnTo>
                  <a:pt x="3302635" y="1170305"/>
                </a:lnTo>
                <a:close/>
              </a:path>
              <a:path w="11277600" h="1170305">
                <a:moveTo>
                  <a:pt x="3264535" y="1170305"/>
                </a:moveTo>
                <a:lnTo>
                  <a:pt x="3245485" y="1170305"/>
                </a:lnTo>
                <a:lnTo>
                  <a:pt x="3245485" y="1151255"/>
                </a:lnTo>
                <a:lnTo>
                  <a:pt x="3264535" y="1151255"/>
                </a:lnTo>
                <a:lnTo>
                  <a:pt x="3264535" y="1170305"/>
                </a:lnTo>
                <a:close/>
              </a:path>
              <a:path w="11277600" h="1170305">
                <a:moveTo>
                  <a:pt x="3226435" y="1170305"/>
                </a:moveTo>
                <a:lnTo>
                  <a:pt x="3207385" y="1170305"/>
                </a:lnTo>
                <a:lnTo>
                  <a:pt x="3207385" y="1151255"/>
                </a:lnTo>
                <a:lnTo>
                  <a:pt x="3226435" y="1151255"/>
                </a:lnTo>
                <a:lnTo>
                  <a:pt x="3226435" y="1170305"/>
                </a:lnTo>
                <a:close/>
              </a:path>
              <a:path w="11277600" h="1170305">
                <a:moveTo>
                  <a:pt x="3188335" y="1170305"/>
                </a:moveTo>
                <a:lnTo>
                  <a:pt x="3169285" y="1170305"/>
                </a:lnTo>
                <a:lnTo>
                  <a:pt x="3169285" y="1151255"/>
                </a:lnTo>
                <a:lnTo>
                  <a:pt x="3188335" y="1151255"/>
                </a:lnTo>
                <a:lnTo>
                  <a:pt x="3188335" y="1170305"/>
                </a:lnTo>
                <a:close/>
              </a:path>
              <a:path w="11277600" h="1170305">
                <a:moveTo>
                  <a:pt x="3150235" y="1170305"/>
                </a:moveTo>
                <a:lnTo>
                  <a:pt x="3131185" y="1170305"/>
                </a:lnTo>
                <a:lnTo>
                  <a:pt x="3131185" y="1151255"/>
                </a:lnTo>
                <a:lnTo>
                  <a:pt x="3150235" y="1151255"/>
                </a:lnTo>
                <a:lnTo>
                  <a:pt x="3150235" y="1170305"/>
                </a:lnTo>
                <a:close/>
              </a:path>
              <a:path w="11277600" h="1170305">
                <a:moveTo>
                  <a:pt x="3112135" y="1170305"/>
                </a:moveTo>
                <a:lnTo>
                  <a:pt x="3093085" y="1170305"/>
                </a:lnTo>
                <a:lnTo>
                  <a:pt x="3093085" y="1151255"/>
                </a:lnTo>
                <a:lnTo>
                  <a:pt x="3112135" y="1151255"/>
                </a:lnTo>
                <a:lnTo>
                  <a:pt x="3112135" y="1170305"/>
                </a:lnTo>
                <a:close/>
              </a:path>
              <a:path w="11277600" h="1170305">
                <a:moveTo>
                  <a:pt x="3074035" y="1170305"/>
                </a:moveTo>
                <a:lnTo>
                  <a:pt x="3054985" y="1170305"/>
                </a:lnTo>
                <a:lnTo>
                  <a:pt x="3054985" y="1151255"/>
                </a:lnTo>
                <a:lnTo>
                  <a:pt x="3074035" y="1151255"/>
                </a:lnTo>
                <a:lnTo>
                  <a:pt x="3074035" y="1170305"/>
                </a:lnTo>
                <a:close/>
              </a:path>
              <a:path w="11277600" h="1170305">
                <a:moveTo>
                  <a:pt x="3035935" y="1170305"/>
                </a:moveTo>
                <a:lnTo>
                  <a:pt x="3016885" y="1170305"/>
                </a:lnTo>
                <a:lnTo>
                  <a:pt x="3016885" y="1151255"/>
                </a:lnTo>
                <a:lnTo>
                  <a:pt x="3035935" y="1151255"/>
                </a:lnTo>
                <a:lnTo>
                  <a:pt x="3035935" y="1170305"/>
                </a:lnTo>
                <a:close/>
              </a:path>
              <a:path w="11277600" h="1170305">
                <a:moveTo>
                  <a:pt x="2997835" y="1170305"/>
                </a:moveTo>
                <a:lnTo>
                  <a:pt x="2978785" y="1170305"/>
                </a:lnTo>
                <a:lnTo>
                  <a:pt x="2978785" y="1151255"/>
                </a:lnTo>
                <a:lnTo>
                  <a:pt x="2997835" y="1151255"/>
                </a:lnTo>
                <a:lnTo>
                  <a:pt x="2997835" y="1170305"/>
                </a:lnTo>
                <a:close/>
              </a:path>
              <a:path w="11277600" h="1170305">
                <a:moveTo>
                  <a:pt x="2959735" y="1170305"/>
                </a:moveTo>
                <a:lnTo>
                  <a:pt x="2940685" y="1170305"/>
                </a:lnTo>
                <a:lnTo>
                  <a:pt x="2940685" y="1151255"/>
                </a:lnTo>
                <a:lnTo>
                  <a:pt x="2959735" y="1151255"/>
                </a:lnTo>
                <a:lnTo>
                  <a:pt x="2959735" y="1170305"/>
                </a:lnTo>
                <a:close/>
              </a:path>
              <a:path w="11277600" h="1170305">
                <a:moveTo>
                  <a:pt x="2921635" y="1170305"/>
                </a:moveTo>
                <a:lnTo>
                  <a:pt x="2902585" y="1170305"/>
                </a:lnTo>
                <a:lnTo>
                  <a:pt x="2902585" y="1151255"/>
                </a:lnTo>
                <a:lnTo>
                  <a:pt x="2921635" y="1151255"/>
                </a:lnTo>
                <a:lnTo>
                  <a:pt x="2921635" y="1170305"/>
                </a:lnTo>
                <a:close/>
              </a:path>
              <a:path w="11277600" h="1170305">
                <a:moveTo>
                  <a:pt x="2883535" y="1170305"/>
                </a:moveTo>
                <a:lnTo>
                  <a:pt x="2864485" y="1170305"/>
                </a:lnTo>
                <a:lnTo>
                  <a:pt x="2864485" y="1151255"/>
                </a:lnTo>
                <a:lnTo>
                  <a:pt x="2883535" y="1151255"/>
                </a:lnTo>
                <a:lnTo>
                  <a:pt x="2883535" y="1170305"/>
                </a:lnTo>
                <a:close/>
              </a:path>
              <a:path w="11277600" h="1170305">
                <a:moveTo>
                  <a:pt x="2845435" y="1170305"/>
                </a:moveTo>
                <a:lnTo>
                  <a:pt x="2826385" y="1170305"/>
                </a:lnTo>
                <a:lnTo>
                  <a:pt x="2826385" y="1151255"/>
                </a:lnTo>
                <a:lnTo>
                  <a:pt x="2845435" y="1151255"/>
                </a:lnTo>
                <a:lnTo>
                  <a:pt x="2845435" y="1170305"/>
                </a:lnTo>
                <a:close/>
              </a:path>
              <a:path w="11277600" h="1170305">
                <a:moveTo>
                  <a:pt x="2807335" y="1170305"/>
                </a:moveTo>
                <a:lnTo>
                  <a:pt x="2788285" y="1170305"/>
                </a:lnTo>
                <a:lnTo>
                  <a:pt x="2788285" y="1151255"/>
                </a:lnTo>
                <a:lnTo>
                  <a:pt x="2807335" y="1151255"/>
                </a:lnTo>
                <a:lnTo>
                  <a:pt x="2807335" y="1170305"/>
                </a:lnTo>
                <a:close/>
              </a:path>
              <a:path w="11277600" h="1170305">
                <a:moveTo>
                  <a:pt x="2769235" y="1170305"/>
                </a:moveTo>
                <a:lnTo>
                  <a:pt x="2750185" y="1170305"/>
                </a:lnTo>
                <a:lnTo>
                  <a:pt x="2750185" y="1151255"/>
                </a:lnTo>
                <a:lnTo>
                  <a:pt x="2769235" y="1151255"/>
                </a:lnTo>
                <a:lnTo>
                  <a:pt x="2769235" y="1170305"/>
                </a:lnTo>
                <a:close/>
              </a:path>
              <a:path w="11277600" h="1170305">
                <a:moveTo>
                  <a:pt x="2731135" y="1170305"/>
                </a:moveTo>
                <a:lnTo>
                  <a:pt x="2712085" y="1170305"/>
                </a:lnTo>
                <a:lnTo>
                  <a:pt x="2712085" y="1151255"/>
                </a:lnTo>
                <a:lnTo>
                  <a:pt x="2731135" y="1151255"/>
                </a:lnTo>
                <a:lnTo>
                  <a:pt x="2731135" y="1170305"/>
                </a:lnTo>
                <a:close/>
              </a:path>
              <a:path w="11277600" h="1170305">
                <a:moveTo>
                  <a:pt x="2693035" y="1170305"/>
                </a:moveTo>
                <a:lnTo>
                  <a:pt x="2673985" y="1170305"/>
                </a:lnTo>
                <a:lnTo>
                  <a:pt x="2673985" y="1151255"/>
                </a:lnTo>
                <a:lnTo>
                  <a:pt x="2693035" y="1151255"/>
                </a:lnTo>
                <a:lnTo>
                  <a:pt x="2693035" y="1170305"/>
                </a:lnTo>
                <a:close/>
              </a:path>
              <a:path w="11277600" h="1170305">
                <a:moveTo>
                  <a:pt x="2654935" y="1170305"/>
                </a:moveTo>
                <a:lnTo>
                  <a:pt x="2635885" y="1170305"/>
                </a:lnTo>
                <a:lnTo>
                  <a:pt x="2635885" y="1151255"/>
                </a:lnTo>
                <a:lnTo>
                  <a:pt x="2654935" y="1151255"/>
                </a:lnTo>
                <a:lnTo>
                  <a:pt x="2654935" y="1170305"/>
                </a:lnTo>
                <a:close/>
              </a:path>
              <a:path w="11277600" h="1170305">
                <a:moveTo>
                  <a:pt x="2616835" y="1170305"/>
                </a:moveTo>
                <a:lnTo>
                  <a:pt x="2597785" y="1170305"/>
                </a:lnTo>
                <a:lnTo>
                  <a:pt x="2597785" y="1151255"/>
                </a:lnTo>
                <a:lnTo>
                  <a:pt x="2616835" y="1151255"/>
                </a:lnTo>
                <a:lnTo>
                  <a:pt x="2616835" y="1170305"/>
                </a:lnTo>
                <a:close/>
              </a:path>
              <a:path w="11277600" h="1170305">
                <a:moveTo>
                  <a:pt x="2578735" y="1170305"/>
                </a:moveTo>
                <a:lnTo>
                  <a:pt x="2559685" y="1170305"/>
                </a:lnTo>
                <a:lnTo>
                  <a:pt x="2559685" y="1151255"/>
                </a:lnTo>
                <a:lnTo>
                  <a:pt x="2578735" y="1151255"/>
                </a:lnTo>
                <a:lnTo>
                  <a:pt x="2578735" y="1170305"/>
                </a:lnTo>
                <a:close/>
              </a:path>
              <a:path w="11277600" h="1170305">
                <a:moveTo>
                  <a:pt x="2540635" y="1170305"/>
                </a:moveTo>
                <a:lnTo>
                  <a:pt x="2521585" y="1170305"/>
                </a:lnTo>
                <a:lnTo>
                  <a:pt x="2521585" y="1151255"/>
                </a:lnTo>
                <a:lnTo>
                  <a:pt x="2540635" y="1151255"/>
                </a:lnTo>
                <a:lnTo>
                  <a:pt x="2540635" y="1170305"/>
                </a:lnTo>
                <a:close/>
              </a:path>
              <a:path w="11277600" h="1170305">
                <a:moveTo>
                  <a:pt x="2502535" y="1170305"/>
                </a:moveTo>
                <a:lnTo>
                  <a:pt x="2483485" y="1170305"/>
                </a:lnTo>
                <a:lnTo>
                  <a:pt x="2483485" y="1151255"/>
                </a:lnTo>
                <a:lnTo>
                  <a:pt x="2502535" y="1151255"/>
                </a:lnTo>
                <a:lnTo>
                  <a:pt x="2502535" y="1170305"/>
                </a:lnTo>
                <a:close/>
              </a:path>
              <a:path w="11277600" h="1170305">
                <a:moveTo>
                  <a:pt x="2464435" y="1170305"/>
                </a:moveTo>
                <a:lnTo>
                  <a:pt x="2445385" y="1170305"/>
                </a:lnTo>
                <a:lnTo>
                  <a:pt x="2445385" y="1151255"/>
                </a:lnTo>
                <a:lnTo>
                  <a:pt x="2464435" y="1151255"/>
                </a:lnTo>
                <a:lnTo>
                  <a:pt x="2464435" y="1170305"/>
                </a:lnTo>
                <a:close/>
              </a:path>
              <a:path w="11277600" h="1170305">
                <a:moveTo>
                  <a:pt x="2426335" y="1170305"/>
                </a:moveTo>
                <a:lnTo>
                  <a:pt x="2407285" y="1170305"/>
                </a:lnTo>
                <a:lnTo>
                  <a:pt x="2407285" y="1151255"/>
                </a:lnTo>
                <a:lnTo>
                  <a:pt x="2426335" y="1151255"/>
                </a:lnTo>
                <a:lnTo>
                  <a:pt x="2426335" y="1170305"/>
                </a:lnTo>
                <a:close/>
              </a:path>
              <a:path w="11277600" h="1170305">
                <a:moveTo>
                  <a:pt x="2388235" y="1170305"/>
                </a:moveTo>
                <a:lnTo>
                  <a:pt x="2369185" y="1170305"/>
                </a:lnTo>
                <a:lnTo>
                  <a:pt x="2369185" y="1151255"/>
                </a:lnTo>
                <a:lnTo>
                  <a:pt x="2388235" y="1151255"/>
                </a:lnTo>
                <a:lnTo>
                  <a:pt x="2388235" y="1170305"/>
                </a:lnTo>
                <a:close/>
              </a:path>
              <a:path w="11277600" h="1170305">
                <a:moveTo>
                  <a:pt x="2350135" y="1170305"/>
                </a:moveTo>
                <a:lnTo>
                  <a:pt x="2331085" y="1170305"/>
                </a:lnTo>
                <a:lnTo>
                  <a:pt x="2331085" y="1151255"/>
                </a:lnTo>
                <a:lnTo>
                  <a:pt x="2350135" y="1151255"/>
                </a:lnTo>
                <a:lnTo>
                  <a:pt x="2350135" y="1170305"/>
                </a:lnTo>
                <a:close/>
              </a:path>
              <a:path w="11277600" h="1170305">
                <a:moveTo>
                  <a:pt x="2312035" y="1170305"/>
                </a:moveTo>
                <a:lnTo>
                  <a:pt x="2292985" y="1170305"/>
                </a:lnTo>
                <a:lnTo>
                  <a:pt x="2292985" y="1151255"/>
                </a:lnTo>
                <a:lnTo>
                  <a:pt x="2312035" y="1151255"/>
                </a:lnTo>
                <a:lnTo>
                  <a:pt x="2312035" y="1170305"/>
                </a:lnTo>
                <a:close/>
              </a:path>
              <a:path w="11277600" h="1170305">
                <a:moveTo>
                  <a:pt x="2273935" y="1170305"/>
                </a:moveTo>
                <a:lnTo>
                  <a:pt x="2254885" y="1170305"/>
                </a:lnTo>
                <a:lnTo>
                  <a:pt x="2254885" y="1151255"/>
                </a:lnTo>
                <a:lnTo>
                  <a:pt x="2273935" y="1151255"/>
                </a:lnTo>
                <a:lnTo>
                  <a:pt x="2273935" y="1170305"/>
                </a:lnTo>
                <a:close/>
              </a:path>
              <a:path w="11277600" h="1170305">
                <a:moveTo>
                  <a:pt x="2235835" y="1170305"/>
                </a:moveTo>
                <a:lnTo>
                  <a:pt x="2216785" y="1170305"/>
                </a:lnTo>
                <a:lnTo>
                  <a:pt x="2216785" y="1151255"/>
                </a:lnTo>
                <a:lnTo>
                  <a:pt x="2235835" y="1151255"/>
                </a:lnTo>
                <a:lnTo>
                  <a:pt x="2235835" y="1170305"/>
                </a:lnTo>
                <a:close/>
              </a:path>
              <a:path w="11277600" h="1170305">
                <a:moveTo>
                  <a:pt x="2197735" y="1170305"/>
                </a:moveTo>
                <a:lnTo>
                  <a:pt x="2178685" y="1170305"/>
                </a:lnTo>
                <a:lnTo>
                  <a:pt x="2178685" y="1151255"/>
                </a:lnTo>
                <a:lnTo>
                  <a:pt x="2197735" y="1151255"/>
                </a:lnTo>
                <a:lnTo>
                  <a:pt x="2197735" y="1170305"/>
                </a:lnTo>
                <a:close/>
              </a:path>
              <a:path w="11277600" h="1170305">
                <a:moveTo>
                  <a:pt x="2159635" y="1170305"/>
                </a:moveTo>
                <a:lnTo>
                  <a:pt x="2140585" y="1170305"/>
                </a:lnTo>
                <a:lnTo>
                  <a:pt x="2140585" y="1151255"/>
                </a:lnTo>
                <a:lnTo>
                  <a:pt x="2159635" y="1151255"/>
                </a:lnTo>
                <a:lnTo>
                  <a:pt x="2159635" y="1170305"/>
                </a:lnTo>
                <a:close/>
              </a:path>
              <a:path w="11277600" h="1170305">
                <a:moveTo>
                  <a:pt x="2121535" y="1170305"/>
                </a:moveTo>
                <a:lnTo>
                  <a:pt x="2102485" y="1170305"/>
                </a:lnTo>
                <a:lnTo>
                  <a:pt x="2102485" y="1151255"/>
                </a:lnTo>
                <a:lnTo>
                  <a:pt x="2121535" y="1151255"/>
                </a:lnTo>
                <a:lnTo>
                  <a:pt x="2121535" y="1170305"/>
                </a:lnTo>
                <a:close/>
              </a:path>
              <a:path w="11277600" h="1170305">
                <a:moveTo>
                  <a:pt x="2083435" y="1170305"/>
                </a:moveTo>
                <a:lnTo>
                  <a:pt x="2064385" y="1170305"/>
                </a:lnTo>
                <a:lnTo>
                  <a:pt x="2064385" y="1151255"/>
                </a:lnTo>
                <a:lnTo>
                  <a:pt x="2083435" y="1151255"/>
                </a:lnTo>
                <a:lnTo>
                  <a:pt x="2083435" y="1170305"/>
                </a:lnTo>
                <a:close/>
              </a:path>
              <a:path w="11277600" h="1170305">
                <a:moveTo>
                  <a:pt x="2045335" y="1170305"/>
                </a:moveTo>
                <a:lnTo>
                  <a:pt x="2026285" y="1170305"/>
                </a:lnTo>
                <a:lnTo>
                  <a:pt x="2026285" y="1151255"/>
                </a:lnTo>
                <a:lnTo>
                  <a:pt x="2045335" y="1151255"/>
                </a:lnTo>
                <a:lnTo>
                  <a:pt x="2045335" y="1170305"/>
                </a:lnTo>
                <a:close/>
              </a:path>
              <a:path w="11277600" h="1170305">
                <a:moveTo>
                  <a:pt x="2007235" y="1170305"/>
                </a:moveTo>
                <a:lnTo>
                  <a:pt x="1988185" y="1170305"/>
                </a:lnTo>
                <a:lnTo>
                  <a:pt x="1988185" y="1151255"/>
                </a:lnTo>
                <a:lnTo>
                  <a:pt x="2007235" y="1151255"/>
                </a:lnTo>
                <a:lnTo>
                  <a:pt x="2007235" y="1170305"/>
                </a:lnTo>
                <a:close/>
              </a:path>
              <a:path w="11277600" h="1170305">
                <a:moveTo>
                  <a:pt x="1969135" y="1170305"/>
                </a:moveTo>
                <a:lnTo>
                  <a:pt x="1950085" y="1170305"/>
                </a:lnTo>
                <a:lnTo>
                  <a:pt x="1950085" y="1151255"/>
                </a:lnTo>
                <a:lnTo>
                  <a:pt x="1969135" y="1151255"/>
                </a:lnTo>
                <a:lnTo>
                  <a:pt x="1969135" y="1170305"/>
                </a:lnTo>
                <a:close/>
              </a:path>
              <a:path w="11277600" h="1170305">
                <a:moveTo>
                  <a:pt x="1931035" y="1170305"/>
                </a:moveTo>
                <a:lnTo>
                  <a:pt x="1911985" y="1170305"/>
                </a:lnTo>
                <a:lnTo>
                  <a:pt x="1911985" y="1151255"/>
                </a:lnTo>
                <a:lnTo>
                  <a:pt x="1931035" y="1151255"/>
                </a:lnTo>
                <a:lnTo>
                  <a:pt x="1931035" y="1170305"/>
                </a:lnTo>
                <a:close/>
              </a:path>
              <a:path w="11277600" h="1170305">
                <a:moveTo>
                  <a:pt x="1892935" y="1170305"/>
                </a:moveTo>
                <a:lnTo>
                  <a:pt x="1873885" y="1170305"/>
                </a:lnTo>
                <a:lnTo>
                  <a:pt x="1873885" y="1151255"/>
                </a:lnTo>
                <a:lnTo>
                  <a:pt x="1892935" y="1151255"/>
                </a:lnTo>
                <a:lnTo>
                  <a:pt x="1892935" y="1170305"/>
                </a:lnTo>
                <a:close/>
              </a:path>
              <a:path w="11277600" h="1170305">
                <a:moveTo>
                  <a:pt x="1854835" y="1170305"/>
                </a:moveTo>
                <a:lnTo>
                  <a:pt x="1835785" y="1170305"/>
                </a:lnTo>
                <a:lnTo>
                  <a:pt x="1835785" y="1151255"/>
                </a:lnTo>
                <a:lnTo>
                  <a:pt x="1854835" y="1151255"/>
                </a:lnTo>
                <a:lnTo>
                  <a:pt x="1854835" y="1170305"/>
                </a:lnTo>
                <a:close/>
              </a:path>
              <a:path w="11277600" h="1170305">
                <a:moveTo>
                  <a:pt x="1816735" y="1170305"/>
                </a:moveTo>
                <a:lnTo>
                  <a:pt x="1797685" y="1170305"/>
                </a:lnTo>
                <a:lnTo>
                  <a:pt x="1797685" y="1151255"/>
                </a:lnTo>
                <a:lnTo>
                  <a:pt x="1816735" y="1151255"/>
                </a:lnTo>
                <a:lnTo>
                  <a:pt x="1816735" y="1170305"/>
                </a:lnTo>
                <a:close/>
              </a:path>
              <a:path w="11277600" h="1170305">
                <a:moveTo>
                  <a:pt x="1778635" y="1170305"/>
                </a:moveTo>
                <a:lnTo>
                  <a:pt x="1759585" y="1170305"/>
                </a:lnTo>
                <a:lnTo>
                  <a:pt x="1759585" y="1151255"/>
                </a:lnTo>
                <a:lnTo>
                  <a:pt x="1778635" y="1151255"/>
                </a:lnTo>
                <a:lnTo>
                  <a:pt x="1778635" y="1170305"/>
                </a:lnTo>
                <a:close/>
              </a:path>
              <a:path w="11277600" h="1170305">
                <a:moveTo>
                  <a:pt x="1740535" y="1170305"/>
                </a:moveTo>
                <a:lnTo>
                  <a:pt x="1721485" y="1170305"/>
                </a:lnTo>
                <a:lnTo>
                  <a:pt x="1721485" y="1151255"/>
                </a:lnTo>
                <a:lnTo>
                  <a:pt x="1740535" y="1151255"/>
                </a:lnTo>
                <a:lnTo>
                  <a:pt x="1740535" y="1170305"/>
                </a:lnTo>
                <a:close/>
              </a:path>
              <a:path w="11277600" h="1170305">
                <a:moveTo>
                  <a:pt x="1702435" y="1170305"/>
                </a:moveTo>
                <a:lnTo>
                  <a:pt x="1683385" y="1170305"/>
                </a:lnTo>
                <a:lnTo>
                  <a:pt x="1683385" y="1151255"/>
                </a:lnTo>
                <a:lnTo>
                  <a:pt x="1702435" y="1151255"/>
                </a:lnTo>
                <a:lnTo>
                  <a:pt x="1702435" y="1170305"/>
                </a:lnTo>
                <a:close/>
              </a:path>
              <a:path w="11277600" h="1170305">
                <a:moveTo>
                  <a:pt x="1664335" y="1170305"/>
                </a:moveTo>
                <a:lnTo>
                  <a:pt x="1645285" y="1170305"/>
                </a:lnTo>
                <a:lnTo>
                  <a:pt x="1645285" y="1151255"/>
                </a:lnTo>
                <a:lnTo>
                  <a:pt x="1664335" y="1151255"/>
                </a:lnTo>
                <a:lnTo>
                  <a:pt x="1664335" y="1170305"/>
                </a:lnTo>
                <a:close/>
              </a:path>
              <a:path w="11277600" h="1170305">
                <a:moveTo>
                  <a:pt x="1626235" y="1170305"/>
                </a:moveTo>
                <a:lnTo>
                  <a:pt x="1607185" y="1170305"/>
                </a:lnTo>
                <a:lnTo>
                  <a:pt x="1607185" y="1151255"/>
                </a:lnTo>
                <a:lnTo>
                  <a:pt x="1626235" y="1151255"/>
                </a:lnTo>
                <a:lnTo>
                  <a:pt x="1626235" y="1170305"/>
                </a:lnTo>
                <a:close/>
              </a:path>
              <a:path w="11277600" h="1170305">
                <a:moveTo>
                  <a:pt x="1588135" y="1170305"/>
                </a:moveTo>
                <a:lnTo>
                  <a:pt x="1569085" y="1170305"/>
                </a:lnTo>
                <a:lnTo>
                  <a:pt x="1569085" y="1151255"/>
                </a:lnTo>
                <a:lnTo>
                  <a:pt x="1588135" y="1151255"/>
                </a:lnTo>
                <a:lnTo>
                  <a:pt x="1588135" y="1170305"/>
                </a:lnTo>
                <a:close/>
              </a:path>
              <a:path w="11277600" h="1170305">
                <a:moveTo>
                  <a:pt x="1550035" y="1170305"/>
                </a:moveTo>
                <a:lnTo>
                  <a:pt x="1530985" y="1170305"/>
                </a:lnTo>
                <a:lnTo>
                  <a:pt x="1530985" y="1151255"/>
                </a:lnTo>
                <a:lnTo>
                  <a:pt x="1550035" y="1151255"/>
                </a:lnTo>
                <a:lnTo>
                  <a:pt x="1550035" y="1170305"/>
                </a:lnTo>
                <a:close/>
              </a:path>
              <a:path w="11277600" h="1170305">
                <a:moveTo>
                  <a:pt x="1511935" y="1170305"/>
                </a:moveTo>
                <a:lnTo>
                  <a:pt x="1492885" y="1170305"/>
                </a:lnTo>
                <a:lnTo>
                  <a:pt x="1492885" y="1151255"/>
                </a:lnTo>
                <a:lnTo>
                  <a:pt x="1511935" y="1151255"/>
                </a:lnTo>
                <a:lnTo>
                  <a:pt x="1511935" y="1170305"/>
                </a:lnTo>
                <a:close/>
              </a:path>
              <a:path w="11277600" h="1170305">
                <a:moveTo>
                  <a:pt x="1473835" y="1170305"/>
                </a:moveTo>
                <a:lnTo>
                  <a:pt x="1454785" y="1170305"/>
                </a:lnTo>
                <a:lnTo>
                  <a:pt x="1454785" y="1151255"/>
                </a:lnTo>
                <a:lnTo>
                  <a:pt x="1473835" y="1151255"/>
                </a:lnTo>
                <a:lnTo>
                  <a:pt x="1473835" y="1170305"/>
                </a:lnTo>
                <a:close/>
              </a:path>
              <a:path w="11277600" h="1170305">
                <a:moveTo>
                  <a:pt x="1435735" y="1170305"/>
                </a:moveTo>
                <a:lnTo>
                  <a:pt x="1416685" y="1170305"/>
                </a:lnTo>
                <a:lnTo>
                  <a:pt x="1416685" y="1151255"/>
                </a:lnTo>
                <a:lnTo>
                  <a:pt x="1435735" y="1151255"/>
                </a:lnTo>
                <a:lnTo>
                  <a:pt x="1435735" y="1170305"/>
                </a:lnTo>
                <a:close/>
              </a:path>
              <a:path w="11277600" h="1170305">
                <a:moveTo>
                  <a:pt x="1397635" y="1170305"/>
                </a:moveTo>
                <a:lnTo>
                  <a:pt x="1378585" y="1170305"/>
                </a:lnTo>
                <a:lnTo>
                  <a:pt x="1378585" y="1151255"/>
                </a:lnTo>
                <a:lnTo>
                  <a:pt x="1397635" y="1151255"/>
                </a:lnTo>
                <a:lnTo>
                  <a:pt x="1397635" y="1170305"/>
                </a:lnTo>
                <a:close/>
              </a:path>
              <a:path w="11277600" h="1170305">
                <a:moveTo>
                  <a:pt x="1359535" y="1170305"/>
                </a:moveTo>
                <a:lnTo>
                  <a:pt x="1340485" y="1170305"/>
                </a:lnTo>
                <a:lnTo>
                  <a:pt x="1340485" y="1151255"/>
                </a:lnTo>
                <a:lnTo>
                  <a:pt x="1359535" y="1151255"/>
                </a:lnTo>
                <a:lnTo>
                  <a:pt x="1359535" y="1170305"/>
                </a:lnTo>
                <a:close/>
              </a:path>
              <a:path w="11277600" h="1170305">
                <a:moveTo>
                  <a:pt x="1321435" y="1170305"/>
                </a:moveTo>
                <a:lnTo>
                  <a:pt x="1302385" y="1170305"/>
                </a:lnTo>
                <a:lnTo>
                  <a:pt x="1302385" y="1151255"/>
                </a:lnTo>
                <a:lnTo>
                  <a:pt x="1321435" y="1151255"/>
                </a:lnTo>
                <a:lnTo>
                  <a:pt x="1321435" y="1170305"/>
                </a:lnTo>
                <a:close/>
              </a:path>
              <a:path w="11277600" h="1170305">
                <a:moveTo>
                  <a:pt x="1283335" y="1170305"/>
                </a:moveTo>
                <a:lnTo>
                  <a:pt x="1264285" y="1170305"/>
                </a:lnTo>
                <a:lnTo>
                  <a:pt x="1264285" y="1151255"/>
                </a:lnTo>
                <a:lnTo>
                  <a:pt x="1283335" y="1151255"/>
                </a:lnTo>
                <a:lnTo>
                  <a:pt x="1283335" y="1170305"/>
                </a:lnTo>
                <a:close/>
              </a:path>
              <a:path w="11277600" h="1170305">
                <a:moveTo>
                  <a:pt x="1245235" y="1170305"/>
                </a:moveTo>
                <a:lnTo>
                  <a:pt x="1226185" y="1170305"/>
                </a:lnTo>
                <a:lnTo>
                  <a:pt x="1226185" y="1151255"/>
                </a:lnTo>
                <a:lnTo>
                  <a:pt x="1245235" y="1151255"/>
                </a:lnTo>
                <a:lnTo>
                  <a:pt x="1245235" y="1170305"/>
                </a:lnTo>
                <a:close/>
              </a:path>
              <a:path w="11277600" h="1170305">
                <a:moveTo>
                  <a:pt x="1207135" y="1170305"/>
                </a:moveTo>
                <a:lnTo>
                  <a:pt x="1188085" y="1170305"/>
                </a:lnTo>
                <a:lnTo>
                  <a:pt x="1188085" y="1151255"/>
                </a:lnTo>
                <a:lnTo>
                  <a:pt x="1207135" y="1151255"/>
                </a:lnTo>
                <a:lnTo>
                  <a:pt x="1207135" y="1170305"/>
                </a:lnTo>
                <a:close/>
              </a:path>
              <a:path w="11277600" h="1170305">
                <a:moveTo>
                  <a:pt x="1169035" y="1170305"/>
                </a:moveTo>
                <a:lnTo>
                  <a:pt x="1149985" y="1170305"/>
                </a:lnTo>
                <a:lnTo>
                  <a:pt x="1149985" y="1151255"/>
                </a:lnTo>
                <a:lnTo>
                  <a:pt x="1169035" y="1151255"/>
                </a:lnTo>
                <a:lnTo>
                  <a:pt x="1169035" y="1170305"/>
                </a:lnTo>
                <a:close/>
              </a:path>
              <a:path w="11277600" h="1170305">
                <a:moveTo>
                  <a:pt x="1130935" y="1170305"/>
                </a:moveTo>
                <a:lnTo>
                  <a:pt x="1111885" y="1170305"/>
                </a:lnTo>
                <a:lnTo>
                  <a:pt x="1111885" y="1151255"/>
                </a:lnTo>
                <a:lnTo>
                  <a:pt x="1130935" y="1151255"/>
                </a:lnTo>
                <a:lnTo>
                  <a:pt x="1130935" y="1170305"/>
                </a:lnTo>
                <a:close/>
              </a:path>
              <a:path w="11277600" h="1170305">
                <a:moveTo>
                  <a:pt x="1092835" y="1170305"/>
                </a:moveTo>
                <a:lnTo>
                  <a:pt x="1073785" y="1170305"/>
                </a:lnTo>
                <a:lnTo>
                  <a:pt x="1073785" y="1151255"/>
                </a:lnTo>
                <a:lnTo>
                  <a:pt x="1092835" y="1151255"/>
                </a:lnTo>
                <a:lnTo>
                  <a:pt x="1092835" y="1170305"/>
                </a:lnTo>
                <a:close/>
              </a:path>
              <a:path w="11277600" h="1170305">
                <a:moveTo>
                  <a:pt x="1054735" y="1170305"/>
                </a:moveTo>
                <a:lnTo>
                  <a:pt x="1035685" y="1170305"/>
                </a:lnTo>
                <a:lnTo>
                  <a:pt x="1035685" y="1151255"/>
                </a:lnTo>
                <a:lnTo>
                  <a:pt x="1054735" y="1151255"/>
                </a:lnTo>
                <a:lnTo>
                  <a:pt x="1054735" y="1170305"/>
                </a:lnTo>
                <a:close/>
              </a:path>
              <a:path w="11277600" h="1170305">
                <a:moveTo>
                  <a:pt x="1016635" y="1170305"/>
                </a:moveTo>
                <a:lnTo>
                  <a:pt x="997585" y="1170305"/>
                </a:lnTo>
                <a:lnTo>
                  <a:pt x="997585" y="1151255"/>
                </a:lnTo>
                <a:lnTo>
                  <a:pt x="1016635" y="1151255"/>
                </a:lnTo>
                <a:lnTo>
                  <a:pt x="1016635" y="1170305"/>
                </a:lnTo>
                <a:close/>
              </a:path>
              <a:path w="11277600" h="1170305">
                <a:moveTo>
                  <a:pt x="978535" y="1170305"/>
                </a:moveTo>
                <a:lnTo>
                  <a:pt x="959485" y="1170305"/>
                </a:lnTo>
                <a:lnTo>
                  <a:pt x="959485" y="1151255"/>
                </a:lnTo>
                <a:lnTo>
                  <a:pt x="978535" y="1151255"/>
                </a:lnTo>
                <a:lnTo>
                  <a:pt x="978535" y="1170305"/>
                </a:lnTo>
                <a:close/>
              </a:path>
              <a:path w="11277600" h="1170305">
                <a:moveTo>
                  <a:pt x="940435" y="1170305"/>
                </a:moveTo>
                <a:lnTo>
                  <a:pt x="921385" y="1170305"/>
                </a:lnTo>
                <a:lnTo>
                  <a:pt x="921385" y="1151255"/>
                </a:lnTo>
                <a:lnTo>
                  <a:pt x="940435" y="1151255"/>
                </a:lnTo>
                <a:lnTo>
                  <a:pt x="940435" y="1170305"/>
                </a:lnTo>
                <a:close/>
              </a:path>
              <a:path w="11277600" h="1170305">
                <a:moveTo>
                  <a:pt x="902335" y="1170305"/>
                </a:moveTo>
                <a:lnTo>
                  <a:pt x="883285" y="1170305"/>
                </a:lnTo>
                <a:lnTo>
                  <a:pt x="883285" y="1151255"/>
                </a:lnTo>
                <a:lnTo>
                  <a:pt x="902335" y="1151255"/>
                </a:lnTo>
                <a:lnTo>
                  <a:pt x="902335" y="1170305"/>
                </a:lnTo>
                <a:close/>
              </a:path>
              <a:path w="11277600" h="1170305">
                <a:moveTo>
                  <a:pt x="864235" y="1170305"/>
                </a:moveTo>
                <a:lnTo>
                  <a:pt x="845185" y="1170305"/>
                </a:lnTo>
                <a:lnTo>
                  <a:pt x="845185" y="1151255"/>
                </a:lnTo>
                <a:lnTo>
                  <a:pt x="864235" y="1151255"/>
                </a:lnTo>
                <a:lnTo>
                  <a:pt x="864235" y="1170305"/>
                </a:lnTo>
                <a:close/>
              </a:path>
              <a:path w="11277600" h="1170305">
                <a:moveTo>
                  <a:pt x="826135" y="1170305"/>
                </a:moveTo>
                <a:lnTo>
                  <a:pt x="807085" y="1170305"/>
                </a:lnTo>
                <a:lnTo>
                  <a:pt x="807085" y="1151255"/>
                </a:lnTo>
                <a:lnTo>
                  <a:pt x="826135" y="1151255"/>
                </a:lnTo>
                <a:lnTo>
                  <a:pt x="826135" y="1170305"/>
                </a:lnTo>
                <a:close/>
              </a:path>
              <a:path w="11277600" h="1170305">
                <a:moveTo>
                  <a:pt x="788035" y="1170305"/>
                </a:moveTo>
                <a:lnTo>
                  <a:pt x="768985" y="1170305"/>
                </a:lnTo>
                <a:lnTo>
                  <a:pt x="768985" y="1151255"/>
                </a:lnTo>
                <a:lnTo>
                  <a:pt x="788035" y="1151255"/>
                </a:lnTo>
                <a:lnTo>
                  <a:pt x="788035" y="1170305"/>
                </a:lnTo>
                <a:close/>
              </a:path>
              <a:path w="11277600" h="1170305">
                <a:moveTo>
                  <a:pt x="749935" y="1170305"/>
                </a:moveTo>
                <a:lnTo>
                  <a:pt x="730885" y="1170305"/>
                </a:lnTo>
                <a:lnTo>
                  <a:pt x="730885" y="1151255"/>
                </a:lnTo>
                <a:lnTo>
                  <a:pt x="749935" y="1151255"/>
                </a:lnTo>
                <a:lnTo>
                  <a:pt x="749935" y="1170305"/>
                </a:lnTo>
                <a:close/>
              </a:path>
              <a:path w="11277600" h="1170305">
                <a:moveTo>
                  <a:pt x="711835" y="1170305"/>
                </a:moveTo>
                <a:lnTo>
                  <a:pt x="692785" y="1170305"/>
                </a:lnTo>
                <a:lnTo>
                  <a:pt x="692785" y="1151255"/>
                </a:lnTo>
                <a:lnTo>
                  <a:pt x="711835" y="1151255"/>
                </a:lnTo>
                <a:lnTo>
                  <a:pt x="711835" y="1170305"/>
                </a:lnTo>
                <a:close/>
              </a:path>
              <a:path w="11277600" h="1170305">
                <a:moveTo>
                  <a:pt x="673735" y="1170305"/>
                </a:moveTo>
                <a:lnTo>
                  <a:pt x="654685" y="1170305"/>
                </a:lnTo>
                <a:lnTo>
                  <a:pt x="654685" y="1151255"/>
                </a:lnTo>
                <a:lnTo>
                  <a:pt x="673735" y="1151255"/>
                </a:lnTo>
                <a:lnTo>
                  <a:pt x="673735" y="1170305"/>
                </a:lnTo>
                <a:close/>
              </a:path>
              <a:path w="11277600" h="1170305">
                <a:moveTo>
                  <a:pt x="635635" y="1170305"/>
                </a:moveTo>
                <a:lnTo>
                  <a:pt x="616585" y="1170305"/>
                </a:lnTo>
                <a:lnTo>
                  <a:pt x="616585" y="1151255"/>
                </a:lnTo>
                <a:lnTo>
                  <a:pt x="635635" y="1151255"/>
                </a:lnTo>
                <a:lnTo>
                  <a:pt x="635635" y="1170305"/>
                </a:lnTo>
                <a:close/>
              </a:path>
              <a:path w="11277600" h="1170305">
                <a:moveTo>
                  <a:pt x="597535" y="1170305"/>
                </a:moveTo>
                <a:lnTo>
                  <a:pt x="578485" y="1170305"/>
                </a:lnTo>
                <a:lnTo>
                  <a:pt x="578485" y="1151255"/>
                </a:lnTo>
                <a:lnTo>
                  <a:pt x="597535" y="1151255"/>
                </a:lnTo>
                <a:lnTo>
                  <a:pt x="597535" y="1170305"/>
                </a:lnTo>
                <a:close/>
              </a:path>
              <a:path w="11277600" h="1170305">
                <a:moveTo>
                  <a:pt x="559435" y="1170305"/>
                </a:moveTo>
                <a:lnTo>
                  <a:pt x="540385" y="1170305"/>
                </a:lnTo>
                <a:lnTo>
                  <a:pt x="540385" y="1151255"/>
                </a:lnTo>
                <a:lnTo>
                  <a:pt x="559435" y="1151255"/>
                </a:lnTo>
                <a:lnTo>
                  <a:pt x="559435" y="1170305"/>
                </a:lnTo>
                <a:close/>
              </a:path>
              <a:path w="11277600" h="1170305">
                <a:moveTo>
                  <a:pt x="521334" y="1170305"/>
                </a:moveTo>
                <a:lnTo>
                  <a:pt x="502284" y="1170305"/>
                </a:lnTo>
                <a:lnTo>
                  <a:pt x="502284" y="1151255"/>
                </a:lnTo>
                <a:lnTo>
                  <a:pt x="521334" y="1151255"/>
                </a:lnTo>
                <a:lnTo>
                  <a:pt x="521334" y="1170305"/>
                </a:lnTo>
                <a:close/>
              </a:path>
              <a:path w="11277600" h="1170305">
                <a:moveTo>
                  <a:pt x="483234" y="1170305"/>
                </a:moveTo>
                <a:lnTo>
                  <a:pt x="464184" y="1170305"/>
                </a:lnTo>
                <a:lnTo>
                  <a:pt x="464184" y="1151255"/>
                </a:lnTo>
                <a:lnTo>
                  <a:pt x="483234" y="1151255"/>
                </a:lnTo>
                <a:lnTo>
                  <a:pt x="483234" y="1170305"/>
                </a:lnTo>
                <a:close/>
              </a:path>
              <a:path w="11277600" h="1170305">
                <a:moveTo>
                  <a:pt x="445134" y="1170305"/>
                </a:moveTo>
                <a:lnTo>
                  <a:pt x="426084" y="1170305"/>
                </a:lnTo>
                <a:lnTo>
                  <a:pt x="426084" y="1151255"/>
                </a:lnTo>
                <a:lnTo>
                  <a:pt x="445134" y="1151255"/>
                </a:lnTo>
                <a:lnTo>
                  <a:pt x="445134" y="1170305"/>
                </a:lnTo>
                <a:close/>
              </a:path>
              <a:path w="11277600" h="1170305">
                <a:moveTo>
                  <a:pt x="407034" y="1170305"/>
                </a:moveTo>
                <a:lnTo>
                  <a:pt x="387984" y="1170305"/>
                </a:lnTo>
                <a:lnTo>
                  <a:pt x="387984" y="1151255"/>
                </a:lnTo>
                <a:lnTo>
                  <a:pt x="407034" y="1151255"/>
                </a:lnTo>
                <a:lnTo>
                  <a:pt x="407034" y="1170305"/>
                </a:lnTo>
                <a:close/>
              </a:path>
              <a:path w="11277600" h="1170305">
                <a:moveTo>
                  <a:pt x="368934" y="1170305"/>
                </a:moveTo>
                <a:lnTo>
                  <a:pt x="349884" y="1170305"/>
                </a:lnTo>
                <a:lnTo>
                  <a:pt x="349884" y="1151255"/>
                </a:lnTo>
                <a:lnTo>
                  <a:pt x="368934" y="1151255"/>
                </a:lnTo>
                <a:lnTo>
                  <a:pt x="368934" y="1170305"/>
                </a:lnTo>
                <a:close/>
              </a:path>
              <a:path w="11277600" h="1170305">
                <a:moveTo>
                  <a:pt x="330834" y="1170305"/>
                </a:moveTo>
                <a:lnTo>
                  <a:pt x="311784" y="1170305"/>
                </a:lnTo>
                <a:lnTo>
                  <a:pt x="311784" y="1151255"/>
                </a:lnTo>
                <a:lnTo>
                  <a:pt x="330834" y="1151255"/>
                </a:lnTo>
                <a:lnTo>
                  <a:pt x="330834" y="1170305"/>
                </a:lnTo>
                <a:close/>
              </a:path>
              <a:path w="11277600" h="1170305">
                <a:moveTo>
                  <a:pt x="292734" y="1170305"/>
                </a:moveTo>
                <a:lnTo>
                  <a:pt x="273684" y="1170305"/>
                </a:lnTo>
                <a:lnTo>
                  <a:pt x="273684" y="1151255"/>
                </a:lnTo>
                <a:lnTo>
                  <a:pt x="292734" y="1151255"/>
                </a:lnTo>
                <a:lnTo>
                  <a:pt x="292734" y="1170305"/>
                </a:lnTo>
                <a:close/>
              </a:path>
              <a:path w="11277600" h="1170305">
                <a:moveTo>
                  <a:pt x="254634" y="1170305"/>
                </a:moveTo>
                <a:lnTo>
                  <a:pt x="235584" y="1170305"/>
                </a:lnTo>
                <a:lnTo>
                  <a:pt x="235584" y="1151255"/>
                </a:lnTo>
                <a:lnTo>
                  <a:pt x="254634" y="1151255"/>
                </a:lnTo>
                <a:lnTo>
                  <a:pt x="254634" y="1170305"/>
                </a:lnTo>
                <a:close/>
              </a:path>
              <a:path w="11277600" h="1170305">
                <a:moveTo>
                  <a:pt x="216534" y="1170305"/>
                </a:moveTo>
                <a:lnTo>
                  <a:pt x="197484" y="1170305"/>
                </a:lnTo>
                <a:lnTo>
                  <a:pt x="197484" y="1151255"/>
                </a:lnTo>
                <a:lnTo>
                  <a:pt x="216534" y="1151255"/>
                </a:lnTo>
                <a:lnTo>
                  <a:pt x="216534" y="1170305"/>
                </a:lnTo>
                <a:close/>
              </a:path>
              <a:path w="11277600" h="1170305">
                <a:moveTo>
                  <a:pt x="178434" y="1170305"/>
                </a:moveTo>
                <a:lnTo>
                  <a:pt x="159384" y="1170305"/>
                </a:lnTo>
                <a:lnTo>
                  <a:pt x="159384" y="1151255"/>
                </a:lnTo>
                <a:lnTo>
                  <a:pt x="178434" y="1151255"/>
                </a:lnTo>
                <a:lnTo>
                  <a:pt x="178434" y="1170305"/>
                </a:lnTo>
                <a:close/>
              </a:path>
              <a:path w="11277600" h="1170305">
                <a:moveTo>
                  <a:pt x="140334" y="1170305"/>
                </a:moveTo>
                <a:lnTo>
                  <a:pt x="121284" y="1170305"/>
                </a:lnTo>
                <a:lnTo>
                  <a:pt x="121284" y="1151255"/>
                </a:lnTo>
                <a:lnTo>
                  <a:pt x="140334" y="1151255"/>
                </a:lnTo>
                <a:lnTo>
                  <a:pt x="140334" y="1170305"/>
                </a:lnTo>
                <a:close/>
              </a:path>
              <a:path w="11277600" h="1170305">
                <a:moveTo>
                  <a:pt x="102234" y="1170305"/>
                </a:moveTo>
                <a:lnTo>
                  <a:pt x="83184" y="1170305"/>
                </a:lnTo>
                <a:lnTo>
                  <a:pt x="83184" y="1151255"/>
                </a:lnTo>
                <a:lnTo>
                  <a:pt x="102234" y="1151255"/>
                </a:lnTo>
                <a:lnTo>
                  <a:pt x="102234" y="1170305"/>
                </a:lnTo>
                <a:close/>
              </a:path>
              <a:path w="11277600" h="1170305">
                <a:moveTo>
                  <a:pt x="64134" y="1170305"/>
                </a:moveTo>
                <a:lnTo>
                  <a:pt x="45085" y="1170305"/>
                </a:lnTo>
                <a:lnTo>
                  <a:pt x="45085" y="1151255"/>
                </a:lnTo>
                <a:lnTo>
                  <a:pt x="64134" y="1151255"/>
                </a:lnTo>
                <a:lnTo>
                  <a:pt x="64134" y="1170305"/>
                </a:lnTo>
                <a:close/>
              </a:path>
            </a:pathLst>
          </a:custGeom>
          <a:solidFill>
            <a:srgbClr val="5F95E6"/>
          </a:solidFill>
        </p:spPr>
        <p:txBody>
          <a:bodyPr wrap="square" lIns="0" tIns="0" rIns="0" bIns="0" rtlCol="0"/>
          <a:lstStyle/>
          <a:p>
            <a:endParaRPr/>
          </a:p>
        </p:txBody>
      </p:sp>
      <p:sp>
        <p:nvSpPr>
          <p:cNvPr id="4" name="object 4"/>
          <p:cNvSpPr/>
          <p:nvPr/>
        </p:nvSpPr>
        <p:spPr>
          <a:xfrm>
            <a:off x="387350" y="4149725"/>
            <a:ext cx="11277600" cy="1545590"/>
          </a:xfrm>
          <a:custGeom>
            <a:avLst/>
            <a:gdLst/>
            <a:ahLst/>
            <a:cxnLst/>
            <a:rect l="l" t="t" r="r" b="b"/>
            <a:pathLst>
              <a:path w="11277600" h="1545589">
                <a:moveTo>
                  <a:pt x="9525" y="1536064"/>
                </a:moveTo>
                <a:lnTo>
                  <a:pt x="0" y="1536064"/>
                </a:lnTo>
                <a:lnTo>
                  <a:pt x="0" y="1517014"/>
                </a:lnTo>
                <a:lnTo>
                  <a:pt x="19050" y="1517014"/>
                </a:lnTo>
                <a:lnTo>
                  <a:pt x="19050" y="1526539"/>
                </a:lnTo>
                <a:lnTo>
                  <a:pt x="9525" y="1526539"/>
                </a:lnTo>
                <a:lnTo>
                  <a:pt x="9525" y="1536064"/>
                </a:lnTo>
                <a:close/>
              </a:path>
              <a:path w="11277600" h="1545589">
                <a:moveTo>
                  <a:pt x="14604" y="1545589"/>
                </a:moveTo>
                <a:lnTo>
                  <a:pt x="9525" y="1545589"/>
                </a:lnTo>
                <a:lnTo>
                  <a:pt x="9525" y="1526539"/>
                </a:lnTo>
                <a:lnTo>
                  <a:pt x="14604" y="1526539"/>
                </a:lnTo>
                <a:lnTo>
                  <a:pt x="14604" y="1545589"/>
                </a:lnTo>
                <a:close/>
              </a:path>
              <a:path w="11277600" h="1545589">
                <a:moveTo>
                  <a:pt x="19050" y="1536064"/>
                </a:moveTo>
                <a:lnTo>
                  <a:pt x="14604" y="1536064"/>
                </a:lnTo>
                <a:lnTo>
                  <a:pt x="14604" y="1526539"/>
                </a:lnTo>
                <a:lnTo>
                  <a:pt x="19050" y="1526539"/>
                </a:lnTo>
                <a:lnTo>
                  <a:pt x="19050" y="1536064"/>
                </a:lnTo>
                <a:close/>
              </a:path>
              <a:path w="11277600" h="1545589">
                <a:moveTo>
                  <a:pt x="19050" y="1497964"/>
                </a:moveTo>
                <a:lnTo>
                  <a:pt x="0" y="1497964"/>
                </a:lnTo>
                <a:lnTo>
                  <a:pt x="0" y="1478914"/>
                </a:lnTo>
                <a:lnTo>
                  <a:pt x="19050" y="1478914"/>
                </a:lnTo>
                <a:lnTo>
                  <a:pt x="19050" y="1497964"/>
                </a:lnTo>
                <a:close/>
              </a:path>
              <a:path w="11277600" h="1545589">
                <a:moveTo>
                  <a:pt x="19050" y="1459864"/>
                </a:moveTo>
                <a:lnTo>
                  <a:pt x="0" y="1459864"/>
                </a:lnTo>
                <a:lnTo>
                  <a:pt x="0" y="1440814"/>
                </a:lnTo>
                <a:lnTo>
                  <a:pt x="19050" y="1440814"/>
                </a:lnTo>
                <a:lnTo>
                  <a:pt x="19050" y="1459864"/>
                </a:lnTo>
                <a:close/>
              </a:path>
              <a:path w="11277600" h="1545589">
                <a:moveTo>
                  <a:pt x="19050" y="1421764"/>
                </a:moveTo>
                <a:lnTo>
                  <a:pt x="0" y="1421764"/>
                </a:lnTo>
                <a:lnTo>
                  <a:pt x="0" y="1402714"/>
                </a:lnTo>
                <a:lnTo>
                  <a:pt x="19050" y="1402714"/>
                </a:lnTo>
                <a:lnTo>
                  <a:pt x="19050" y="1421764"/>
                </a:lnTo>
                <a:close/>
              </a:path>
              <a:path w="11277600" h="1545589">
                <a:moveTo>
                  <a:pt x="19050" y="1383664"/>
                </a:moveTo>
                <a:lnTo>
                  <a:pt x="0" y="1383664"/>
                </a:lnTo>
                <a:lnTo>
                  <a:pt x="0" y="1364614"/>
                </a:lnTo>
                <a:lnTo>
                  <a:pt x="19050" y="1364614"/>
                </a:lnTo>
                <a:lnTo>
                  <a:pt x="19050" y="1383664"/>
                </a:lnTo>
                <a:close/>
              </a:path>
              <a:path w="11277600" h="1545589">
                <a:moveTo>
                  <a:pt x="19050" y="1345564"/>
                </a:moveTo>
                <a:lnTo>
                  <a:pt x="0" y="1345564"/>
                </a:lnTo>
                <a:lnTo>
                  <a:pt x="0" y="1326514"/>
                </a:lnTo>
                <a:lnTo>
                  <a:pt x="19050" y="1326514"/>
                </a:lnTo>
                <a:lnTo>
                  <a:pt x="19050" y="1345564"/>
                </a:lnTo>
                <a:close/>
              </a:path>
              <a:path w="11277600" h="1545589">
                <a:moveTo>
                  <a:pt x="19050" y="1307464"/>
                </a:moveTo>
                <a:lnTo>
                  <a:pt x="0" y="1307464"/>
                </a:lnTo>
                <a:lnTo>
                  <a:pt x="0" y="1288414"/>
                </a:lnTo>
                <a:lnTo>
                  <a:pt x="19050" y="1288414"/>
                </a:lnTo>
                <a:lnTo>
                  <a:pt x="19050" y="1307464"/>
                </a:lnTo>
                <a:close/>
              </a:path>
              <a:path w="11277600" h="1545589">
                <a:moveTo>
                  <a:pt x="19050" y="1269364"/>
                </a:moveTo>
                <a:lnTo>
                  <a:pt x="0" y="1269364"/>
                </a:lnTo>
                <a:lnTo>
                  <a:pt x="0" y="1250314"/>
                </a:lnTo>
                <a:lnTo>
                  <a:pt x="19050" y="1250314"/>
                </a:lnTo>
                <a:lnTo>
                  <a:pt x="19050" y="1269364"/>
                </a:lnTo>
                <a:close/>
              </a:path>
              <a:path w="11277600" h="1545589">
                <a:moveTo>
                  <a:pt x="19050" y="1231264"/>
                </a:moveTo>
                <a:lnTo>
                  <a:pt x="0" y="1231264"/>
                </a:lnTo>
                <a:lnTo>
                  <a:pt x="0" y="1212214"/>
                </a:lnTo>
                <a:lnTo>
                  <a:pt x="19050" y="1212214"/>
                </a:lnTo>
                <a:lnTo>
                  <a:pt x="19050" y="1231264"/>
                </a:lnTo>
                <a:close/>
              </a:path>
              <a:path w="11277600" h="1545589">
                <a:moveTo>
                  <a:pt x="19050" y="1193164"/>
                </a:moveTo>
                <a:lnTo>
                  <a:pt x="0" y="1193164"/>
                </a:lnTo>
                <a:lnTo>
                  <a:pt x="0" y="1174114"/>
                </a:lnTo>
                <a:lnTo>
                  <a:pt x="19050" y="1174114"/>
                </a:lnTo>
                <a:lnTo>
                  <a:pt x="19050" y="1193164"/>
                </a:lnTo>
                <a:close/>
              </a:path>
              <a:path w="11277600" h="1545589">
                <a:moveTo>
                  <a:pt x="19050" y="1155064"/>
                </a:moveTo>
                <a:lnTo>
                  <a:pt x="0" y="1155064"/>
                </a:lnTo>
                <a:lnTo>
                  <a:pt x="0" y="1136014"/>
                </a:lnTo>
                <a:lnTo>
                  <a:pt x="19050" y="1136014"/>
                </a:lnTo>
                <a:lnTo>
                  <a:pt x="19050" y="1155064"/>
                </a:lnTo>
                <a:close/>
              </a:path>
              <a:path w="11277600" h="1545589">
                <a:moveTo>
                  <a:pt x="19050" y="1116964"/>
                </a:moveTo>
                <a:lnTo>
                  <a:pt x="0" y="1116964"/>
                </a:lnTo>
                <a:lnTo>
                  <a:pt x="0" y="1097914"/>
                </a:lnTo>
                <a:lnTo>
                  <a:pt x="19050" y="1097914"/>
                </a:lnTo>
                <a:lnTo>
                  <a:pt x="19050" y="1116964"/>
                </a:lnTo>
                <a:close/>
              </a:path>
              <a:path w="11277600" h="1545589">
                <a:moveTo>
                  <a:pt x="19050" y="1078864"/>
                </a:moveTo>
                <a:lnTo>
                  <a:pt x="0" y="1078864"/>
                </a:lnTo>
                <a:lnTo>
                  <a:pt x="0" y="1059814"/>
                </a:lnTo>
                <a:lnTo>
                  <a:pt x="19050" y="1059814"/>
                </a:lnTo>
                <a:lnTo>
                  <a:pt x="19050" y="1078864"/>
                </a:lnTo>
                <a:close/>
              </a:path>
              <a:path w="11277600" h="1545589">
                <a:moveTo>
                  <a:pt x="19050" y="1040764"/>
                </a:moveTo>
                <a:lnTo>
                  <a:pt x="0" y="1040764"/>
                </a:lnTo>
                <a:lnTo>
                  <a:pt x="0" y="1021714"/>
                </a:lnTo>
                <a:lnTo>
                  <a:pt x="19050" y="1021714"/>
                </a:lnTo>
                <a:lnTo>
                  <a:pt x="19050" y="1040764"/>
                </a:lnTo>
                <a:close/>
              </a:path>
              <a:path w="11277600" h="1545589">
                <a:moveTo>
                  <a:pt x="19050" y="1002664"/>
                </a:moveTo>
                <a:lnTo>
                  <a:pt x="0" y="1002664"/>
                </a:lnTo>
                <a:lnTo>
                  <a:pt x="0" y="983614"/>
                </a:lnTo>
                <a:lnTo>
                  <a:pt x="19050" y="983614"/>
                </a:lnTo>
                <a:lnTo>
                  <a:pt x="19050" y="1002664"/>
                </a:lnTo>
                <a:close/>
              </a:path>
              <a:path w="11277600" h="1545589">
                <a:moveTo>
                  <a:pt x="19050" y="964564"/>
                </a:moveTo>
                <a:lnTo>
                  <a:pt x="0" y="964564"/>
                </a:lnTo>
                <a:lnTo>
                  <a:pt x="0" y="945514"/>
                </a:lnTo>
                <a:lnTo>
                  <a:pt x="19050" y="945514"/>
                </a:lnTo>
                <a:lnTo>
                  <a:pt x="19050" y="964564"/>
                </a:lnTo>
                <a:close/>
              </a:path>
              <a:path w="11277600" h="1545589">
                <a:moveTo>
                  <a:pt x="19050" y="926464"/>
                </a:moveTo>
                <a:lnTo>
                  <a:pt x="0" y="926464"/>
                </a:lnTo>
                <a:lnTo>
                  <a:pt x="0" y="907414"/>
                </a:lnTo>
                <a:lnTo>
                  <a:pt x="19050" y="907414"/>
                </a:lnTo>
                <a:lnTo>
                  <a:pt x="19050" y="926464"/>
                </a:lnTo>
                <a:close/>
              </a:path>
              <a:path w="11277600" h="1545589">
                <a:moveTo>
                  <a:pt x="19050" y="888364"/>
                </a:moveTo>
                <a:lnTo>
                  <a:pt x="0" y="888364"/>
                </a:lnTo>
                <a:lnTo>
                  <a:pt x="0" y="869314"/>
                </a:lnTo>
                <a:lnTo>
                  <a:pt x="19050" y="869314"/>
                </a:lnTo>
                <a:lnTo>
                  <a:pt x="19050" y="888364"/>
                </a:lnTo>
                <a:close/>
              </a:path>
              <a:path w="11277600" h="1545589">
                <a:moveTo>
                  <a:pt x="19050" y="850264"/>
                </a:moveTo>
                <a:lnTo>
                  <a:pt x="0" y="850264"/>
                </a:lnTo>
                <a:lnTo>
                  <a:pt x="0" y="831214"/>
                </a:lnTo>
                <a:lnTo>
                  <a:pt x="19050" y="831214"/>
                </a:lnTo>
                <a:lnTo>
                  <a:pt x="19050" y="850264"/>
                </a:lnTo>
                <a:close/>
              </a:path>
              <a:path w="11277600" h="1545589">
                <a:moveTo>
                  <a:pt x="19050" y="812164"/>
                </a:moveTo>
                <a:lnTo>
                  <a:pt x="0" y="812164"/>
                </a:lnTo>
                <a:lnTo>
                  <a:pt x="0" y="793114"/>
                </a:lnTo>
                <a:lnTo>
                  <a:pt x="19050" y="793114"/>
                </a:lnTo>
                <a:lnTo>
                  <a:pt x="19050" y="812164"/>
                </a:lnTo>
                <a:close/>
              </a:path>
              <a:path w="11277600" h="1545589">
                <a:moveTo>
                  <a:pt x="19050" y="774064"/>
                </a:moveTo>
                <a:lnTo>
                  <a:pt x="0" y="774064"/>
                </a:lnTo>
                <a:lnTo>
                  <a:pt x="0" y="755014"/>
                </a:lnTo>
                <a:lnTo>
                  <a:pt x="19050" y="755014"/>
                </a:lnTo>
                <a:lnTo>
                  <a:pt x="19050" y="774064"/>
                </a:lnTo>
                <a:close/>
              </a:path>
              <a:path w="11277600" h="1545589">
                <a:moveTo>
                  <a:pt x="19050" y="735964"/>
                </a:moveTo>
                <a:lnTo>
                  <a:pt x="0" y="735964"/>
                </a:lnTo>
                <a:lnTo>
                  <a:pt x="0" y="716914"/>
                </a:lnTo>
                <a:lnTo>
                  <a:pt x="19050" y="716914"/>
                </a:lnTo>
                <a:lnTo>
                  <a:pt x="19050" y="735964"/>
                </a:lnTo>
                <a:close/>
              </a:path>
              <a:path w="11277600" h="1545589">
                <a:moveTo>
                  <a:pt x="19050" y="697864"/>
                </a:moveTo>
                <a:lnTo>
                  <a:pt x="0" y="697864"/>
                </a:lnTo>
                <a:lnTo>
                  <a:pt x="0" y="678814"/>
                </a:lnTo>
                <a:lnTo>
                  <a:pt x="19050" y="678814"/>
                </a:lnTo>
                <a:lnTo>
                  <a:pt x="19050" y="697864"/>
                </a:lnTo>
                <a:close/>
              </a:path>
              <a:path w="11277600" h="1545589">
                <a:moveTo>
                  <a:pt x="19050" y="659764"/>
                </a:moveTo>
                <a:lnTo>
                  <a:pt x="0" y="659764"/>
                </a:lnTo>
                <a:lnTo>
                  <a:pt x="0" y="640714"/>
                </a:lnTo>
                <a:lnTo>
                  <a:pt x="19050" y="640714"/>
                </a:lnTo>
                <a:lnTo>
                  <a:pt x="19050" y="659764"/>
                </a:lnTo>
                <a:close/>
              </a:path>
              <a:path w="11277600" h="1545589">
                <a:moveTo>
                  <a:pt x="19050" y="621664"/>
                </a:moveTo>
                <a:lnTo>
                  <a:pt x="0" y="621664"/>
                </a:lnTo>
                <a:lnTo>
                  <a:pt x="0" y="602614"/>
                </a:lnTo>
                <a:lnTo>
                  <a:pt x="19050" y="602614"/>
                </a:lnTo>
                <a:lnTo>
                  <a:pt x="19050" y="621664"/>
                </a:lnTo>
                <a:close/>
              </a:path>
              <a:path w="11277600" h="1545589">
                <a:moveTo>
                  <a:pt x="19050" y="583564"/>
                </a:moveTo>
                <a:lnTo>
                  <a:pt x="0" y="583564"/>
                </a:lnTo>
                <a:lnTo>
                  <a:pt x="0" y="564514"/>
                </a:lnTo>
                <a:lnTo>
                  <a:pt x="19050" y="564514"/>
                </a:lnTo>
                <a:lnTo>
                  <a:pt x="19050" y="583564"/>
                </a:lnTo>
                <a:close/>
              </a:path>
              <a:path w="11277600" h="1545589">
                <a:moveTo>
                  <a:pt x="19050" y="545464"/>
                </a:moveTo>
                <a:lnTo>
                  <a:pt x="0" y="545464"/>
                </a:lnTo>
                <a:lnTo>
                  <a:pt x="0" y="526414"/>
                </a:lnTo>
                <a:lnTo>
                  <a:pt x="19050" y="526414"/>
                </a:lnTo>
                <a:lnTo>
                  <a:pt x="19050" y="545464"/>
                </a:lnTo>
                <a:close/>
              </a:path>
              <a:path w="11277600" h="1545589">
                <a:moveTo>
                  <a:pt x="19050" y="507364"/>
                </a:moveTo>
                <a:lnTo>
                  <a:pt x="0" y="507364"/>
                </a:lnTo>
                <a:lnTo>
                  <a:pt x="0" y="488314"/>
                </a:lnTo>
                <a:lnTo>
                  <a:pt x="19050" y="488314"/>
                </a:lnTo>
                <a:lnTo>
                  <a:pt x="19050" y="507364"/>
                </a:lnTo>
                <a:close/>
              </a:path>
              <a:path w="11277600" h="1545589">
                <a:moveTo>
                  <a:pt x="19050" y="469264"/>
                </a:moveTo>
                <a:lnTo>
                  <a:pt x="0" y="469264"/>
                </a:lnTo>
                <a:lnTo>
                  <a:pt x="0" y="450214"/>
                </a:lnTo>
                <a:lnTo>
                  <a:pt x="19050" y="450214"/>
                </a:lnTo>
                <a:lnTo>
                  <a:pt x="19050" y="469264"/>
                </a:lnTo>
                <a:close/>
              </a:path>
              <a:path w="11277600" h="1545589">
                <a:moveTo>
                  <a:pt x="19050" y="431164"/>
                </a:moveTo>
                <a:lnTo>
                  <a:pt x="0" y="431164"/>
                </a:lnTo>
                <a:lnTo>
                  <a:pt x="0" y="412114"/>
                </a:lnTo>
                <a:lnTo>
                  <a:pt x="19050" y="412114"/>
                </a:lnTo>
                <a:lnTo>
                  <a:pt x="19050" y="431164"/>
                </a:lnTo>
                <a:close/>
              </a:path>
              <a:path w="11277600" h="1545589">
                <a:moveTo>
                  <a:pt x="19050" y="393064"/>
                </a:moveTo>
                <a:lnTo>
                  <a:pt x="0" y="393064"/>
                </a:lnTo>
                <a:lnTo>
                  <a:pt x="0" y="374014"/>
                </a:lnTo>
                <a:lnTo>
                  <a:pt x="19050" y="374014"/>
                </a:lnTo>
                <a:lnTo>
                  <a:pt x="19050" y="393064"/>
                </a:lnTo>
                <a:close/>
              </a:path>
              <a:path w="11277600" h="1545589">
                <a:moveTo>
                  <a:pt x="19050" y="354964"/>
                </a:moveTo>
                <a:lnTo>
                  <a:pt x="0" y="354964"/>
                </a:lnTo>
                <a:lnTo>
                  <a:pt x="0" y="335914"/>
                </a:lnTo>
                <a:lnTo>
                  <a:pt x="19050" y="335914"/>
                </a:lnTo>
                <a:lnTo>
                  <a:pt x="19050" y="354964"/>
                </a:lnTo>
                <a:close/>
              </a:path>
              <a:path w="11277600" h="1545589">
                <a:moveTo>
                  <a:pt x="19050" y="316864"/>
                </a:moveTo>
                <a:lnTo>
                  <a:pt x="0" y="316864"/>
                </a:lnTo>
                <a:lnTo>
                  <a:pt x="0" y="297814"/>
                </a:lnTo>
                <a:lnTo>
                  <a:pt x="19050" y="297814"/>
                </a:lnTo>
                <a:lnTo>
                  <a:pt x="19050" y="316864"/>
                </a:lnTo>
                <a:close/>
              </a:path>
              <a:path w="11277600" h="1545589">
                <a:moveTo>
                  <a:pt x="19050" y="278764"/>
                </a:moveTo>
                <a:lnTo>
                  <a:pt x="0" y="278764"/>
                </a:lnTo>
                <a:lnTo>
                  <a:pt x="0" y="259714"/>
                </a:lnTo>
                <a:lnTo>
                  <a:pt x="19050" y="259714"/>
                </a:lnTo>
                <a:lnTo>
                  <a:pt x="19050" y="278764"/>
                </a:lnTo>
                <a:close/>
              </a:path>
              <a:path w="11277600" h="1545589">
                <a:moveTo>
                  <a:pt x="19050" y="240664"/>
                </a:moveTo>
                <a:lnTo>
                  <a:pt x="0" y="240664"/>
                </a:lnTo>
                <a:lnTo>
                  <a:pt x="0" y="221614"/>
                </a:lnTo>
                <a:lnTo>
                  <a:pt x="19050" y="221614"/>
                </a:lnTo>
                <a:lnTo>
                  <a:pt x="19050" y="240664"/>
                </a:lnTo>
                <a:close/>
              </a:path>
              <a:path w="11277600" h="1545589">
                <a:moveTo>
                  <a:pt x="19050" y="202564"/>
                </a:moveTo>
                <a:lnTo>
                  <a:pt x="0" y="202564"/>
                </a:lnTo>
                <a:lnTo>
                  <a:pt x="0" y="183514"/>
                </a:lnTo>
                <a:lnTo>
                  <a:pt x="19050" y="183514"/>
                </a:lnTo>
                <a:lnTo>
                  <a:pt x="19050" y="202564"/>
                </a:lnTo>
                <a:close/>
              </a:path>
              <a:path w="11277600" h="1545589">
                <a:moveTo>
                  <a:pt x="19050" y="164464"/>
                </a:moveTo>
                <a:lnTo>
                  <a:pt x="0" y="164464"/>
                </a:lnTo>
                <a:lnTo>
                  <a:pt x="0" y="145414"/>
                </a:lnTo>
                <a:lnTo>
                  <a:pt x="19050" y="145414"/>
                </a:lnTo>
                <a:lnTo>
                  <a:pt x="19050" y="164464"/>
                </a:lnTo>
                <a:close/>
              </a:path>
              <a:path w="11277600" h="1545589">
                <a:moveTo>
                  <a:pt x="19050" y="126364"/>
                </a:moveTo>
                <a:lnTo>
                  <a:pt x="0" y="126364"/>
                </a:lnTo>
                <a:lnTo>
                  <a:pt x="0" y="107314"/>
                </a:lnTo>
                <a:lnTo>
                  <a:pt x="19050" y="107314"/>
                </a:lnTo>
                <a:lnTo>
                  <a:pt x="19050" y="126364"/>
                </a:lnTo>
                <a:close/>
              </a:path>
              <a:path w="11277600" h="1545589">
                <a:moveTo>
                  <a:pt x="19050" y="88264"/>
                </a:moveTo>
                <a:lnTo>
                  <a:pt x="0" y="88264"/>
                </a:lnTo>
                <a:lnTo>
                  <a:pt x="0" y="69214"/>
                </a:lnTo>
                <a:lnTo>
                  <a:pt x="19050" y="69214"/>
                </a:lnTo>
                <a:lnTo>
                  <a:pt x="19050" y="88264"/>
                </a:lnTo>
                <a:close/>
              </a:path>
              <a:path w="11277600" h="1545589">
                <a:moveTo>
                  <a:pt x="19050" y="50164"/>
                </a:moveTo>
                <a:lnTo>
                  <a:pt x="0" y="50164"/>
                </a:lnTo>
                <a:lnTo>
                  <a:pt x="0" y="31114"/>
                </a:lnTo>
                <a:lnTo>
                  <a:pt x="19050" y="31114"/>
                </a:lnTo>
                <a:lnTo>
                  <a:pt x="19050" y="50164"/>
                </a:lnTo>
                <a:close/>
              </a:path>
              <a:path w="11277600" h="1545589">
                <a:moveTo>
                  <a:pt x="16510" y="12064"/>
                </a:moveTo>
                <a:lnTo>
                  <a:pt x="0" y="12064"/>
                </a:lnTo>
                <a:lnTo>
                  <a:pt x="0" y="0"/>
                </a:lnTo>
                <a:lnTo>
                  <a:pt x="26034" y="0"/>
                </a:lnTo>
                <a:lnTo>
                  <a:pt x="26034" y="9525"/>
                </a:lnTo>
                <a:lnTo>
                  <a:pt x="19050" y="9525"/>
                </a:lnTo>
                <a:lnTo>
                  <a:pt x="16510" y="12064"/>
                </a:lnTo>
                <a:close/>
              </a:path>
              <a:path w="11277600" h="1545589">
                <a:moveTo>
                  <a:pt x="19050" y="19050"/>
                </a:moveTo>
                <a:lnTo>
                  <a:pt x="9525" y="19050"/>
                </a:lnTo>
                <a:lnTo>
                  <a:pt x="19050" y="9525"/>
                </a:lnTo>
                <a:lnTo>
                  <a:pt x="19050" y="19050"/>
                </a:lnTo>
                <a:close/>
              </a:path>
              <a:path w="11277600" h="1545589">
                <a:moveTo>
                  <a:pt x="26034" y="19050"/>
                </a:moveTo>
                <a:lnTo>
                  <a:pt x="19050" y="19050"/>
                </a:lnTo>
                <a:lnTo>
                  <a:pt x="19050" y="9525"/>
                </a:lnTo>
                <a:lnTo>
                  <a:pt x="26034" y="9525"/>
                </a:lnTo>
                <a:lnTo>
                  <a:pt x="26034" y="19050"/>
                </a:lnTo>
                <a:close/>
              </a:path>
              <a:path w="11277600" h="1545589">
                <a:moveTo>
                  <a:pt x="64134" y="19050"/>
                </a:moveTo>
                <a:lnTo>
                  <a:pt x="45084" y="19050"/>
                </a:lnTo>
                <a:lnTo>
                  <a:pt x="45084" y="0"/>
                </a:lnTo>
                <a:lnTo>
                  <a:pt x="64134" y="0"/>
                </a:lnTo>
                <a:lnTo>
                  <a:pt x="64134" y="19050"/>
                </a:lnTo>
                <a:close/>
              </a:path>
              <a:path w="11277600" h="1545589">
                <a:moveTo>
                  <a:pt x="102234" y="19050"/>
                </a:moveTo>
                <a:lnTo>
                  <a:pt x="83184" y="19050"/>
                </a:lnTo>
                <a:lnTo>
                  <a:pt x="83184" y="0"/>
                </a:lnTo>
                <a:lnTo>
                  <a:pt x="102234" y="0"/>
                </a:lnTo>
                <a:lnTo>
                  <a:pt x="102234" y="19050"/>
                </a:lnTo>
                <a:close/>
              </a:path>
              <a:path w="11277600" h="1545589">
                <a:moveTo>
                  <a:pt x="140334" y="19050"/>
                </a:moveTo>
                <a:lnTo>
                  <a:pt x="121284" y="19050"/>
                </a:lnTo>
                <a:lnTo>
                  <a:pt x="121284" y="0"/>
                </a:lnTo>
                <a:lnTo>
                  <a:pt x="140334" y="0"/>
                </a:lnTo>
                <a:lnTo>
                  <a:pt x="140334" y="19050"/>
                </a:lnTo>
                <a:close/>
              </a:path>
              <a:path w="11277600" h="1545589">
                <a:moveTo>
                  <a:pt x="178434" y="19050"/>
                </a:moveTo>
                <a:lnTo>
                  <a:pt x="159384" y="19050"/>
                </a:lnTo>
                <a:lnTo>
                  <a:pt x="159384" y="0"/>
                </a:lnTo>
                <a:lnTo>
                  <a:pt x="178434" y="0"/>
                </a:lnTo>
                <a:lnTo>
                  <a:pt x="178434" y="19050"/>
                </a:lnTo>
                <a:close/>
              </a:path>
              <a:path w="11277600" h="1545589">
                <a:moveTo>
                  <a:pt x="216534" y="19050"/>
                </a:moveTo>
                <a:lnTo>
                  <a:pt x="197484" y="19050"/>
                </a:lnTo>
                <a:lnTo>
                  <a:pt x="197484" y="0"/>
                </a:lnTo>
                <a:lnTo>
                  <a:pt x="216534" y="0"/>
                </a:lnTo>
                <a:lnTo>
                  <a:pt x="216534" y="19050"/>
                </a:lnTo>
                <a:close/>
              </a:path>
              <a:path w="11277600" h="1545589">
                <a:moveTo>
                  <a:pt x="254634" y="19050"/>
                </a:moveTo>
                <a:lnTo>
                  <a:pt x="235584" y="19050"/>
                </a:lnTo>
                <a:lnTo>
                  <a:pt x="235584" y="0"/>
                </a:lnTo>
                <a:lnTo>
                  <a:pt x="254634" y="0"/>
                </a:lnTo>
                <a:lnTo>
                  <a:pt x="254634" y="19050"/>
                </a:lnTo>
                <a:close/>
              </a:path>
              <a:path w="11277600" h="1545589">
                <a:moveTo>
                  <a:pt x="292734" y="19050"/>
                </a:moveTo>
                <a:lnTo>
                  <a:pt x="273684" y="19050"/>
                </a:lnTo>
                <a:lnTo>
                  <a:pt x="273684" y="0"/>
                </a:lnTo>
                <a:lnTo>
                  <a:pt x="292734" y="0"/>
                </a:lnTo>
                <a:lnTo>
                  <a:pt x="292734" y="19050"/>
                </a:lnTo>
                <a:close/>
              </a:path>
              <a:path w="11277600" h="1545589">
                <a:moveTo>
                  <a:pt x="330834" y="19050"/>
                </a:moveTo>
                <a:lnTo>
                  <a:pt x="311784" y="19050"/>
                </a:lnTo>
                <a:lnTo>
                  <a:pt x="311784" y="0"/>
                </a:lnTo>
                <a:lnTo>
                  <a:pt x="330834" y="0"/>
                </a:lnTo>
                <a:lnTo>
                  <a:pt x="330834" y="19050"/>
                </a:lnTo>
                <a:close/>
              </a:path>
              <a:path w="11277600" h="1545589">
                <a:moveTo>
                  <a:pt x="368934" y="19050"/>
                </a:moveTo>
                <a:lnTo>
                  <a:pt x="349884" y="19050"/>
                </a:lnTo>
                <a:lnTo>
                  <a:pt x="349884" y="0"/>
                </a:lnTo>
                <a:lnTo>
                  <a:pt x="368934" y="0"/>
                </a:lnTo>
                <a:lnTo>
                  <a:pt x="368934" y="19050"/>
                </a:lnTo>
                <a:close/>
              </a:path>
              <a:path w="11277600" h="1545589">
                <a:moveTo>
                  <a:pt x="407034" y="19050"/>
                </a:moveTo>
                <a:lnTo>
                  <a:pt x="387984" y="19050"/>
                </a:lnTo>
                <a:lnTo>
                  <a:pt x="387984" y="0"/>
                </a:lnTo>
                <a:lnTo>
                  <a:pt x="407034" y="0"/>
                </a:lnTo>
                <a:lnTo>
                  <a:pt x="407034" y="19050"/>
                </a:lnTo>
                <a:close/>
              </a:path>
              <a:path w="11277600" h="1545589">
                <a:moveTo>
                  <a:pt x="445134" y="19050"/>
                </a:moveTo>
                <a:lnTo>
                  <a:pt x="426084" y="19050"/>
                </a:lnTo>
                <a:lnTo>
                  <a:pt x="426084" y="0"/>
                </a:lnTo>
                <a:lnTo>
                  <a:pt x="445134" y="0"/>
                </a:lnTo>
                <a:lnTo>
                  <a:pt x="445134" y="19050"/>
                </a:lnTo>
                <a:close/>
              </a:path>
              <a:path w="11277600" h="1545589">
                <a:moveTo>
                  <a:pt x="483234" y="19050"/>
                </a:moveTo>
                <a:lnTo>
                  <a:pt x="464184" y="19050"/>
                </a:lnTo>
                <a:lnTo>
                  <a:pt x="464184" y="0"/>
                </a:lnTo>
                <a:lnTo>
                  <a:pt x="483234" y="0"/>
                </a:lnTo>
                <a:lnTo>
                  <a:pt x="483234" y="19050"/>
                </a:lnTo>
                <a:close/>
              </a:path>
              <a:path w="11277600" h="1545589">
                <a:moveTo>
                  <a:pt x="521334" y="19050"/>
                </a:moveTo>
                <a:lnTo>
                  <a:pt x="502284" y="19050"/>
                </a:lnTo>
                <a:lnTo>
                  <a:pt x="502284" y="0"/>
                </a:lnTo>
                <a:lnTo>
                  <a:pt x="521334" y="0"/>
                </a:lnTo>
                <a:lnTo>
                  <a:pt x="521334" y="19050"/>
                </a:lnTo>
                <a:close/>
              </a:path>
              <a:path w="11277600" h="1545589">
                <a:moveTo>
                  <a:pt x="559435" y="19050"/>
                </a:moveTo>
                <a:lnTo>
                  <a:pt x="540385" y="19050"/>
                </a:lnTo>
                <a:lnTo>
                  <a:pt x="540385" y="0"/>
                </a:lnTo>
                <a:lnTo>
                  <a:pt x="559435" y="0"/>
                </a:lnTo>
                <a:lnTo>
                  <a:pt x="559435" y="19050"/>
                </a:lnTo>
                <a:close/>
              </a:path>
              <a:path w="11277600" h="1545589">
                <a:moveTo>
                  <a:pt x="597535" y="19050"/>
                </a:moveTo>
                <a:lnTo>
                  <a:pt x="578485" y="19050"/>
                </a:lnTo>
                <a:lnTo>
                  <a:pt x="578485" y="0"/>
                </a:lnTo>
                <a:lnTo>
                  <a:pt x="597535" y="0"/>
                </a:lnTo>
                <a:lnTo>
                  <a:pt x="597535" y="19050"/>
                </a:lnTo>
                <a:close/>
              </a:path>
              <a:path w="11277600" h="1545589">
                <a:moveTo>
                  <a:pt x="635635" y="19050"/>
                </a:moveTo>
                <a:lnTo>
                  <a:pt x="616585" y="19050"/>
                </a:lnTo>
                <a:lnTo>
                  <a:pt x="616585" y="0"/>
                </a:lnTo>
                <a:lnTo>
                  <a:pt x="635635" y="0"/>
                </a:lnTo>
                <a:lnTo>
                  <a:pt x="635635" y="19050"/>
                </a:lnTo>
                <a:close/>
              </a:path>
              <a:path w="11277600" h="1545589">
                <a:moveTo>
                  <a:pt x="673735" y="19050"/>
                </a:moveTo>
                <a:lnTo>
                  <a:pt x="654685" y="19050"/>
                </a:lnTo>
                <a:lnTo>
                  <a:pt x="654685" y="0"/>
                </a:lnTo>
                <a:lnTo>
                  <a:pt x="673735" y="0"/>
                </a:lnTo>
                <a:lnTo>
                  <a:pt x="673735" y="19050"/>
                </a:lnTo>
                <a:close/>
              </a:path>
              <a:path w="11277600" h="1545589">
                <a:moveTo>
                  <a:pt x="711835" y="19050"/>
                </a:moveTo>
                <a:lnTo>
                  <a:pt x="692785" y="19050"/>
                </a:lnTo>
                <a:lnTo>
                  <a:pt x="692785" y="0"/>
                </a:lnTo>
                <a:lnTo>
                  <a:pt x="711835" y="0"/>
                </a:lnTo>
                <a:lnTo>
                  <a:pt x="711835" y="19050"/>
                </a:lnTo>
                <a:close/>
              </a:path>
              <a:path w="11277600" h="1545589">
                <a:moveTo>
                  <a:pt x="749935" y="19050"/>
                </a:moveTo>
                <a:lnTo>
                  <a:pt x="730885" y="19050"/>
                </a:lnTo>
                <a:lnTo>
                  <a:pt x="730885" y="0"/>
                </a:lnTo>
                <a:lnTo>
                  <a:pt x="749935" y="0"/>
                </a:lnTo>
                <a:lnTo>
                  <a:pt x="749935" y="19050"/>
                </a:lnTo>
                <a:close/>
              </a:path>
              <a:path w="11277600" h="1545589">
                <a:moveTo>
                  <a:pt x="788035" y="19050"/>
                </a:moveTo>
                <a:lnTo>
                  <a:pt x="768985" y="19050"/>
                </a:lnTo>
                <a:lnTo>
                  <a:pt x="768985" y="0"/>
                </a:lnTo>
                <a:lnTo>
                  <a:pt x="788035" y="0"/>
                </a:lnTo>
                <a:lnTo>
                  <a:pt x="788035" y="19050"/>
                </a:lnTo>
                <a:close/>
              </a:path>
              <a:path w="11277600" h="1545589">
                <a:moveTo>
                  <a:pt x="826135" y="19050"/>
                </a:moveTo>
                <a:lnTo>
                  <a:pt x="807085" y="19050"/>
                </a:lnTo>
                <a:lnTo>
                  <a:pt x="807085" y="0"/>
                </a:lnTo>
                <a:lnTo>
                  <a:pt x="826135" y="0"/>
                </a:lnTo>
                <a:lnTo>
                  <a:pt x="826135" y="19050"/>
                </a:lnTo>
                <a:close/>
              </a:path>
              <a:path w="11277600" h="1545589">
                <a:moveTo>
                  <a:pt x="864235" y="19050"/>
                </a:moveTo>
                <a:lnTo>
                  <a:pt x="845185" y="19050"/>
                </a:lnTo>
                <a:lnTo>
                  <a:pt x="845185" y="0"/>
                </a:lnTo>
                <a:lnTo>
                  <a:pt x="864235" y="0"/>
                </a:lnTo>
                <a:lnTo>
                  <a:pt x="864235" y="19050"/>
                </a:lnTo>
                <a:close/>
              </a:path>
              <a:path w="11277600" h="1545589">
                <a:moveTo>
                  <a:pt x="902335" y="19050"/>
                </a:moveTo>
                <a:lnTo>
                  <a:pt x="883285" y="19050"/>
                </a:lnTo>
                <a:lnTo>
                  <a:pt x="883285" y="0"/>
                </a:lnTo>
                <a:lnTo>
                  <a:pt x="902335" y="0"/>
                </a:lnTo>
                <a:lnTo>
                  <a:pt x="902335" y="19050"/>
                </a:lnTo>
                <a:close/>
              </a:path>
              <a:path w="11277600" h="1545589">
                <a:moveTo>
                  <a:pt x="940435" y="19050"/>
                </a:moveTo>
                <a:lnTo>
                  <a:pt x="921385" y="19050"/>
                </a:lnTo>
                <a:lnTo>
                  <a:pt x="921385" y="0"/>
                </a:lnTo>
                <a:lnTo>
                  <a:pt x="940435" y="0"/>
                </a:lnTo>
                <a:lnTo>
                  <a:pt x="940435" y="19050"/>
                </a:lnTo>
                <a:close/>
              </a:path>
              <a:path w="11277600" h="1545589">
                <a:moveTo>
                  <a:pt x="978535" y="19050"/>
                </a:moveTo>
                <a:lnTo>
                  <a:pt x="959485" y="19050"/>
                </a:lnTo>
                <a:lnTo>
                  <a:pt x="959485" y="0"/>
                </a:lnTo>
                <a:lnTo>
                  <a:pt x="978535" y="0"/>
                </a:lnTo>
                <a:lnTo>
                  <a:pt x="978535" y="19050"/>
                </a:lnTo>
                <a:close/>
              </a:path>
              <a:path w="11277600" h="1545589">
                <a:moveTo>
                  <a:pt x="1016635" y="19050"/>
                </a:moveTo>
                <a:lnTo>
                  <a:pt x="997585" y="19050"/>
                </a:lnTo>
                <a:lnTo>
                  <a:pt x="997585" y="0"/>
                </a:lnTo>
                <a:lnTo>
                  <a:pt x="1016635" y="0"/>
                </a:lnTo>
                <a:lnTo>
                  <a:pt x="1016635" y="19050"/>
                </a:lnTo>
                <a:close/>
              </a:path>
              <a:path w="11277600" h="1545589">
                <a:moveTo>
                  <a:pt x="1054735" y="19050"/>
                </a:moveTo>
                <a:lnTo>
                  <a:pt x="1035685" y="19050"/>
                </a:lnTo>
                <a:lnTo>
                  <a:pt x="1035685" y="0"/>
                </a:lnTo>
                <a:lnTo>
                  <a:pt x="1054735" y="0"/>
                </a:lnTo>
                <a:lnTo>
                  <a:pt x="1054735" y="19050"/>
                </a:lnTo>
                <a:close/>
              </a:path>
              <a:path w="11277600" h="1545589">
                <a:moveTo>
                  <a:pt x="1092835" y="19050"/>
                </a:moveTo>
                <a:lnTo>
                  <a:pt x="1073785" y="19050"/>
                </a:lnTo>
                <a:lnTo>
                  <a:pt x="1073785" y="0"/>
                </a:lnTo>
                <a:lnTo>
                  <a:pt x="1092835" y="0"/>
                </a:lnTo>
                <a:lnTo>
                  <a:pt x="1092835" y="19050"/>
                </a:lnTo>
                <a:close/>
              </a:path>
              <a:path w="11277600" h="1545589">
                <a:moveTo>
                  <a:pt x="1130935" y="19050"/>
                </a:moveTo>
                <a:lnTo>
                  <a:pt x="1111885" y="19050"/>
                </a:lnTo>
                <a:lnTo>
                  <a:pt x="1111885" y="0"/>
                </a:lnTo>
                <a:lnTo>
                  <a:pt x="1130935" y="0"/>
                </a:lnTo>
                <a:lnTo>
                  <a:pt x="1130935" y="19050"/>
                </a:lnTo>
                <a:close/>
              </a:path>
              <a:path w="11277600" h="1545589">
                <a:moveTo>
                  <a:pt x="1169035" y="19050"/>
                </a:moveTo>
                <a:lnTo>
                  <a:pt x="1149985" y="19050"/>
                </a:lnTo>
                <a:lnTo>
                  <a:pt x="1149985" y="0"/>
                </a:lnTo>
                <a:lnTo>
                  <a:pt x="1169035" y="0"/>
                </a:lnTo>
                <a:lnTo>
                  <a:pt x="1169035" y="19050"/>
                </a:lnTo>
                <a:close/>
              </a:path>
              <a:path w="11277600" h="1545589">
                <a:moveTo>
                  <a:pt x="1207135" y="19050"/>
                </a:moveTo>
                <a:lnTo>
                  <a:pt x="1188085" y="19050"/>
                </a:lnTo>
                <a:lnTo>
                  <a:pt x="1188085" y="0"/>
                </a:lnTo>
                <a:lnTo>
                  <a:pt x="1207135" y="0"/>
                </a:lnTo>
                <a:lnTo>
                  <a:pt x="1207135" y="19050"/>
                </a:lnTo>
                <a:close/>
              </a:path>
              <a:path w="11277600" h="1545589">
                <a:moveTo>
                  <a:pt x="1245235" y="19050"/>
                </a:moveTo>
                <a:lnTo>
                  <a:pt x="1226185" y="19050"/>
                </a:lnTo>
                <a:lnTo>
                  <a:pt x="1226185" y="0"/>
                </a:lnTo>
                <a:lnTo>
                  <a:pt x="1245235" y="0"/>
                </a:lnTo>
                <a:lnTo>
                  <a:pt x="1245235" y="19050"/>
                </a:lnTo>
                <a:close/>
              </a:path>
              <a:path w="11277600" h="1545589">
                <a:moveTo>
                  <a:pt x="1283335" y="19050"/>
                </a:moveTo>
                <a:lnTo>
                  <a:pt x="1264285" y="19050"/>
                </a:lnTo>
                <a:lnTo>
                  <a:pt x="1264285" y="0"/>
                </a:lnTo>
                <a:lnTo>
                  <a:pt x="1283335" y="0"/>
                </a:lnTo>
                <a:lnTo>
                  <a:pt x="1283335" y="19050"/>
                </a:lnTo>
                <a:close/>
              </a:path>
              <a:path w="11277600" h="1545589">
                <a:moveTo>
                  <a:pt x="1321435" y="19050"/>
                </a:moveTo>
                <a:lnTo>
                  <a:pt x="1302385" y="19050"/>
                </a:lnTo>
                <a:lnTo>
                  <a:pt x="1302385" y="0"/>
                </a:lnTo>
                <a:lnTo>
                  <a:pt x="1321435" y="0"/>
                </a:lnTo>
                <a:lnTo>
                  <a:pt x="1321435" y="19050"/>
                </a:lnTo>
                <a:close/>
              </a:path>
              <a:path w="11277600" h="1545589">
                <a:moveTo>
                  <a:pt x="1359535" y="19050"/>
                </a:moveTo>
                <a:lnTo>
                  <a:pt x="1340485" y="19050"/>
                </a:lnTo>
                <a:lnTo>
                  <a:pt x="1340485" y="0"/>
                </a:lnTo>
                <a:lnTo>
                  <a:pt x="1359535" y="0"/>
                </a:lnTo>
                <a:lnTo>
                  <a:pt x="1359535" y="19050"/>
                </a:lnTo>
                <a:close/>
              </a:path>
              <a:path w="11277600" h="1545589">
                <a:moveTo>
                  <a:pt x="1397635" y="19050"/>
                </a:moveTo>
                <a:lnTo>
                  <a:pt x="1378585" y="19050"/>
                </a:lnTo>
                <a:lnTo>
                  <a:pt x="1378585" y="0"/>
                </a:lnTo>
                <a:lnTo>
                  <a:pt x="1397635" y="0"/>
                </a:lnTo>
                <a:lnTo>
                  <a:pt x="1397635" y="19050"/>
                </a:lnTo>
                <a:close/>
              </a:path>
              <a:path w="11277600" h="1545589">
                <a:moveTo>
                  <a:pt x="1435735" y="19050"/>
                </a:moveTo>
                <a:lnTo>
                  <a:pt x="1416685" y="19050"/>
                </a:lnTo>
                <a:lnTo>
                  <a:pt x="1416685" y="0"/>
                </a:lnTo>
                <a:lnTo>
                  <a:pt x="1435735" y="0"/>
                </a:lnTo>
                <a:lnTo>
                  <a:pt x="1435735" y="19050"/>
                </a:lnTo>
                <a:close/>
              </a:path>
              <a:path w="11277600" h="1545589">
                <a:moveTo>
                  <a:pt x="1473835" y="19050"/>
                </a:moveTo>
                <a:lnTo>
                  <a:pt x="1454785" y="19050"/>
                </a:lnTo>
                <a:lnTo>
                  <a:pt x="1454785" y="0"/>
                </a:lnTo>
                <a:lnTo>
                  <a:pt x="1473835" y="0"/>
                </a:lnTo>
                <a:lnTo>
                  <a:pt x="1473835" y="19050"/>
                </a:lnTo>
                <a:close/>
              </a:path>
              <a:path w="11277600" h="1545589">
                <a:moveTo>
                  <a:pt x="1511935" y="19050"/>
                </a:moveTo>
                <a:lnTo>
                  <a:pt x="1492885" y="19050"/>
                </a:lnTo>
                <a:lnTo>
                  <a:pt x="1492885" y="0"/>
                </a:lnTo>
                <a:lnTo>
                  <a:pt x="1511935" y="0"/>
                </a:lnTo>
                <a:lnTo>
                  <a:pt x="1511935" y="19050"/>
                </a:lnTo>
                <a:close/>
              </a:path>
              <a:path w="11277600" h="1545589">
                <a:moveTo>
                  <a:pt x="1550035" y="19050"/>
                </a:moveTo>
                <a:lnTo>
                  <a:pt x="1530985" y="19050"/>
                </a:lnTo>
                <a:lnTo>
                  <a:pt x="1530985" y="0"/>
                </a:lnTo>
                <a:lnTo>
                  <a:pt x="1550035" y="0"/>
                </a:lnTo>
                <a:lnTo>
                  <a:pt x="1550035" y="19050"/>
                </a:lnTo>
                <a:close/>
              </a:path>
              <a:path w="11277600" h="1545589">
                <a:moveTo>
                  <a:pt x="1588135" y="19050"/>
                </a:moveTo>
                <a:lnTo>
                  <a:pt x="1569085" y="19050"/>
                </a:lnTo>
                <a:lnTo>
                  <a:pt x="1569085" y="0"/>
                </a:lnTo>
                <a:lnTo>
                  <a:pt x="1588135" y="0"/>
                </a:lnTo>
                <a:lnTo>
                  <a:pt x="1588135" y="19050"/>
                </a:lnTo>
                <a:close/>
              </a:path>
              <a:path w="11277600" h="1545589">
                <a:moveTo>
                  <a:pt x="1626235" y="19050"/>
                </a:moveTo>
                <a:lnTo>
                  <a:pt x="1607185" y="19050"/>
                </a:lnTo>
                <a:lnTo>
                  <a:pt x="1607185" y="0"/>
                </a:lnTo>
                <a:lnTo>
                  <a:pt x="1626235" y="0"/>
                </a:lnTo>
                <a:lnTo>
                  <a:pt x="1626235" y="19050"/>
                </a:lnTo>
                <a:close/>
              </a:path>
              <a:path w="11277600" h="1545589">
                <a:moveTo>
                  <a:pt x="1664335" y="19050"/>
                </a:moveTo>
                <a:lnTo>
                  <a:pt x="1645285" y="19050"/>
                </a:lnTo>
                <a:lnTo>
                  <a:pt x="1645285" y="0"/>
                </a:lnTo>
                <a:lnTo>
                  <a:pt x="1664335" y="0"/>
                </a:lnTo>
                <a:lnTo>
                  <a:pt x="1664335" y="19050"/>
                </a:lnTo>
                <a:close/>
              </a:path>
              <a:path w="11277600" h="1545589">
                <a:moveTo>
                  <a:pt x="1702435" y="19050"/>
                </a:moveTo>
                <a:lnTo>
                  <a:pt x="1683385" y="19050"/>
                </a:lnTo>
                <a:lnTo>
                  <a:pt x="1683385" y="0"/>
                </a:lnTo>
                <a:lnTo>
                  <a:pt x="1702435" y="0"/>
                </a:lnTo>
                <a:lnTo>
                  <a:pt x="1702435" y="19050"/>
                </a:lnTo>
                <a:close/>
              </a:path>
              <a:path w="11277600" h="1545589">
                <a:moveTo>
                  <a:pt x="1740535" y="19050"/>
                </a:moveTo>
                <a:lnTo>
                  <a:pt x="1721485" y="19050"/>
                </a:lnTo>
                <a:lnTo>
                  <a:pt x="1721485" y="0"/>
                </a:lnTo>
                <a:lnTo>
                  <a:pt x="1740535" y="0"/>
                </a:lnTo>
                <a:lnTo>
                  <a:pt x="1740535" y="19050"/>
                </a:lnTo>
                <a:close/>
              </a:path>
              <a:path w="11277600" h="1545589">
                <a:moveTo>
                  <a:pt x="1778635" y="19050"/>
                </a:moveTo>
                <a:lnTo>
                  <a:pt x="1759585" y="19050"/>
                </a:lnTo>
                <a:lnTo>
                  <a:pt x="1759585" y="0"/>
                </a:lnTo>
                <a:lnTo>
                  <a:pt x="1778635" y="0"/>
                </a:lnTo>
                <a:lnTo>
                  <a:pt x="1778635" y="19050"/>
                </a:lnTo>
                <a:close/>
              </a:path>
              <a:path w="11277600" h="1545589">
                <a:moveTo>
                  <a:pt x="1816735" y="19050"/>
                </a:moveTo>
                <a:lnTo>
                  <a:pt x="1797685" y="19050"/>
                </a:lnTo>
                <a:lnTo>
                  <a:pt x="1797685" y="0"/>
                </a:lnTo>
                <a:lnTo>
                  <a:pt x="1816735" y="0"/>
                </a:lnTo>
                <a:lnTo>
                  <a:pt x="1816735" y="19050"/>
                </a:lnTo>
                <a:close/>
              </a:path>
              <a:path w="11277600" h="1545589">
                <a:moveTo>
                  <a:pt x="1854835" y="19050"/>
                </a:moveTo>
                <a:lnTo>
                  <a:pt x="1835785" y="19050"/>
                </a:lnTo>
                <a:lnTo>
                  <a:pt x="1835785" y="0"/>
                </a:lnTo>
                <a:lnTo>
                  <a:pt x="1854835" y="0"/>
                </a:lnTo>
                <a:lnTo>
                  <a:pt x="1854835" y="19050"/>
                </a:lnTo>
                <a:close/>
              </a:path>
              <a:path w="11277600" h="1545589">
                <a:moveTo>
                  <a:pt x="1892935" y="19050"/>
                </a:moveTo>
                <a:lnTo>
                  <a:pt x="1873885" y="19050"/>
                </a:lnTo>
                <a:lnTo>
                  <a:pt x="1873885" y="0"/>
                </a:lnTo>
                <a:lnTo>
                  <a:pt x="1892935" y="0"/>
                </a:lnTo>
                <a:lnTo>
                  <a:pt x="1892935" y="19050"/>
                </a:lnTo>
                <a:close/>
              </a:path>
              <a:path w="11277600" h="1545589">
                <a:moveTo>
                  <a:pt x="1931035" y="19050"/>
                </a:moveTo>
                <a:lnTo>
                  <a:pt x="1911985" y="19050"/>
                </a:lnTo>
                <a:lnTo>
                  <a:pt x="1911985" y="0"/>
                </a:lnTo>
                <a:lnTo>
                  <a:pt x="1931035" y="0"/>
                </a:lnTo>
                <a:lnTo>
                  <a:pt x="1931035" y="19050"/>
                </a:lnTo>
                <a:close/>
              </a:path>
              <a:path w="11277600" h="1545589">
                <a:moveTo>
                  <a:pt x="1969135" y="19050"/>
                </a:moveTo>
                <a:lnTo>
                  <a:pt x="1950085" y="19050"/>
                </a:lnTo>
                <a:lnTo>
                  <a:pt x="1950085" y="0"/>
                </a:lnTo>
                <a:lnTo>
                  <a:pt x="1969135" y="0"/>
                </a:lnTo>
                <a:lnTo>
                  <a:pt x="1969135" y="19050"/>
                </a:lnTo>
                <a:close/>
              </a:path>
              <a:path w="11277600" h="1545589">
                <a:moveTo>
                  <a:pt x="2007235" y="19050"/>
                </a:moveTo>
                <a:lnTo>
                  <a:pt x="1988185" y="19050"/>
                </a:lnTo>
                <a:lnTo>
                  <a:pt x="1988185" y="0"/>
                </a:lnTo>
                <a:lnTo>
                  <a:pt x="2007235" y="0"/>
                </a:lnTo>
                <a:lnTo>
                  <a:pt x="2007235" y="19050"/>
                </a:lnTo>
                <a:close/>
              </a:path>
              <a:path w="11277600" h="1545589">
                <a:moveTo>
                  <a:pt x="2045335" y="19050"/>
                </a:moveTo>
                <a:lnTo>
                  <a:pt x="2026285" y="19050"/>
                </a:lnTo>
                <a:lnTo>
                  <a:pt x="2026285" y="0"/>
                </a:lnTo>
                <a:lnTo>
                  <a:pt x="2045335" y="0"/>
                </a:lnTo>
                <a:lnTo>
                  <a:pt x="2045335" y="19050"/>
                </a:lnTo>
                <a:close/>
              </a:path>
              <a:path w="11277600" h="1545589">
                <a:moveTo>
                  <a:pt x="2083435" y="19050"/>
                </a:moveTo>
                <a:lnTo>
                  <a:pt x="2064385" y="19050"/>
                </a:lnTo>
                <a:lnTo>
                  <a:pt x="2064385" y="0"/>
                </a:lnTo>
                <a:lnTo>
                  <a:pt x="2083435" y="0"/>
                </a:lnTo>
                <a:lnTo>
                  <a:pt x="2083435" y="19050"/>
                </a:lnTo>
                <a:close/>
              </a:path>
              <a:path w="11277600" h="1545589">
                <a:moveTo>
                  <a:pt x="2121535" y="19050"/>
                </a:moveTo>
                <a:lnTo>
                  <a:pt x="2102485" y="19050"/>
                </a:lnTo>
                <a:lnTo>
                  <a:pt x="2102485" y="0"/>
                </a:lnTo>
                <a:lnTo>
                  <a:pt x="2121535" y="0"/>
                </a:lnTo>
                <a:lnTo>
                  <a:pt x="2121535" y="19050"/>
                </a:lnTo>
                <a:close/>
              </a:path>
              <a:path w="11277600" h="1545589">
                <a:moveTo>
                  <a:pt x="2159635" y="19050"/>
                </a:moveTo>
                <a:lnTo>
                  <a:pt x="2140585" y="19050"/>
                </a:lnTo>
                <a:lnTo>
                  <a:pt x="2140585" y="0"/>
                </a:lnTo>
                <a:lnTo>
                  <a:pt x="2159635" y="0"/>
                </a:lnTo>
                <a:lnTo>
                  <a:pt x="2159635" y="19050"/>
                </a:lnTo>
                <a:close/>
              </a:path>
              <a:path w="11277600" h="1545589">
                <a:moveTo>
                  <a:pt x="2197735" y="19050"/>
                </a:moveTo>
                <a:lnTo>
                  <a:pt x="2178685" y="19050"/>
                </a:lnTo>
                <a:lnTo>
                  <a:pt x="2178685" y="0"/>
                </a:lnTo>
                <a:lnTo>
                  <a:pt x="2197735" y="0"/>
                </a:lnTo>
                <a:lnTo>
                  <a:pt x="2197735" y="19050"/>
                </a:lnTo>
                <a:close/>
              </a:path>
              <a:path w="11277600" h="1545589">
                <a:moveTo>
                  <a:pt x="2235835" y="19050"/>
                </a:moveTo>
                <a:lnTo>
                  <a:pt x="2216785" y="19050"/>
                </a:lnTo>
                <a:lnTo>
                  <a:pt x="2216785" y="0"/>
                </a:lnTo>
                <a:lnTo>
                  <a:pt x="2235835" y="0"/>
                </a:lnTo>
                <a:lnTo>
                  <a:pt x="2235835" y="19050"/>
                </a:lnTo>
                <a:close/>
              </a:path>
              <a:path w="11277600" h="1545589">
                <a:moveTo>
                  <a:pt x="2273935" y="19050"/>
                </a:moveTo>
                <a:lnTo>
                  <a:pt x="2254885" y="19050"/>
                </a:lnTo>
                <a:lnTo>
                  <a:pt x="2254885" y="0"/>
                </a:lnTo>
                <a:lnTo>
                  <a:pt x="2273935" y="0"/>
                </a:lnTo>
                <a:lnTo>
                  <a:pt x="2273935" y="19050"/>
                </a:lnTo>
                <a:close/>
              </a:path>
              <a:path w="11277600" h="1545589">
                <a:moveTo>
                  <a:pt x="2312035" y="19050"/>
                </a:moveTo>
                <a:lnTo>
                  <a:pt x="2292985" y="19050"/>
                </a:lnTo>
                <a:lnTo>
                  <a:pt x="2292985" y="0"/>
                </a:lnTo>
                <a:lnTo>
                  <a:pt x="2312035" y="0"/>
                </a:lnTo>
                <a:lnTo>
                  <a:pt x="2312035" y="19050"/>
                </a:lnTo>
                <a:close/>
              </a:path>
              <a:path w="11277600" h="1545589">
                <a:moveTo>
                  <a:pt x="2350135" y="19050"/>
                </a:moveTo>
                <a:lnTo>
                  <a:pt x="2331085" y="19050"/>
                </a:lnTo>
                <a:lnTo>
                  <a:pt x="2331085" y="0"/>
                </a:lnTo>
                <a:lnTo>
                  <a:pt x="2350135" y="0"/>
                </a:lnTo>
                <a:lnTo>
                  <a:pt x="2350135" y="19050"/>
                </a:lnTo>
                <a:close/>
              </a:path>
              <a:path w="11277600" h="1545589">
                <a:moveTo>
                  <a:pt x="2388235" y="19050"/>
                </a:moveTo>
                <a:lnTo>
                  <a:pt x="2369185" y="19050"/>
                </a:lnTo>
                <a:lnTo>
                  <a:pt x="2369185" y="0"/>
                </a:lnTo>
                <a:lnTo>
                  <a:pt x="2388235" y="0"/>
                </a:lnTo>
                <a:lnTo>
                  <a:pt x="2388235" y="19050"/>
                </a:lnTo>
                <a:close/>
              </a:path>
              <a:path w="11277600" h="1545589">
                <a:moveTo>
                  <a:pt x="2426335" y="19050"/>
                </a:moveTo>
                <a:lnTo>
                  <a:pt x="2407285" y="19050"/>
                </a:lnTo>
                <a:lnTo>
                  <a:pt x="2407285" y="0"/>
                </a:lnTo>
                <a:lnTo>
                  <a:pt x="2426335" y="0"/>
                </a:lnTo>
                <a:lnTo>
                  <a:pt x="2426335" y="19050"/>
                </a:lnTo>
                <a:close/>
              </a:path>
              <a:path w="11277600" h="1545589">
                <a:moveTo>
                  <a:pt x="2464435" y="19050"/>
                </a:moveTo>
                <a:lnTo>
                  <a:pt x="2445385" y="19050"/>
                </a:lnTo>
                <a:lnTo>
                  <a:pt x="2445385" y="0"/>
                </a:lnTo>
                <a:lnTo>
                  <a:pt x="2464435" y="0"/>
                </a:lnTo>
                <a:lnTo>
                  <a:pt x="2464435" y="19050"/>
                </a:lnTo>
                <a:close/>
              </a:path>
              <a:path w="11277600" h="1545589">
                <a:moveTo>
                  <a:pt x="2502535" y="19050"/>
                </a:moveTo>
                <a:lnTo>
                  <a:pt x="2483485" y="19050"/>
                </a:lnTo>
                <a:lnTo>
                  <a:pt x="2483485" y="0"/>
                </a:lnTo>
                <a:lnTo>
                  <a:pt x="2502535" y="0"/>
                </a:lnTo>
                <a:lnTo>
                  <a:pt x="2502535" y="19050"/>
                </a:lnTo>
                <a:close/>
              </a:path>
              <a:path w="11277600" h="1545589">
                <a:moveTo>
                  <a:pt x="2540635" y="19050"/>
                </a:moveTo>
                <a:lnTo>
                  <a:pt x="2521585" y="19050"/>
                </a:lnTo>
                <a:lnTo>
                  <a:pt x="2521585" y="0"/>
                </a:lnTo>
                <a:lnTo>
                  <a:pt x="2540635" y="0"/>
                </a:lnTo>
                <a:lnTo>
                  <a:pt x="2540635" y="19050"/>
                </a:lnTo>
                <a:close/>
              </a:path>
              <a:path w="11277600" h="1545589">
                <a:moveTo>
                  <a:pt x="2578735" y="19050"/>
                </a:moveTo>
                <a:lnTo>
                  <a:pt x="2559685" y="19050"/>
                </a:lnTo>
                <a:lnTo>
                  <a:pt x="2559685" y="0"/>
                </a:lnTo>
                <a:lnTo>
                  <a:pt x="2578735" y="0"/>
                </a:lnTo>
                <a:lnTo>
                  <a:pt x="2578735" y="19050"/>
                </a:lnTo>
                <a:close/>
              </a:path>
              <a:path w="11277600" h="1545589">
                <a:moveTo>
                  <a:pt x="2616835" y="19050"/>
                </a:moveTo>
                <a:lnTo>
                  <a:pt x="2597785" y="19050"/>
                </a:lnTo>
                <a:lnTo>
                  <a:pt x="2597785" y="0"/>
                </a:lnTo>
                <a:lnTo>
                  <a:pt x="2616835" y="0"/>
                </a:lnTo>
                <a:lnTo>
                  <a:pt x="2616835" y="19050"/>
                </a:lnTo>
                <a:close/>
              </a:path>
              <a:path w="11277600" h="1545589">
                <a:moveTo>
                  <a:pt x="2654935" y="19050"/>
                </a:moveTo>
                <a:lnTo>
                  <a:pt x="2635885" y="19050"/>
                </a:lnTo>
                <a:lnTo>
                  <a:pt x="2635885" y="0"/>
                </a:lnTo>
                <a:lnTo>
                  <a:pt x="2654935" y="0"/>
                </a:lnTo>
                <a:lnTo>
                  <a:pt x="2654935" y="19050"/>
                </a:lnTo>
                <a:close/>
              </a:path>
              <a:path w="11277600" h="1545589">
                <a:moveTo>
                  <a:pt x="2693035" y="19050"/>
                </a:moveTo>
                <a:lnTo>
                  <a:pt x="2673985" y="19050"/>
                </a:lnTo>
                <a:lnTo>
                  <a:pt x="2673985" y="0"/>
                </a:lnTo>
                <a:lnTo>
                  <a:pt x="2693035" y="0"/>
                </a:lnTo>
                <a:lnTo>
                  <a:pt x="2693035" y="19050"/>
                </a:lnTo>
                <a:close/>
              </a:path>
              <a:path w="11277600" h="1545589">
                <a:moveTo>
                  <a:pt x="2731135" y="19050"/>
                </a:moveTo>
                <a:lnTo>
                  <a:pt x="2712085" y="19050"/>
                </a:lnTo>
                <a:lnTo>
                  <a:pt x="2712085" y="0"/>
                </a:lnTo>
                <a:lnTo>
                  <a:pt x="2731135" y="0"/>
                </a:lnTo>
                <a:lnTo>
                  <a:pt x="2731135" y="19050"/>
                </a:lnTo>
                <a:close/>
              </a:path>
              <a:path w="11277600" h="1545589">
                <a:moveTo>
                  <a:pt x="2769235" y="19050"/>
                </a:moveTo>
                <a:lnTo>
                  <a:pt x="2750185" y="19050"/>
                </a:lnTo>
                <a:lnTo>
                  <a:pt x="2750185" y="0"/>
                </a:lnTo>
                <a:lnTo>
                  <a:pt x="2769235" y="0"/>
                </a:lnTo>
                <a:lnTo>
                  <a:pt x="2769235" y="19050"/>
                </a:lnTo>
                <a:close/>
              </a:path>
              <a:path w="11277600" h="1545589">
                <a:moveTo>
                  <a:pt x="2807335" y="19050"/>
                </a:moveTo>
                <a:lnTo>
                  <a:pt x="2788285" y="19050"/>
                </a:lnTo>
                <a:lnTo>
                  <a:pt x="2788285" y="0"/>
                </a:lnTo>
                <a:lnTo>
                  <a:pt x="2807335" y="0"/>
                </a:lnTo>
                <a:lnTo>
                  <a:pt x="2807335" y="19050"/>
                </a:lnTo>
                <a:close/>
              </a:path>
              <a:path w="11277600" h="1545589">
                <a:moveTo>
                  <a:pt x="2845435" y="19050"/>
                </a:moveTo>
                <a:lnTo>
                  <a:pt x="2826385" y="19050"/>
                </a:lnTo>
                <a:lnTo>
                  <a:pt x="2826385" y="0"/>
                </a:lnTo>
                <a:lnTo>
                  <a:pt x="2845435" y="0"/>
                </a:lnTo>
                <a:lnTo>
                  <a:pt x="2845435" y="19050"/>
                </a:lnTo>
                <a:close/>
              </a:path>
              <a:path w="11277600" h="1545589">
                <a:moveTo>
                  <a:pt x="2883535" y="19050"/>
                </a:moveTo>
                <a:lnTo>
                  <a:pt x="2864485" y="19050"/>
                </a:lnTo>
                <a:lnTo>
                  <a:pt x="2864485" y="0"/>
                </a:lnTo>
                <a:lnTo>
                  <a:pt x="2883535" y="0"/>
                </a:lnTo>
                <a:lnTo>
                  <a:pt x="2883535" y="19050"/>
                </a:lnTo>
                <a:close/>
              </a:path>
              <a:path w="11277600" h="1545589">
                <a:moveTo>
                  <a:pt x="2921635" y="19050"/>
                </a:moveTo>
                <a:lnTo>
                  <a:pt x="2902585" y="19050"/>
                </a:lnTo>
                <a:lnTo>
                  <a:pt x="2902585" y="0"/>
                </a:lnTo>
                <a:lnTo>
                  <a:pt x="2921635" y="0"/>
                </a:lnTo>
                <a:lnTo>
                  <a:pt x="2921635" y="19050"/>
                </a:lnTo>
                <a:close/>
              </a:path>
              <a:path w="11277600" h="1545589">
                <a:moveTo>
                  <a:pt x="2959735" y="19050"/>
                </a:moveTo>
                <a:lnTo>
                  <a:pt x="2940685" y="19050"/>
                </a:lnTo>
                <a:lnTo>
                  <a:pt x="2940685" y="0"/>
                </a:lnTo>
                <a:lnTo>
                  <a:pt x="2959735" y="0"/>
                </a:lnTo>
                <a:lnTo>
                  <a:pt x="2959735" y="19050"/>
                </a:lnTo>
                <a:close/>
              </a:path>
              <a:path w="11277600" h="1545589">
                <a:moveTo>
                  <a:pt x="2997835" y="19050"/>
                </a:moveTo>
                <a:lnTo>
                  <a:pt x="2978785" y="19050"/>
                </a:lnTo>
                <a:lnTo>
                  <a:pt x="2978785" y="0"/>
                </a:lnTo>
                <a:lnTo>
                  <a:pt x="2997835" y="0"/>
                </a:lnTo>
                <a:lnTo>
                  <a:pt x="2997835" y="19050"/>
                </a:lnTo>
                <a:close/>
              </a:path>
              <a:path w="11277600" h="1545589">
                <a:moveTo>
                  <a:pt x="3035935" y="19050"/>
                </a:moveTo>
                <a:lnTo>
                  <a:pt x="3016885" y="19050"/>
                </a:lnTo>
                <a:lnTo>
                  <a:pt x="3016885" y="0"/>
                </a:lnTo>
                <a:lnTo>
                  <a:pt x="3035935" y="0"/>
                </a:lnTo>
                <a:lnTo>
                  <a:pt x="3035935" y="19050"/>
                </a:lnTo>
                <a:close/>
              </a:path>
              <a:path w="11277600" h="1545589">
                <a:moveTo>
                  <a:pt x="3074035" y="19050"/>
                </a:moveTo>
                <a:lnTo>
                  <a:pt x="3054985" y="19050"/>
                </a:lnTo>
                <a:lnTo>
                  <a:pt x="3054985" y="0"/>
                </a:lnTo>
                <a:lnTo>
                  <a:pt x="3074035" y="0"/>
                </a:lnTo>
                <a:lnTo>
                  <a:pt x="3074035" y="19050"/>
                </a:lnTo>
                <a:close/>
              </a:path>
              <a:path w="11277600" h="1545589">
                <a:moveTo>
                  <a:pt x="3112135" y="19050"/>
                </a:moveTo>
                <a:lnTo>
                  <a:pt x="3093085" y="19050"/>
                </a:lnTo>
                <a:lnTo>
                  <a:pt x="3093085" y="0"/>
                </a:lnTo>
                <a:lnTo>
                  <a:pt x="3112135" y="0"/>
                </a:lnTo>
                <a:lnTo>
                  <a:pt x="3112135" y="19050"/>
                </a:lnTo>
                <a:close/>
              </a:path>
              <a:path w="11277600" h="1545589">
                <a:moveTo>
                  <a:pt x="3150235" y="19050"/>
                </a:moveTo>
                <a:lnTo>
                  <a:pt x="3131185" y="19050"/>
                </a:lnTo>
                <a:lnTo>
                  <a:pt x="3131185" y="0"/>
                </a:lnTo>
                <a:lnTo>
                  <a:pt x="3150235" y="0"/>
                </a:lnTo>
                <a:lnTo>
                  <a:pt x="3150235" y="19050"/>
                </a:lnTo>
                <a:close/>
              </a:path>
              <a:path w="11277600" h="1545589">
                <a:moveTo>
                  <a:pt x="3188335" y="19050"/>
                </a:moveTo>
                <a:lnTo>
                  <a:pt x="3169285" y="19050"/>
                </a:lnTo>
                <a:lnTo>
                  <a:pt x="3169285" y="0"/>
                </a:lnTo>
                <a:lnTo>
                  <a:pt x="3188335" y="0"/>
                </a:lnTo>
                <a:lnTo>
                  <a:pt x="3188335" y="19050"/>
                </a:lnTo>
                <a:close/>
              </a:path>
              <a:path w="11277600" h="1545589">
                <a:moveTo>
                  <a:pt x="3226435" y="19050"/>
                </a:moveTo>
                <a:lnTo>
                  <a:pt x="3207385" y="19050"/>
                </a:lnTo>
                <a:lnTo>
                  <a:pt x="3207385" y="0"/>
                </a:lnTo>
                <a:lnTo>
                  <a:pt x="3226435" y="0"/>
                </a:lnTo>
                <a:lnTo>
                  <a:pt x="3226435" y="19050"/>
                </a:lnTo>
                <a:close/>
              </a:path>
              <a:path w="11277600" h="1545589">
                <a:moveTo>
                  <a:pt x="3264535" y="19050"/>
                </a:moveTo>
                <a:lnTo>
                  <a:pt x="3245485" y="19050"/>
                </a:lnTo>
                <a:lnTo>
                  <a:pt x="3245485" y="0"/>
                </a:lnTo>
                <a:lnTo>
                  <a:pt x="3264535" y="0"/>
                </a:lnTo>
                <a:lnTo>
                  <a:pt x="3264535" y="19050"/>
                </a:lnTo>
                <a:close/>
              </a:path>
              <a:path w="11277600" h="1545589">
                <a:moveTo>
                  <a:pt x="3302635" y="19050"/>
                </a:moveTo>
                <a:lnTo>
                  <a:pt x="3283585" y="19050"/>
                </a:lnTo>
                <a:lnTo>
                  <a:pt x="3283585" y="0"/>
                </a:lnTo>
                <a:lnTo>
                  <a:pt x="3302635" y="0"/>
                </a:lnTo>
                <a:lnTo>
                  <a:pt x="3302635" y="19050"/>
                </a:lnTo>
                <a:close/>
              </a:path>
              <a:path w="11277600" h="1545589">
                <a:moveTo>
                  <a:pt x="3340735" y="19050"/>
                </a:moveTo>
                <a:lnTo>
                  <a:pt x="3321685" y="19050"/>
                </a:lnTo>
                <a:lnTo>
                  <a:pt x="3321685" y="0"/>
                </a:lnTo>
                <a:lnTo>
                  <a:pt x="3340735" y="0"/>
                </a:lnTo>
                <a:lnTo>
                  <a:pt x="3340735" y="19050"/>
                </a:lnTo>
                <a:close/>
              </a:path>
              <a:path w="11277600" h="1545589">
                <a:moveTo>
                  <a:pt x="3378835" y="19050"/>
                </a:moveTo>
                <a:lnTo>
                  <a:pt x="3359785" y="19050"/>
                </a:lnTo>
                <a:lnTo>
                  <a:pt x="3359785" y="0"/>
                </a:lnTo>
                <a:lnTo>
                  <a:pt x="3378835" y="0"/>
                </a:lnTo>
                <a:lnTo>
                  <a:pt x="3378835" y="19050"/>
                </a:lnTo>
                <a:close/>
              </a:path>
              <a:path w="11277600" h="1545589">
                <a:moveTo>
                  <a:pt x="3416935" y="19050"/>
                </a:moveTo>
                <a:lnTo>
                  <a:pt x="3397885" y="19050"/>
                </a:lnTo>
                <a:lnTo>
                  <a:pt x="3397885" y="0"/>
                </a:lnTo>
                <a:lnTo>
                  <a:pt x="3416935" y="0"/>
                </a:lnTo>
                <a:lnTo>
                  <a:pt x="3416935" y="19050"/>
                </a:lnTo>
                <a:close/>
              </a:path>
              <a:path w="11277600" h="1545589">
                <a:moveTo>
                  <a:pt x="3455035" y="19050"/>
                </a:moveTo>
                <a:lnTo>
                  <a:pt x="3435985" y="19050"/>
                </a:lnTo>
                <a:lnTo>
                  <a:pt x="3435985" y="0"/>
                </a:lnTo>
                <a:lnTo>
                  <a:pt x="3455035" y="0"/>
                </a:lnTo>
                <a:lnTo>
                  <a:pt x="3455035" y="19050"/>
                </a:lnTo>
                <a:close/>
              </a:path>
              <a:path w="11277600" h="1545589">
                <a:moveTo>
                  <a:pt x="3493135" y="19050"/>
                </a:moveTo>
                <a:lnTo>
                  <a:pt x="3474085" y="19050"/>
                </a:lnTo>
                <a:lnTo>
                  <a:pt x="3474085" y="0"/>
                </a:lnTo>
                <a:lnTo>
                  <a:pt x="3493135" y="0"/>
                </a:lnTo>
                <a:lnTo>
                  <a:pt x="3493135" y="19050"/>
                </a:lnTo>
                <a:close/>
              </a:path>
              <a:path w="11277600" h="1545589">
                <a:moveTo>
                  <a:pt x="3531235" y="19050"/>
                </a:moveTo>
                <a:lnTo>
                  <a:pt x="3512185" y="19050"/>
                </a:lnTo>
                <a:lnTo>
                  <a:pt x="3512185" y="0"/>
                </a:lnTo>
                <a:lnTo>
                  <a:pt x="3531235" y="0"/>
                </a:lnTo>
                <a:lnTo>
                  <a:pt x="3531235" y="19050"/>
                </a:lnTo>
                <a:close/>
              </a:path>
              <a:path w="11277600" h="1545589">
                <a:moveTo>
                  <a:pt x="3569335" y="19050"/>
                </a:moveTo>
                <a:lnTo>
                  <a:pt x="3550285" y="19050"/>
                </a:lnTo>
                <a:lnTo>
                  <a:pt x="3550285" y="0"/>
                </a:lnTo>
                <a:lnTo>
                  <a:pt x="3569335" y="0"/>
                </a:lnTo>
                <a:lnTo>
                  <a:pt x="3569335" y="19050"/>
                </a:lnTo>
                <a:close/>
              </a:path>
              <a:path w="11277600" h="1545589">
                <a:moveTo>
                  <a:pt x="3607435" y="19050"/>
                </a:moveTo>
                <a:lnTo>
                  <a:pt x="3588385" y="19050"/>
                </a:lnTo>
                <a:lnTo>
                  <a:pt x="3588385" y="0"/>
                </a:lnTo>
                <a:lnTo>
                  <a:pt x="3607435" y="0"/>
                </a:lnTo>
                <a:lnTo>
                  <a:pt x="3607435" y="19050"/>
                </a:lnTo>
                <a:close/>
              </a:path>
              <a:path w="11277600" h="1545589">
                <a:moveTo>
                  <a:pt x="3645535" y="19050"/>
                </a:moveTo>
                <a:lnTo>
                  <a:pt x="3626485" y="19050"/>
                </a:lnTo>
                <a:lnTo>
                  <a:pt x="3626485" y="0"/>
                </a:lnTo>
                <a:lnTo>
                  <a:pt x="3645535" y="0"/>
                </a:lnTo>
                <a:lnTo>
                  <a:pt x="3645535" y="19050"/>
                </a:lnTo>
                <a:close/>
              </a:path>
              <a:path w="11277600" h="1545589">
                <a:moveTo>
                  <a:pt x="3683635" y="19050"/>
                </a:moveTo>
                <a:lnTo>
                  <a:pt x="3664585" y="19050"/>
                </a:lnTo>
                <a:lnTo>
                  <a:pt x="3664585" y="0"/>
                </a:lnTo>
                <a:lnTo>
                  <a:pt x="3683635" y="0"/>
                </a:lnTo>
                <a:lnTo>
                  <a:pt x="3683635" y="19050"/>
                </a:lnTo>
                <a:close/>
              </a:path>
              <a:path w="11277600" h="1545589">
                <a:moveTo>
                  <a:pt x="3721735" y="19050"/>
                </a:moveTo>
                <a:lnTo>
                  <a:pt x="3702685" y="19050"/>
                </a:lnTo>
                <a:lnTo>
                  <a:pt x="3702685" y="0"/>
                </a:lnTo>
                <a:lnTo>
                  <a:pt x="3721735" y="0"/>
                </a:lnTo>
                <a:lnTo>
                  <a:pt x="3721735" y="19050"/>
                </a:lnTo>
                <a:close/>
              </a:path>
              <a:path w="11277600" h="1545589">
                <a:moveTo>
                  <a:pt x="3759835" y="19050"/>
                </a:moveTo>
                <a:lnTo>
                  <a:pt x="3740785" y="19050"/>
                </a:lnTo>
                <a:lnTo>
                  <a:pt x="3740785" y="0"/>
                </a:lnTo>
                <a:lnTo>
                  <a:pt x="3759835" y="0"/>
                </a:lnTo>
                <a:lnTo>
                  <a:pt x="3759835" y="19050"/>
                </a:lnTo>
                <a:close/>
              </a:path>
              <a:path w="11277600" h="1545589">
                <a:moveTo>
                  <a:pt x="3797935" y="19050"/>
                </a:moveTo>
                <a:lnTo>
                  <a:pt x="3778885" y="19050"/>
                </a:lnTo>
                <a:lnTo>
                  <a:pt x="3778885" y="0"/>
                </a:lnTo>
                <a:lnTo>
                  <a:pt x="3797935" y="0"/>
                </a:lnTo>
                <a:lnTo>
                  <a:pt x="3797935" y="19050"/>
                </a:lnTo>
                <a:close/>
              </a:path>
              <a:path w="11277600" h="1545589">
                <a:moveTo>
                  <a:pt x="3836035" y="19050"/>
                </a:moveTo>
                <a:lnTo>
                  <a:pt x="3816985" y="19050"/>
                </a:lnTo>
                <a:lnTo>
                  <a:pt x="3816985" y="0"/>
                </a:lnTo>
                <a:lnTo>
                  <a:pt x="3836035" y="0"/>
                </a:lnTo>
                <a:lnTo>
                  <a:pt x="3836035" y="19050"/>
                </a:lnTo>
                <a:close/>
              </a:path>
              <a:path w="11277600" h="1545589">
                <a:moveTo>
                  <a:pt x="3874135" y="19050"/>
                </a:moveTo>
                <a:lnTo>
                  <a:pt x="3855085" y="19050"/>
                </a:lnTo>
                <a:lnTo>
                  <a:pt x="3855085" y="0"/>
                </a:lnTo>
                <a:lnTo>
                  <a:pt x="3874135" y="0"/>
                </a:lnTo>
                <a:lnTo>
                  <a:pt x="3874135" y="19050"/>
                </a:lnTo>
                <a:close/>
              </a:path>
              <a:path w="11277600" h="1545589">
                <a:moveTo>
                  <a:pt x="3912235" y="19050"/>
                </a:moveTo>
                <a:lnTo>
                  <a:pt x="3893185" y="19050"/>
                </a:lnTo>
                <a:lnTo>
                  <a:pt x="3893185" y="0"/>
                </a:lnTo>
                <a:lnTo>
                  <a:pt x="3912235" y="0"/>
                </a:lnTo>
                <a:lnTo>
                  <a:pt x="3912235" y="19050"/>
                </a:lnTo>
                <a:close/>
              </a:path>
              <a:path w="11277600" h="1545589">
                <a:moveTo>
                  <a:pt x="3950335" y="19050"/>
                </a:moveTo>
                <a:lnTo>
                  <a:pt x="3931285" y="19050"/>
                </a:lnTo>
                <a:lnTo>
                  <a:pt x="3931285" y="0"/>
                </a:lnTo>
                <a:lnTo>
                  <a:pt x="3950335" y="0"/>
                </a:lnTo>
                <a:lnTo>
                  <a:pt x="3950335" y="19050"/>
                </a:lnTo>
                <a:close/>
              </a:path>
              <a:path w="11277600" h="1545589">
                <a:moveTo>
                  <a:pt x="3988435" y="19050"/>
                </a:moveTo>
                <a:lnTo>
                  <a:pt x="3969385" y="19050"/>
                </a:lnTo>
                <a:lnTo>
                  <a:pt x="3969385" y="0"/>
                </a:lnTo>
                <a:lnTo>
                  <a:pt x="3988435" y="0"/>
                </a:lnTo>
                <a:lnTo>
                  <a:pt x="3988435" y="19050"/>
                </a:lnTo>
                <a:close/>
              </a:path>
              <a:path w="11277600" h="1545589">
                <a:moveTo>
                  <a:pt x="4026535" y="19050"/>
                </a:moveTo>
                <a:lnTo>
                  <a:pt x="4007485" y="19050"/>
                </a:lnTo>
                <a:lnTo>
                  <a:pt x="4007485" y="0"/>
                </a:lnTo>
                <a:lnTo>
                  <a:pt x="4026535" y="0"/>
                </a:lnTo>
                <a:lnTo>
                  <a:pt x="4026535" y="19050"/>
                </a:lnTo>
                <a:close/>
              </a:path>
              <a:path w="11277600" h="1545589">
                <a:moveTo>
                  <a:pt x="4064635" y="19050"/>
                </a:moveTo>
                <a:lnTo>
                  <a:pt x="4045585" y="19050"/>
                </a:lnTo>
                <a:lnTo>
                  <a:pt x="4045585" y="0"/>
                </a:lnTo>
                <a:lnTo>
                  <a:pt x="4064635" y="0"/>
                </a:lnTo>
                <a:lnTo>
                  <a:pt x="4064635" y="19050"/>
                </a:lnTo>
                <a:close/>
              </a:path>
              <a:path w="11277600" h="1545589">
                <a:moveTo>
                  <a:pt x="4102735" y="19050"/>
                </a:moveTo>
                <a:lnTo>
                  <a:pt x="4083685" y="19050"/>
                </a:lnTo>
                <a:lnTo>
                  <a:pt x="4083685" y="0"/>
                </a:lnTo>
                <a:lnTo>
                  <a:pt x="4102735" y="0"/>
                </a:lnTo>
                <a:lnTo>
                  <a:pt x="4102735" y="19050"/>
                </a:lnTo>
                <a:close/>
              </a:path>
              <a:path w="11277600" h="1545589">
                <a:moveTo>
                  <a:pt x="4140835" y="19050"/>
                </a:moveTo>
                <a:lnTo>
                  <a:pt x="4121785" y="19050"/>
                </a:lnTo>
                <a:lnTo>
                  <a:pt x="4121785" y="0"/>
                </a:lnTo>
                <a:lnTo>
                  <a:pt x="4140835" y="0"/>
                </a:lnTo>
                <a:lnTo>
                  <a:pt x="4140835" y="19050"/>
                </a:lnTo>
                <a:close/>
              </a:path>
              <a:path w="11277600" h="1545589">
                <a:moveTo>
                  <a:pt x="4178935" y="19050"/>
                </a:moveTo>
                <a:lnTo>
                  <a:pt x="4159885" y="19050"/>
                </a:lnTo>
                <a:lnTo>
                  <a:pt x="4159885" y="0"/>
                </a:lnTo>
                <a:lnTo>
                  <a:pt x="4178935" y="0"/>
                </a:lnTo>
                <a:lnTo>
                  <a:pt x="4178935" y="19050"/>
                </a:lnTo>
                <a:close/>
              </a:path>
              <a:path w="11277600" h="1545589">
                <a:moveTo>
                  <a:pt x="4217035" y="19050"/>
                </a:moveTo>
                <a:lnTo>
                  <a:pt x="4197985" y="19050"/>
                </a:lnTo>
                <a:lnTo>
                  <a:pt x="4197985" y="0"/>
                </a:lnTo>
                <a:lnTo>
                  <a:pt x="4217035" y="0"/>
                </a:lnTo>
                <a:lnTo>
                  <a:pt x="4217035" y="19050"/>
                </a:lnTo>
                <a:close/>
              </a:path>
              <a:path w="11277600" h="1545589">
                <a:moveTo>
                  <a:pt x="4255135" y="19050"/>
                </a:moveTo>
                <a:lnTo>
                  <a:pt x="4236085" y="19050"/>
                </a:lnTo>
                <a:lnTo>
                  <a:pt x="4236085" y="0"/>
                </a:lnTo>
                <a:lnTo>
                  <a:pt x="4255135" y="0"/>
                </a:lnTo>
                <a:lnTo>
                  <a:pt x="4255135" y="19050"/>
                </a:lnTo>
                <a:close/>
              </a:path>
              <a:path w="11277600" h="1545589">
                <a:moveTo>
                  <a:pt x="4293235" y="19050"/>
                </a:moveTo>
                <a:lnTo>
                  <a:pt x="4274185" y="19050"/>
                </a:lnTo>
                <a:lnTo>
                  <a:pt x="4274185" y="0"/>
                </a:lnTo>
                <a:lnTo>
                  <a:pt x="4293235" y="0"/>
                </a:lnTo>
                <a:lnTo>
                  <a:pt x="4293235" y="19050"/>
                </a:lnTo>
                <a:close/>
              </a:path>
              <a:path w="11277600" h="1545589">
                <a:moveTo>
                  <a:pt x="4331335" y="19050"/>
                </a:moveTo>
                <a:lnTo>
                  <a:pt x="4312285" y="19050"/>
                </a:lnTo>
                <a:lnTo>
                  <a:pt x="4312285" y="0"/>
                </a:lnTo>
                <a:lnTo>
                  <a:pt x="4331335" y="0"/>
                </a:lnTo>
                <a:lnTo>
                  <a:pt x="4331335" y="19050"/>
                </a:lnTo>
                <a:close/>
              </a:path>
              <a:path w="11277600" h="1545589">
                <a:moveTo>
                  <a:pt x="4369435" y="19050"/>
                </a:moveTo>
                <a:lnTo>
                  <a:pt x="4350385" y="19050"/>
                </a:lnTo>
                <a:lnTo>
                  <a:pt x="4350385" y="0"/>
                </a:lnTo>
                <a:lnTo>
                  <a:pt x="4369435" y="0"/>
                </a:lnTo>
                <a:lnTo>
                  <a:pt x="4369435" y="19050"/>
                </a:lnTo>
                <a:close/>
              </a:path>
              <a:path w="11277600" h="1545589">
                <a:moveTo>
                  <a:pt x="4407535" y="19050"/>
                </a:moveTo>
                <a:lnTo>
                  <a:pt x="4388485" y="19050"/>
                </a:lnTo>
                <a:lnTo>
                  <a:pt x="4388485" y="0"/>
                </a:lnTo>
                <a:lnTo>
                  <a:pt x="4407535" y="0"/>
                </a:lnTo>
                <a:lnTo>
                  <a:pt x="4407535" y="19050"/>
                </a:lnTo>
                <a:close/>
              </a:path>
              <a:path w="11277600" h="1545589">
                <a:moveTo>
                  <a:pt x="4445635" y="19050"/>
                </a:moveTo>
                <a:lnTo>
                  <a:pt x="4426585" y="19050"/>
                </a:lnTo>
                <a:lnTo>
                  <a:pt x="4426585" y="0"/>
                </a:lnTo>
                <a:lnTo>
                  <a:pt x="4445635" y="0"/>
                </a:lnTo>
                <a:lnTo>
                  <a:pt x="4445635" y="19050"/>
                </a:lnTo>
                <a:close/>
              </a:path>
              <a:path w="11277600" h="1545589">
                <a:moveTo>
                  <a:pt x="4483735" y="19050"/>
                </a:moveTo>
                <a:lnTo>
                  <a:pt x="4464685" y="19050"/>
                </a:lnTo>
                <a:lnTo>
                  <a:pt x="4464685" y="0"/>
                </a:lnTo>
                <a:lnTo>
                  <a:pt x="4483735" y="0"/>
                </a:lnTo>
                <a:lnTo>
                  <a:pt x="4483735" y="19050"/>
                </a:lnTo>
                <a:close/>
              </a:path>
              <a:path w="11277600" h="1545589">
                <a:moveTo>
                  <a:pt x="4521835" y="19050"/>
                </a:moveTo>
                <a:lnTo>
                  <a:pt x="4502785" y="19050"/>
                </a:lnTo>
                <a:lnTo>
                  <a:pt x="4502785" y="0"/>
                </a:lnTo>
                <a:lnTo>
                  <a:pt x="4521835" y="0"/>
                </a:lnTo>
                <a:lnTo>
                  <a:pt x="4521835" y="19050"/>
                </a:lnTo>
                <a:close/>
              </a:path>
              <a:path w="11277600" h="1545589">
                <a:moveTo>
                  <a:pt x="4559935" y="19050"/>
                </a:moveTo>
                <a:lnTo>
                  <a:pt x="4540885" y="19050"/>
                </a:lnTo>
                <a:lnTo>
                  <a:pt x="4540885" y="0"/>
                </a:lnTo>
                <a:lnTo>
                  <a:pt x="4559935" y="0"/>
                </a:lnTo>
                <a:lnTo>
                  <a:pt x="4559935" y="19050"/>
                </a:lnTo>
                <a:close/>
              </a:path>
              <a:path w="11277600" h="1545589">
                <a:moveTo>
                  <a:pt x="4598035" y="19050"/>
                </a:moveTo>
                <a:lnTo>
                  <a:pt x="4578985" y="19050"/>
                </a:lnTo>
                <a:lnTo>
                  <a:pt x="4578985" y="0"/>
                </a:lnTo>
                <a:lnTo>
                  <a:pt x="4598035" y="0"/>
                </a:lnTo>
                <a:lnTo>
                  <a:pt x="4598035" y="19050"/>
                </a:lnTo>
                <a:close/>
              </a:path>
              <a:path w="11277600" h="1545589">
                <a:moveTo>
                  <a:pt x="4636135" y="19050"/>
                </a:moveTo>
                <a:lnTo>
                  <a:pt x="4617085" y="19050"/>
                </a:lnTo>
                <a:lnTo>
                  <a:pt x="4617085" y="0"/>
                </a:lnTo>
                <a:lnTo>
                  <a:pt x="4636135" y="0"/>
                </a:lnTo>
                <a:lnTo>
                  <a:pt x="4636135" y="19050"/>
                </a:lnTo>
                <a:close/>
              </a:path>
              <a:path w="11277600" h="1545589">
                <a:moveTo>
                  <a:pt x="4674235" y="19050"/>
                </a:moveTo>
                <a:lnTo>
                  <a:pt x="4655185" y="19050"/>
                </a:lnTo>
                <a:lnTo>
                  <a:pt x="4655185" y="0"/>
                </a:lnTo>
                <a:lnTo>
                  <a:pt x="4674235" y="0"/>
                </a:lnTo>
                <a:lnTo>
                  <a:pt x="4674235" y="19050"/>
                </a:lnTo>
                <a:close/>
              </a:path>
              <a:path w="11277600" h="1545589">
                <a:moveTo>
                  <a:pt x="4712335" y="19050"/>
                </a:moveTo>
                <a:lnTo>
                  <a:pt x="4693285" y="19050"/>
                </a:lnTo>
                <a:lnTo>
                  <a:pt x="4693285" y="0"/>
                </a:lnTo>
                <a:lnTo>
                  <a:pt x="4712335" y="0"/>
                </a:lnTo>
                <a:lnTo>
                  <a:pt x="4712335" y="19050"/>
                </a:lnTo>
                <a:close/>
              </a:path>
              <a:path w="11277600" h="1545589">
                <a:moveTo>
                  <a:pt x="4750435" y="19050"/>
                </a:moveTo>
                <a:lnTo>
                  <a:pt x="4731385" y="19050"/>
                </a:lnTo>
                <a:lnTo>
                  <a:pt x="4731385" y="0"/>
                </a:lnTo>
                <a:lnTo>
                  <a:pt x="4750435" y="0"/>
                </a:lnTo>
                <a:lnTo>
                  <a:pt x="4750435" y="19050"/>
                </a:lnTo>
                <a:close/>
              </a:path>
              <a:path w="11277600" h="1545589">
                <a:moveTo>
                  <a:pt x="4788535" y="19050"/>
                </a:moveTo>
                <a:lnTo>
                  <a:pt x="4769485" y="19050"/>
                </a:lnTo>
                <a:lnTo>
                  <a:pt x="4769485" y="0"/>
                </a:lnTo>
                <a:lnTo>
                  <a:pt x="4788535" y="0"/>
                </a:lnTo>
                <a:lnTo>
                  <a:pt x="4788535" y="19050"/>
                </a:lnTo>
                <a:close/>
              </a:path>
              <a:path w="11277600" h="1545589">
                <a:moveTo>
                  <a:pt x="4826635" y="19050"/>
                </a:moveTo>
                <a:lnTo>
                  <a:pt x="4807585" y="19050"/>
                </a:lnTo>
                <a:lnTo>
                  <a:pt x="4807585" y="0"/>
                </a:lnTo>
                <a:lnTo>
                  <a:pt x="4826635" y="0"/>
                </a:lnTo>
                <a:lnTo>
                  <a:pt x="4826635" y="19050"/>
                </a:lnTo>
                <a:close/>
              </a:path>
              <a:path w="11277600" h="1545589">
                <a:moveTo>
                  <a:pt x="4864735" y="19050"/>
                </a:moveTo>
                <a:lnTo>
                  <a:pt x="4845685" y="19050"/>
                </a:lnTo>
                <a:lnTo>
                  <a:pt x="4845685" y="0"/>
                </a:lnTo>
                <a:lnTo>
                  <a:pt x="4864735" y="0"/>
                </a:lnTo>
                <a:lnTo>
                  <a:pt x="4864735" y="19050"/>
                </a:lnTo>
                <a:close/>
              </a:path>
              <a:path w="11277600" h="1545589">
                <a:moveTo>
                  <a:pt x="4902835" y="19050"/>
                </a:moveTo>
                <a:lnTo>
                  <a:pt x="4883785" y="19050"/>
                </a:lnTo>
                <a:lnTo>
                  <a:pt x="4883785" y="0"/>
                </a:lnTo>
                <a:lnTo>
                  <a:pt x="4902835" y="0"/>
                </a:lnTo>
                <a:lnTo>
                  <a:pt x="4902835" y="19050"/>
                </a:lnTo>
                <a:close/>
              </a:path>
              <a:path w="11277600" h="1545589">
                <a:moveTo>
                  <a:pt x="4940935" y="19050"/>
                </a:moveTo>
                <a:lnTo>
                  <a:pt x="4921885" y="19050"/>
                </a:lnTo>
                <a:lnTo>
                  <a:pt x="4921885" y="0"/>
                </a:lnTo>
                <a:lnTo>
                  <a:pt x="4940935" y="0"/>
                </a:lnTo>
                <a:lnTo>
                  <a:pt x="4940935" y="19050"/>
                </a:lnTo>
                <a:close/>
              </a:path>
              <a:path w="11277600" h="1545589">
                <a:moveTo>
                  <a:pt x="4979035" y="19050"/>
                </a:moveTo>
                <a:lnTo>
                  <a:pt x="4959985" y="19050"/>
                </a:lnTo>
                <a:lnTo>
                  <a:pt x="4959985" y="0"/>
                </a:lnTo>
                <a:lnTo>
                  <a:pt x="4979035" y="0"/>
                </a:lnTo>
                <a:lnTo>
                  <a:pt x="4979035" y="19050"/>
                </a:lnTo>
                <a:close/>
              </a:path>
              <a:path w="11277600" h="1545589">
                <a:moveTo>
                  <a:pt x="5017135" y="19050"/>
                </a:moveTo>
                <a:lnTo>
                  <a:pt x="4998085" y="19050"/>
                </a:lnTo>
                <a:lnTo>
                  <a:pt x="4998085" y="0"/>
                </a:lnTo>
                <a:lnTo>
                  <a:pt x="5017135" y="0"/>
                </a:lnTo>
                <a:lnTo>
                  <a:pt x="5017135" y="19050"/>
                </a:lnTo>
                <a:close/>
              </a:path>
              <a:path w="11277600" h="1545589">
                <a:moveTo>
                  <a:pt x="5055235" y="19050"/>
                </a:moveTo>
                <a:lnTo>
                  <a:pt x="5036185" y="19050"/>
                </a:lnTo>
                <a:lnTo>
                  <a:pt x="5036185" y="0"/>
                </a:lnTo>
                <a:lnTo>
                  <a:pt x="5055235" y="0"/>
                </a:lnTo>
                <a:lnTo>
                  <a:pt x="5055235" y="19050"/>
                </a:lnTo>
                <a:close/>
              </a:path>
              <a:path w="11277600" h="1545589">
                <a:moveTo>
                  <a:pt x="5093335" y="19050"/>
                </a:moveTo>
                <a:lnTo>
                  <a:pt x="5074285" y="19050"/>
                </a:lnTo>
                <a:lnTo>
                  <a:pt x="5074285" y="0"/>
                </a:lnTo>
                <a:lnTo>
                  <a:pt x="5093335" y="0"/>
                </a:lnTo>
                <a:lnTo>
                  <a:pt x="5093335" y="19050"/>
                </a:lnTo>
                <a:close/>
              </a:path>
              <a:path w="11277600" h="1545589">
                <a:moveTo>
                  <a:pt x="5131435" y="19050"/>
                </a:moveTo>
                <a:lnTo>
                  <a:pt x="5112385" y="19050"/>
                </a:lnTo>
                <a:lnTo>
                  <a:pt x="5112385" y="0"/>
                </a:lnTo>
                <a:lnTo>
                  <a:pt x="5131435" y="0"/>
                </a:lnTo>
                <a:lnTo>
                  <a:pt x="5131435" y="19050"/>
                </a:lnTo>
                <a:close/>
              </a:path>
              <a:path w="11277600" h="1545589">
                <a:moveTo>
                  <a:pt x="5169535" y="19050"/>
                </a:moveTo>
                <a:lnTo>
                  <a:pt x="5150485" y="19050"/>
                </a:lnTo>
                <a:lnTo>
                  <a:pt x="5150485" y="0"/>
                </a:lnTo>
                <a:lnTo>
                  <a:pt x="5169535" y="0"/>
                </a:lnTo>
                <a:lnTo>
                  <a:pt x="5169535" y="19050"/>
                </a:lnTo>
                <a:close/>
              </a:path>
              <a:path w="11277600" h="1545589">
                <a:moveTo>
                  <a:pt x="5207635" y="19050"/>
                </a:moveTo>
                <a:lnTo>
                  <a:pt x="5188585" y="19050"/>
                </a:lnTo>
                <a:lnTo>
                  <a:pt x="5188585" y="0"/>
                </a:lnTo>
                <a:lnTo>
                  <a:pt x="5207635" y="0"/>
                </a:lnTo>
                <a:lnTo>
                  <a:pt x="5207635" y="19050"/>
                </a:lnTo>
                <a:close/>
              </a:path>
              <a:path w="11277600" h="1545589">
                <a:moveTo>
                  <a:pt x="5245735" y="19050"/>
                </a:moveTo>
                <a:lnTo>
                  <a:pt x="5226685" y="19050"/>
                </a:lnTo>
                <a:lnTo>
                  <a:pt x="5226685" y="0"/>
                </a:lnTo>
                <a:lnTo>
                  <a:pt x="5245735" y="0"/>
                </a:lnTo>
                <a:lnTo>
                  <a:pt x="5245735" y="19050"/>
                </a:lnTo>
                <a:close/>
              </a:path>
              <a:path w="11277600" h="1545589">
                <a:moveTo>
                  <a:pt x="5283835" y="19050"/>
                </a:moveTo>
                <a:lnTo>
                  <a:pt x="5264785" y="19050"/>
                </a:lnTo>
                <a:lnTo>
                  <a:pt x="5264785" y="0"/>
                </a:lnTo>
                <a:lnTo>
                  <a:pt x="5283835" y="0"/>
                </a:lnTo>
                <a:lnTo>
                  <a:pt x="5283835" y="19050"/>
                </a:lnTo>
                <a:close/>
              </a:path>
              <a:path w="11277600" h="1545589">
                <a:moveTo>
                  <a:pt x="5321935" y="19050"/>
                </a:moveTo>
                <a:lnTo>
                  <a:pt x="5302885" y="19050"/>
                </a:lnTo>
                <a:lnTo>
                  <a:pt x="5302885" y="0"/>
                </a:lnTo>
                <a:lnTo>
                  <a:pt x="5321935" y="0"/>
                </a:lnTo>
                <a:lnTo>
                  <a:pt x="5321935" y="19050"/>
                </a:lnTo>
                <a:close/>
              </a:path>
              <a:path w="11277600" h="1545589">
                <a:moveTo>
                  <a:pt x="5360035" y="19050"/>
                </a:moveTo>
                <a:lnTo>
                  <a:pt x="5340985" y="19050"/>
                </a:lnTo>
                <a:lnTo>
                  <a:pt x="5340985" y="0"/>
                </a:lnTo>
                <a:lnTo>
                  <a:pt x="5360035" y="0"/>
                </a:lnTo>
                <a:lnTo>
                  <a:pt x="5360035" y="19050"/>
                </a:lnTo>
                <a:close/>
              </a:path>
              <a:path w="11277600" h="1545589">
                <a:moveTo>
                  <a:pt x="5398135" y="19050"/>
                </a:moveTo>
                <a:lnTo>
                  <a:pt x="5379085" y="19050"/>
                </a:lnTo>
                <a:lnTo>
                  <a:pt x="5379085" y="0"/>
                </a:lnTo>
                <a:lnTo>
                  <a:pt x="5398135" y="0"/>
                </a:lnTo>
                <a:lnTo>
                  <a:pt x="5398135" y="19050"/>
                </a:lnTo>
                <a:close/>
              </a:path>
              <a:path w="11277600" h="1545589">
                <a:moveTo>
                  <a:pt x="5436235" y="19050"/>
                </a:moveTo>
                <a:lnTo>
                  <a:pt x="5417185" y="19050"/>
                </a:lnTo>
                <a:lnTo>
                  <a:pt x="5417185" y="0"/>
                </a:lnTo>
                <a:lnTo>
                  <a:pt x="5436235" y="0"/>
                </a:lnTo>
                <a:lnTo>
                  <a:pt x="5436235" y="19050"/>
                </a:lnTo>
                <a:close/>
              </a:path>
              <a:path w="11277600" h="1545589">
                <a:moveTo>
                  <a:pt x="5474335" y="19050"/>
                </a:moveTo>
                <a:lnTo>
                  <a:pt x="5455285" y="19050"/>
                </a:lnTo>
                <a:lnTo>
                  <a:pt x="5455285" y="0"/>
                </a:lnTo>
                <a:lnTo>
                  <a:pt x="5474335" y="0"/>
                </a:lnTo>
                <a:lnTo>
                  <a:pt x="5474335" y="19050"/>
                </a:lnTo>
                <a:close/>
              </a:path>
              <a:path w="11277600" h="1545589">
                <a:moveTo>
                  <a:pt x="5512435" y="19050"/>
                </a:moveTo>
                <a:lnTo>
                  <a:pt x="5493385" y="19050"/>
                </a:lnTo>
                <a:lnTo>
                  <a:pt x="5493385" y="0"/>
                </a:lnTo>
                <a:lnTo>
                  <a:pt x="5512435" y="0"/>
                </a:lnTo>
                <a:lnTo>
                  <a:pt x="5512435" y="19050"/>
                </a:lnTo>
                <a:close/>
              </a:path>
              <a:path w="11277600" h="1545589">
                <a:moveTo>
                  <a:pt x="5550535" y="19050"/>
                </a:moveTo>
                <a:lnTo>
                  <a:pt x="5531485" y="19050"/>
                </a:lnTo>
                <a:lnTo>
                  <a:pt x="5531485" y="0"/>
                </a:lnTo>
                <a:lnTo>
                  <a:pt x="5550535" y="0"/>
                </a:lnTo>
                <a:lnTo>
                  <a:pt x="5550535" y="19050"/>
                </a:lnTo>
                <a:close/>
              </a:path>
              <a:path w="11277600" h="1545589">
                <a:moveTo>
                  <a:pt x="5588635" y="19050"/>
                </a:moveTo>
                <a:lnTo>
                  <a:pt x="5569585" y="19050"/>
                </a:lnTo>
                <a:lnTo>
                  <a:pt x="5569585" y="0"/>
                </a:lnTo>
                <a:lnTo>
                  <a:pt x="5588635" y="0"/>
                </a:lnTo>
                <a:lnTo>
                  <a:pt x="5588635" y="19050"/>
                </a:lnTo>
                <a:close/>
              </a:path>
              <a:path w="11277600" h="1545589">
                <a:moveTo>
                  <a:pt x="5626735" y="19050"/>
                </a:moveTo>
                <a:lnTo>
                  <a:pt x="5607685" y="19050"/>
                </a:lnTo>
                <a:lnTo>
                  <a:pt x="5607685" y="0"/>
                </a:lnTo>
                <a:lnTo>
                  <a:pt x="5626735" y="0"/>
                </a:lnTo>
                <a:lnTo>
                  <a:pt x="5626735" y="19050"/>
                </a:lnTo>
                <a:close/>
              </a:path>
              <a:path w="11277600" h="1545589">
                <a:moveTo>
                  <a:pt x="5664835" y="19050"/>
                </a:moveTo>
                <a:lnTo>
                  <a:pt x="5645785" y="19050"/>
                </a:lnTo>
                <a:lnTo>
                  <a:pt x="5645785" y="0"/>
                </a:lnTo>
                <a:lnTo>
                  <a:pt x="5664835" y="0"/>
                </a:lnTo>
                <a:lnTo>
                  <a:pt x="5664835" y="19050"/>
                </a:lnTo>
                <a:close/>
              </a:path>
              <a:path w="11277600" h="1545589">
                <a:moveTo>
                  <a:pt x="5702935" y="19050"/>
                </a:moveTo>
                <a:lnTo>
                  <a:pt x="5683885" y="19050"/>
                </a:lnTo>
                <a:lnTo>
                  <a:pt x="5683885" y="0"/>
                </a:lnTo>
                <a:lnTo>
                  <a:pt x="5702935" y="0"/>
                </a:lnTo>
                <a:lnTo>
                  <a:pt x="5702935" y="19050"/>
                </a:lnTo>
                <a:close/>
              </a:path>
              <a:path w="11277600" h="1545589">
                <a:moveTo>
                  <a:pt x="5741035" y="19050"/>
                </a:moveTo>
                <a:lnTo>
                  <a:pt x="5721985" y="19050"/>
                </a:lnTo>
                <a:lnTo>
                  <a:pt x="5721985" y="0"/>
                </a:lnTo>
                <a:lnTo>
                  <a:pt x="5741035" y="0"/>
                </a:lnTo>
                <a:lnTo>
                  <a:pt x="5741035" y="19050"/>
                </a:lnTo>
                <a:close/>
              </a:path>
              <a:path w="11277600" h="1545589">
                <a:moveTo>
                  <a:pt x="5779135" y="19050"/>
                </a:moveTo>
                <a:lnTo>
                  <a:pt x="5760085" y="19050"/>
                </a:lnTo>
                <a:lnTo>
                  <a:pt x="5760085" y="0"/>
                </a:lnTo>
                <a:lnTo>
                  <a:pt x="5779135" y="0"/>
                </a:lnTo>
                <a:lnTo>
                  <a:pt x="5779135" y="19050"/>
                </a:lnTo>
                <a:close/>
              </a:path>
              <a:path w="11277600" h="1545589">
                <a:moveTo>
                  <a:pt x="5817235" y="19050"/>
                </a:moveTo>
                <a:lnTo>
                  <a:pt x="5798185" y="19050"/>
                </a:lnTo>
                <a:lnTo>
                  <a:pt x="5798185" y="0"/>
                </a:lnTo>
                <a:lnTo>
                  <a:pt x="5817235" y="0"/>
                </a:lnTo>
                <a:lnTo>
                  <a:pt x="5817235" y="19050"/>
                </a:lnTo>
                <a:close/>
              </a:path>
              <a:path w="11277600" h="1545589">
                <a:moveTo>
                  <a:pt x="5855335" y="19050"/>
                </a:moveTo>
                <a:lnTo>
                  <a:pt x="5836285" y="19050"/>
                </a:lnTo>
                <a:lnTo>
                  <a:pt x="5836285" y="0"/>
                </a:lnTo>
                <a:lnTo>
                  <a:pt x="5855335" y="0"/>
                </a:lnTo>
                <a:lnTo>
                  <a:pt x="5855335" y="19050"/>
                </a:lnTo>
                <a:close/>
              </a:path>
              <a:path w="11277600" h="1545589">
                <a:moveTo>
                  <a:pt x="5893435" y="19050"/>
                </a:moveTo>
                <a:lnTo>
                  <a:pt x="5874385" y="19050"/>
                </a:lnTo>
                <a:lnTo>
                  <a:pt x="5874385" y="0"/>
                </a:lnTo>
                <a:lnTo>
                  <a:pt x="5893435" y="0"/>
                </a:lnTo>
                <a:lnTo>
                  <a:pt x="5893435" y="19050"/>
                </a:lnTo>
                <a:close/>
              </a:path>
              <a:path w="11277600" h="1545589">
                <a:moveTo>
                  <a:pt x="5931535" y="19050"/>
                </a:moveTo>
                <a:lnTo>
                  <a:pt x="5912485" y="19050"/>
                </a:lnTo>
                <a:lnTo>
                  <a:pt x="5912485" y="0"/>
                </a:lnTo>
                <a:lnTo>
                  <a:pt x="5931535" y="0"/>
                </a:lnTo>
                <a:lnTo>
                  <a:pt x="5931535" y="19050"/>
                </a:lnTo>
                <a:close/>
              </a:path>
              <a:path w="11277600" h="1545589">
                <a:moveTo>
                  <a:pt x="5969635" y="19050"/>
                </a:moveTo>
                <a:lnTo>
                  <a:pt x="5950585" y="19050"/>
                </a:lnTo>
                <a:lnTo>
                  <a:pt x="5950585" y="0"/>
                </a:lnTo>
                <a:lnTo>
                  <a:pt x="5969635" y="0"/>
                </a:lnTo>
                <a:lnTo>
                  <a:pt x="5969635" y="19050"/>
                </a:lnTo>
                <a:close/>
              </a:path>
              <a:path w="11277600" h="1545589">
                <a:moveTo>
                  <a:pt x="6007735" y="19050"/>
                </a:moveTo>
                <a:lnTo>
                  <a:pt x="5988685" y="19050"/>
                </a:lnTo>
                <a:lnTo>
                  <a:pt x="5988685" y="0"/>
                </a:lnTo>
                <a:lnTo>
                  <a:pt x="6007735" y="0"/>
                </a:lnTo>
                <a:lnTo>
                  <a:pt x="6007735" y="19050"/>
                </a:lnTo>
                <a:close/>
              </a:path>
              <a:path w="11277600" h="1545589">
                <a:moveTo>
                  <a:pt x="6045835" y="19050"/>
                </a:moveTo>
                <a:lnTo>
                  <a:pt x="6026785" y="19050"/>
                </a:lnTo>
                <a:lnTo>
                  <a:pt x="6026785" y="0"/>
                </a:lnTo>
                <a:lnTo>
                  <a:pt x="6045835" y="0"/>
                </a:lnTo>
                <a:lnTo>
                  <a:pt x="6045835" y="19050"/>
                </a:lnTo>
                <a:close/>
              </a:path>
              <a:path w="11277600" h="1545589">
                <a:moveTo>
                  <a:pt x="6083935" y="19050"/>
                </a:moveTo>
                <a:lnTo>
                  <a:pt x="6064885" y="19050"/>
                </a:lnTo>
                <a:lnTo>
                  <a:pt x="6064885" y="0"/>
                </a:lnTo>
                <a:lnTo>
                  <a:pt x="6083935" y="0"/>
                </a:lnTo>
                <a:lnTo>
                  <a:pt x="6083935" y="19050"/>
                </a:lnTo>
                <a:close/>
              </a:path>
              <a:path w="11277600" h="1545589">
                <a:moveTo>
                  <a:pt x="6122034" y="19050"/>
                </a:moveTo>
                <a:lnTo>
                  <a:pt x="6102985" y="19050"/>
                </a:lnTo>
                <a:lnTo>
                  <a:pt x="6102985" y="0"/>
                </a:lnTo>
                <a:lnTo>
                  <a:pt x="6122034" y="0"/>
                </a:lnTo>
                <a:lnTo>
                  <a:pt x="6122034" y="19050"/>
                </a:lnTo>
                <a:close/>
              </a:path>
              <a:path w="11277600" h="1545589">
                <a:moveTo>
                  <a:pt x="6160134" y="19050"/>
                </a:moveTo>
                <a:lnTo>
                  <a:pt x="6141084" y="19050"/>
                </a:lnTo>
                <a:lnTo>
                  <a:pt x="6141084" y="0"/>
                </a:lnTo>
                <a:lnTo>
                  <a:pt x="6160134" y="0"/>
                </a:lnTo>
                <a:lnTo>
                  <a:pt x="6160134" y="19050"/>
                </a:lnTo>
                <a:close/>
              </a:path>
              <a:path w="11277600" h="1545589">
                <a:moveTo>
                  <a:pt x="6198234" y="19050"/>
                </a:moveTo>
                <a:lnTo>
                  <a:pt x="6179184" y="19050"/>
                </a:lnTo>
                <a:lnTo>
                  <a:pt x="6179184" y="0"/>
                </a:lnTo>
                <a:lnTo>
                  <a:pt x="6198234" y="0"/>
                </a:lnTo>
                <a:lnTo>
                  <a:pt x="6198234" y="19050"/>
                </a:lnTo>
                <a:close/>
              </a:path>
              <a:path w="11277600" h="1545589">
                <a:moveTo>
                  <a:pt x="6236334" y="19050"/>
                </a:moveTo>
                <a:lnTo>
                  <a:pt x="6217284" y="19050"/>
                </a:lnTo>
                <a:lnTo>
                  <a:pt x="6217284" y="0"/>
                </a:lnTo>
                <a:lnTo>
                  <a:pt x="6236334" y="0"/>
                </a:lnTo>
                <a:lnTo>
                  <a:pt x="6236334" y="19050"/>
                </a:lnTo>
                <a:close/>
              </a:path>
              <a:path w="11277600" h="1545589">
                <a:moveTo>
                  <a:pt x="6274434" y="19050"/>
                </a:moveTo>
                <a:lnTo>
                  <a:pt x="6255384" y="19050"/>
                </a:lnTo>
                <a:lnTo>
                  <a:pt x="6255384" y="0"/>
                </a:lnTo>
                <a:lnTo>
                  <a:pt x="6274434" y="0"/>
                </a:lnTo>
                <a:lnTo>
                  <a:pt x="6274434" y="19050"/>
                </a:lnTo>
                <a:close/>
              </a:path>
              <a:path w="11277600" h="1545589">
                <a:moveTo>
                  <a:pt x="6312534" y="19050"/>
                </a:moveTo>
                <a:lnTo>
                  <a:pt x="6293484" y="19050"/>
                </a:lnTo>
                <a:lnTo>
                  <a:pt x="6293484" y="0"/>
                </a:lnTo>
                <a:lnTo>
                  <a:pt x="6312534" y="0"/>
                </a:lnTo>
                <a:lnTo>
                  <a:pt x="6312534" y="19050"/>
                </a:lnTo>
                <a:close/>
              </a:path>
              <a:path w="11277600" h="1545589">
                <a:moveTo>
                  <a:pt x="6350634" y="19050"/>
                </a:moveTo>
                <a:lnTo>
                  <a:pt x="6331584" y="19050"/>
                </a:lnTo>
                <a:lnTo>
                  <a:pt x="6331584" y="0"/>
                </a:lnTo>
                <a:lnTo>
                  <a:pt x="6350634" y="0"/>
                </a:lnTo>
                <a:lnTo>
                  <a:pt x="6350634" y="19050"/>
                </a:lnTo>
                <a:close/>
              </a:path>
              <a:path w="11277600" h="1545589">
                <a:moveTo>
                  <a:pt x="6388734" y="19050"/>
                </a:moveTo>
                <a:lnTo>
                  <a:pt x="6369684" y="19050"/>
                </a:lnTo>
                <a:lnTo>
                  <a:pt x="6369684" y="0"/>
                </a:lnTo>
                <a:lnTo>
                  <a:pt x="6388734" y="0"/>
                </a:lnTo>
                <a:lnTo>
                  <a:pt x="6388734" y="19050"/>
                </a:lnTo>
                <a:close/>
              </a:path>
              <a:path w="11277600" h="1545589">
                <a:moveTo>
                  <a:pt x="6426834" y="19050"/>
                </a:moveTo>
                <a:lnTo>
                  <a:pt x="6407784" y="19050"/>
                </a:lnTo>
                <a:lnTo>
                  <a:pt x="6407784" y="0"/>
                </a:lnTo>
                <a:lnTo>
                  <a:pt x="6426834" y="0"/>
                </a:lnTo>
                <a:lnTo>
                  <a:pt x="6426834" y="19050"/>
                </a:lnTo>
                <a:close/>
              </a:path>
              <a:path w="11277600" h="1545589">
                <a:moveTo>
                  <a:pt x="6464934" y="19050"/>
                </a:moveTo>
                <a:lnTo>
                  <a:pt x="6445884" y="19050"/>
                </a:lnTo>
                <a:lnTo>
                  <a:pt x="6445884" y="0"/>
                </a:lnTo>
                <a:lnTo>
                  <a:pt x="6464934" y="0"/>
                </a:lnTo>
                <a:lnTo>
                  <a:pt x="6464934" y="19050"/>
                </a:lnTo>
                <a:close/>
              </a:path>
              <a:path w="11277600" h="1545589">
                <a:moveTo>
                  <a:pt x="6503034" y="19050"/>
                </a:moveTo>
                <a:lnTo>
                  <a:pt x="6483984" y="19050"/>
                </a:lnTo>
                <a:lnTo>
                  <a:pt x="6483984" y="0"/>
                </a:lnTo>
                <a:lnTo>
                  <a:pt x="6503034" y="0"/>
                </a:lnTo>
                <a:lnTo>
                  <a:pt x="6503034" y="19050"/>
                </a:lnTo>
                <a:close/>
              </a:path>
              <a:path w="11277600" h="1545589">
                <a:moveTo>
                  <a:pt x="6541134" y="19050"/>
                </a:moveTo>
                <a:lnTo>
                  <a:pt x="6522084" y="19050"/>
                </a:lnTo>
                <a:lnTo>
                  <a:pt x="6522084" y="0"/>
                </a:lnTo>
                <a:lnTo>
                  <a:pt x="6541134" y="0"/>
                </a:lnTo>
                <a:lnTo>
                  <a:pt x="6541134" y="19050"/>
                </a:lnTo>
                <a:close/>
              </a:path>
              <a:path w="11277600" h="1545589">
                <a:moveTo>
                  <a:pt x="6579234" y="19050"/>
                </a:moveTo>
                <a:lnTo>
                  <a:pt x="6560184" y="19050"/>
                </a:lnTo>
                <a:lnTo>
                  <a:pt x="6560184" y="0"/>
                </a:lnTo>
                <a:lnTo>
                  <a:pt x="6579234" y="0"/>
                </a:lnTo>
                <a:lnTo>
                  <a:pt x="6579234" y="19050"/>
                </a:lnTo>
                <a:close/>
              </a:path>
              <a:path w="11277600" h="1545589">
                <a:moveTo>
                  <a:pt x="6617334" y="19050"/>
                </a:moveTo>
                <a:lnTo>
                  <a:pt x="6598284" y="19050"/>
                </a:lnTo>
                <a:lnTo>
                  <a:pt x="6598284" y="0"/>
                </a:lnTo>
                <a:lnTo>
                  <a:pt x="6617334" y="0"/>
                </a:lnTo>
                <a:lnTo>
                  <a:pt x="6617334" y="19050"/>
                </a:lnTo>
                <a:close/>
              </a:path>
              <a:path w="11277600" h="1545589">
                <a:moveTo>
                  <a:pt x="6655434" y="19050"/>
                </a:moveTo>
                <a:lnTo>
                  <a:pt x="6636384" y="19050"/>
                </a:lnTo>
                <a:lnTo>
                  <a:pt x="6636384" y="0"/>
                </a:lnTo>
                <a:lnTo>
                  <a:pt x="6655434" y="0"/>
                </a:lnTo>
                <a:lnTo>
                  <a:pt x="6655434" y="19050"/>
                </a:lnTo>
                <a:close/>
              </a:path>
              <a:path w="11277600" h="1545589">
                <a:moveTo>
                  <a:pt x="6693534" y="19050"/>
                </a:moveTo>
                <a:lnTo>
                  <a:pt x="6674484" y="19050"/>
                </a:lnTo>
                <a:lnTo>
                  <a:pt x="6674484" y="0"/>
                </a:lnTo>
                <a:lnTo>
                  <a:pt x="6693534" y="0"/>
                </a:lnTo>
                <a:lnTo>
                  <a:pt x="6693534" y="19050"/>
                </a:lnTo>
                <a:close/>
              </a:path>
              <a:path w="11277600" h="1545589">
                <a:moveTo>
                  <a:pt x="6731634" y="19050"/>
                </a:moveTo>
                <a:lnTo>
                  <a:pt x="6712584" y="19050"/>
                </a:lnTo>
                <a:lnTo>
                  <a:pt x="6712584" y="0"/>
                </a:lnTo>
                <a:lnTo>
                  <a:pt x="6731634" y="0"/>
                </a:lnTo>
                <a:lnTo>
                  <a:pt x="6731634" y="19050"/>
                </a:lnTo>
                <a:close/>
              </a:path>
              <a:path w="11277600" h="1545589">
                <a:moveTo>
                  <a:pt x="6769734" y="19050"/>
                </a:moveTo>
                <a:lnTo>
                  <a:pt x="6750684" y="19050"/>
                </a:lnTo>
                <a:lnTo>
                  <a:pt x="6750684" y="0"/>
                </a:lnTo>
                <a:lnTo>
                  <a:pt x="6769734" y="0"/>
                </a:lnTo>
                <a:lnTo>
                  <a:pt x="6769734" y="19050"/>
                </a:lnTo>
                <a:close/>
              </a:path>
              <a:path w="11277600" h="1545589">
                <a:moveTo>
                  <a:pt x="6807834" y="19050"/>
                </a:moveTo>
                <a:lnTo>
                  <a:pt x="6788784" y="19050"/>
                </a:lnTo>
                <a:lnTo>
                  <a:pt x="6788784" y="0"/>
                </a:lnTo>
                <a:lnTo>
                  <a:pt x="6807834" y="0"/>
                </a:lnTo>
                <a:lnTo>
                  <a:pt x="6807834" y="19050"/>
                </a:lnTo>
                <a:close/>
              </a:path>
              <a:path w="11277600" h="1545589">
                <a:moveTo>
                  <a:pt x="6845934" y="19050"/>
                </a:moveTo>
                <a:lnTo>
                  <a:pt x="6826884" y="19050"/>
                </a:lnTo>
                <a:lnTo>
                  <a:pt x="6826884" y="0"/>
                </a:lnTo>
                <a:lnTo>
                  <a:pt x="6845934" y="0"/>
                </a:lnTo>
                <a:lnTo>
                  <a:pt x="6845934" y="19050"/>
                </a:lnTo>
                <a:close/>
              </a:path>
              <a:path w="11277600" h="1545589">
                <a:moveTo>
                  <a:pt x="6884034" y="19050"/>
                </a:moveTo>
                <a:lnTo>
                  <a:pt x="6864984" y="19050"/>
                </a:lnTo>
                <a:lnTo>
                  <a:pt x="6864984" y="0"/>
                </a:lnTo>
                <a:lnTo>
                  <a:pt x="6884034" y="0"/>
                </a:lnTo>
                <a:lnTo>
                  <a:pt x="6884034" y="19050"/>
                </a:lnTo>
                <a:close/>
              </a:path>
              <a:path w="11277600" h="1545589">
                <a:moveTo>
                  <a:pt x="6922134" y="19050"/>
                </a:moveTo>
                <a:lnTo>
                  <a:pt x="6903084" y="19050"/>
                </a:lnTo>
                <a:lnTo>
                  <a:pt x="6903084" y="0"/>
                </a:lnTo>
                <a:lnTo>
                  <a:pt x="6922134" y="0"/>
                </a:lnTo>
                <a:lnTo>
                  <a:pt x="6922134" y="19050"/>
                </a:lnTo>
                <a:close/>
              </a:path>
              <a:path w="11277600" h="1545589">
                <a:moveTo>
                  <a:pt x="6960234" y="19050"/>
                </a:moveTo>
                <a:lnTo>
                  <a:pt x="6941184" y="19050"/>
                </a:lnTo>
                <a:lnTo>
                  <a:pt x="6941184" y="0"/>
                </a:lnTo>
                <a:lnTo>
                  <a:pt x="6960234" y="0"/>
                </a:lnTo>
                <a:lnTo>
                  <a:pt x="6960234" y="19050"/>
                </a:lnTo>
                <a:close/>
              </a:path>
              <a:path w="11277600" h="1545589">
                <a:moveTo>
                  <a:pt x="6998334" y="19050"/>
                </a:moveTo>
                <a:lnTo>
                  <a:pt x="6979284" y="19050"/>
                </a:lnTo>
                <a:lnTo>
                  <a:pt x="6979284" y="0"/>
                </a:lnTo>
                <a:lnTo>
                  <a:pt x="6998334" y="0"/>
                </a:lnTo>
                <a:lnTo>
                  <a:pt x="6998334" y="19050"/>
                </a:lnTo>
                <a:close/>
              </a:path>
              <a:path w="11277600" h="1545589">
                <a:moveTo>
                  <a:pt x="7036434" y="19050"/>
                </a:moveTo>
                <a:lnTo>
                  <a:pt x="7017384" y="19050"/>
                </a:lnTo>
                <a:lnTo>
                  <a:pt x="7017384" y="0"/>
                </a:lnTo>
                <a:lnTo>
                  <a:pt x="7036434" y="0"/>
                </a:lnTo>
                <a:lnTo>
                  <a:pt x="7036434" y="19050"/>
                </a:lnTo>
                <a:close/>
              </a:path>
              <a:path w="11277600" h="1545589">
                <a:moveTo>
                  <a:pt x="7074534" y="19050"/>
                </a:moveTo>
                <a:lnTo>
                  <a:pt x="7055484" y="19050"/>
                </a:lnTo>
                <a:lnTo>
                  <a:pt x="7055484" y="0"/>
                </a:lnTo>
                <a:lnTo>
                  <a:pt x="7074534" y="0"/>
                </a:lnTo>
                <a:lnTo>
                  <a:pt x="7074534" y="19050"/>
                </a:lnTo>
                <a:close/>
              </a:path>
              <a:path w="11277600" h="1545589">
                <a:moveTo>
                  <a:pt x="7112634" y="19050"/>
                </a:moveTo>
                <a:lnTo>
                  <a:pt x="7093584" y="19050"/>
                </a:lnTo>
                <a:lnTo>
                  <a:pt x="7093584" y="0"/>
                </a:lnTo>
                <a:lnTo>
                  <a:pt x="7112634" y="0"/>
                </a:lnTo>
                <a:lnTo>
                  <a:pt x="7112634" y="19050"/>
                </a:lnTo>
                <a:close/>
              </a:path>
              <a:path w="11277600" h="1545589">
                <a:moveTo>
                  <a:pt x="7150734" y="19050"/>
                </a:moveTo>
                <a:lnTo>
                  <a:pt x="7131684" y="19050"/>
                </a:lnTo>
                <a:lnTo>
                  <a:pt x="7131684" y="0"/>
                </a:lnTo>
                <a:lnTo>
                  <a:pt x="7150734" y="0"/>
                </a:lnTo>
                <a:lnTo>
                  <a:pt x="7150734" y="19050"/>
                </a:lnTo>
                <a:close/>
              </a:path>
              <a:path w="11277600" h="1545589">
                <a:moveTo>
                  <a:pt x="7188834" y="19050"/>
                </a:moveTo>
                <a:lnTo>
                  <a:pt x="7169784" y="19050"/>
                </a:lnTo>
                <a:lnTo>
                  <a:pt x="7169784" y="0"/>
                </a:lnTo>
                <a:lnTo>
                  <a:pt x="7188834" y="0"/>
                </a:lnTo>
                <a:lnTo>
                  <a:pt x="7188834" y="19050"/>
                </a:lnTo>
                <a:close/>
              </a:path>
              <a:path w="11277600" h="1545589">
                <a:moveTo>
                  <a:pt x="7226934" y="19050"/>
                </a:moveTo>
                <a:lnTo>
                  <a:pt x="7207884" y="19050"/>
                </a:lnTo>
                <a:lnTo>
                  <a:pt x="7207884" y="0"/>
                </a:lnTo>
                <a:lnTo>
                  <a:pt x="7226934" y="0"/>
                </a:lnTo>
                <a:lnTo>
                  <a:pt x="7226934" y="19050"/>
                </a:lnTo>
                <a:close/>
              </a:path>
              <a:path w="11277600" h="1545589">
                <a:moveTo>
                  <a:pt x="7265034" y="19050"/>
                </a:moveTo>
                <a:lnTo>
                  <a:pt x="7245984" y="19050"/>
                </a:lnTo>
                <a:lnTo>
                  <a:pt x="7245984" y="0"/>
                </a:lnTo>
                <a:lnTo>
                  <a:pt x="7265034" y="0"/>
                </a:lnTo>
                <a:lnTo>
                  <a:pt x="7265034" y="19050"/>
                </a:lnTo>
                <a:close/>
              </a:path>
              <a:path w="11277600" h="1545589">
                <a:moveTo>
                  <a:pt x="7303134" y="19050"/>
                </a:moveTo>
                <a:lnTo>
                  <a:pt x="7284084" y="19050"/>
                </a:lnTo>
                <a:lnTo>
                  <a:pt x="7284084" y="0"/>
                </a:lnTo>
                <a:lnTo>
                  <a:pt x="7303134" y="0"/>
                </a:lnTo>
                <a:lnTo>
                  <a:pt x="7303134" y="19050"/>
                </a:lnTo>
                <a:close/>
              </a:path>
              <a:path w="11277600" h="1545589">
                <a:moveTo>
                  <a:pt x="7341234" y="19050"/>
                </a:moveTo>
                <a:lnTo>
                  <a:pt x="7322184" y="19050"/>
                </a:lnTo>
                <a:lnTo>
                  <a:pt x="7322184" y="0"/>
                </a:lnTo>
                <a:lnTo>
                  <a:pt x="7341234" y="0"/>
                </a:lnTo>
                <a:lnTo>
                  <a:pt x="7341234" y="19050"/>
                </a:lnTo>
                <a:close/>
              </a:path>
              <a:path w="11277600" h="1545589">
                <a:moveTo>
                  <a:pt x="7379334" y="19050"/>
                </a:moveTo>
                <a:lnTo>
                  <a:pt x="7360284" y="19050"/>
                </a:lnTo>
                <a:lnTo>
                  <a:pt x="7360284" y="0"/>
                </a:lnTo>
                <a:lnTo>
                  <a:pt x="7379334" y="0"/>
                </a:lnTo>
                <a:lnTo>
                  <a:pt x="7379334" y="19050"/>
                </a:lnTo>
                <a:close/>
              </a:path>
              <a:path w="11277600" h="1545589">
                <a:moveTo>
                  <a:pt x="7417434" y="19050"/>
                </a:moveTo>
                <a:lnTo>
                  <a:pt x="7398384" y="19050"/>
                </a:lnTo>
                <a:lnTo>
                  <a:pt x="7398384" y="0"/>
                </a:lnTo>
                <a:lnTo>
                  <a:pt x="7417434" y="0"/>
                </a:lnTo>
                <a:lnTo>
                  <a:pt x="7417434" y="19050"/>
                </a:lnTo>
                <a:close/>
              </a:path>
              <a:path w="11277600" h="1545589">
                <a:moveTo>
                  <a:pt x="7455534" y="19050"/>
                </a:moveTo>
                <a:lnTo>
                  <a:pt x="7436484" y="19050"/>
                </a:lnTo>
                <a:lnTo>
                  <a:pt x="7436484" y="0"/>
                </a:lnTo>
                <a:lnTo>
                  <a:pt x="7455534" y="0"/>
                </a:lnTo>
                <a:lnTo>
                  <a:pt x="7455534" y="19050"/>
                </a:lnTo>
                <a:close/>
              </a:path>
              <a:path w="11277600" h="1545589">
                <a:moveTo>
                  <a:pt x="7493634" y="19050"/>
                </a:moveTo>
                <a:lnTo>
                  <a:pt x="7474584" y="19050"/>
                </a:lnTo>
                <a:lnTo>
                  <a:pt x="7474584" y="0"/>
                </a:lnTo>
                <a:lnTo>
                  <a:pt x="7493634" y="0"/>
                </a:lnTo>
                <a:lnTo>
                  <a:pt x="7493634" y="19050"/>
                </a:lnTo>
                <a:close/>
              </a:path>
              <a:path w="11277600" h="1545589">
                <a:moveTo>
                  <a:pt x="7531734" y="19050"/>
                </a:moveTo>
                <a:lnTo>
                  <a:pt x="7512684" y="19050"/>
                </a:lnTo>
                <a:lnTo>
                  <a:pt x="7512684" y="0"/>
                </a:lnTo>
                <a:lnTo>
                  <a:pt x="7531734" y="0"/>
                </a:lnTo>
                <a:lnTo>
                  <a:pt x="7531734" y="19050"/>
                </a:lnTo>
                <a:close/>
              </a:path>
              <a:path w="11277600" h="1545589">
                <a:moveTo>
                  <a:pt x="7569834" y="19050"/>
                </a:moveTo>
                <a:lnTo>
                  <a:pt x="7550784" y="19050"/>
                </a:lnTo>
                <a:lnTo>
                  <a:pt x="7550784" y="0"/>
                </a:lnTo>
                <a:lnTo>
                  <a:pt x="7569834" y="0"/>
                </a:lnTo>
                <a:lnTo>
                  <a:pt x="7569834" y="19050"/>
                </a:lnTo>
                <a:close/>
              </a:path>
              <a:path w="11277600" h="1545589">
                <a:moveTo>
                  <a:pt x="7607934" y="19050"/>
                </a:moveTo>
                <a:lnTo>
                  <a:pt x="7588884" y="19050"/>
                </a:lnTo>
                <a:lnTo>
                  <a:pt x="7588884" y="0"/>
                </a:lnTo>
                <a:lnTo>
                  <a:pt x="7607934" y="0"/>
                </a:lnTo>
                <a:lnTo>
                  <a:pt x="7607934" y="19050"/>
                </a:lnTo>
                <a:close/>
              </a:path>
              <a:path w="11277600" h="1545589">
                <a:moveTo>
                  <a:pt x="7646034" y="19050"/>
                </a:moveTo>
                <a:lnTo>
                  <a:pt x="7626984" y="19050"/>
                </a:lnTo>
                <a:lnTo>
                  <a:pt x="7626984" y="0"/>
                </a:lnTo>
                <a:lnTo>
                  <a:pt x="7646034" y="0"/>
                </a:lnTo>
                <a:lnTo>
                  <a:pt x="7646034" y="19050"/>
                </a:lnTo>
                <a:close/>
              </a:path>
              <a:path w="11277600" h="1545589">
                <a:moveTo>
                  <a:pt x="7684134" y="19050"/>
                </a:moveTo>
                <a:lnTo>
                  <a:pt x="7665084" y="19050"/>
                </a:lnTo>
                <a:lnTo>
                  <a:pt x="7665084" y="0"/>
                </a:lnTo>
                <a:lnTo>
                  <a:pt x="7684134" y="0"/>
                </a:lnTo>
                <a:lnTo>
                  <a:pt x="7684134" y="19050"/>
                </a:lnTo>
                <a:close/>
              </a:path>
              <a:path w="11277600" h="1545589">
                <a:moveTo>
                  <a:pt x="7722234" y="19050"/>
                </a:moveTo>
                <a:lnTo>
                  <a:pt x="7703184" y="19050"/>
                </a:lnTo>
                <a:lnTo>
                  <a:pt x="7703184" y="0"/>
                </a:lnTo>
                <a:lnTo>
                  <a:pt x="7722234" y="0"/>
                </a:lnTo>
                <a:lnTo>
                  <a:pt x="7722234" y="19050"/>
                </a:lnTo>
                <a:close/>
              </a:path>
              <a:path w="11277600" h="1545589">
                <a:moveTo>
                  <a:pt x="7760334" y="19050"/>
                </a:moveTo>
                <a:lnTo>
                  <a:pt x="7741284" y="19050"/>
                </a:lnTo>
                <a:lnTo>
                  <a:pt x="7741284" y="0"/>
                </a:lnTo>
                <a:lnTo>
                  <a:pt x="7760334" y="0"/>
                </a:lnTo>
                <a:lnTo>
                  <a:pt x="7760334" y="19050"/>
                </a:lnTo>
                <a:close/>
              </a:path>
              <a:path w="11277600" h="1545589">
                <a:moveTo>
                  <a:pt x="7798434" y="19050"/>
                </a:moveTo>
                <a:lnTo>
                  <a:pt x="7779384" y="19050"/>
                </a:lnTo>
                <a:lnTo>
                  <a:pt x="7779384" y="0"/>
                </a:lnTo>
                <a:lnTo>
                  <a:pt x="7798434" y="0"/>
                </a:lnTo>
                <a:lnTo>
                  <a:pt x="7798434" y="19050"/>
                </a:lnTo>
                <a:close/>
              </a:path>
              <a:path w="11277600" h="1545589">
                <a:moveTo>
                  <a:pt x="7836534" y="19050"/>
                </a:moveTo>
                <a:lnTo>
                  <a:pt x="7817484" y="19050"/>
                </a:lnTo>
                <a:lnTo>
                  <a:pt x="7817484" y="0"/>
                </a:lnTo>
                <a:lnTo>
                  <a:pt x="7836534" y="0"/>
                </a:lnTo>
                <a:lnTo>
                  <a:pt x="7836534" y="19050"/>
                </a:lnTo>
                <a:close/>
              </a:path>
              <a:path w="11277600" h="1545589">
                <a:moveTo>
                  <a:pt x="7874634" y="19050"/>
                </a:moveTo>
                <a:lnTo>
                  <a:pt x="7855584" y="19050"/>
                </a:lnTo>
                <a:lnTo>
                  <a:pt x="7855584" y="0"/>
                </a:lnTo>
                <a:lnTo>
                  <a:pt x="7874634" y="0"/>
                </a:lnTo>
                <a:lnTo>
                  <a:pt x="7874634" y="19050"/>
                </a:lnTo>
                <a:close/>
              </a:path>
              <a:path w="11277600" h="1545589">
                <a:moveTo>
                  <a:pt x="7912734" y="19050"/>
                </a:moveTo>
                <a:lnTo>
                  <a:pt x="7893684" y="19050"/>
                </a:lnTo>
                <a:lnTo>
                  <a:pt x="7893684" y="0"/>
                </a:lnTo>
                <a:lnTo>
                  <a:pt x="7912734" y="0"/>
                </a:lnTo>
                <a:lnTo>
                  <a:pt x="7912734" y="19050"/>
                </a:lnTo>
                <a:close/>
              </a:path>
              <a:path w="11277600" h="1545589">
                <a:moveTo>
                  <a:pt x="7950834" y="19050"/>
                </a:moveTo>
                <a:lnTo>
                  <a:pt x="7931784" y="19050"/>
                </a:lnTo>
                <a:lnTo>
                  <a:pt x="7931784" y="0"/>
                </a:lnTo>
                <a:lnTo>
                  <a:pt x="7950834" y="0"/>
                </a:lnTo>
                <a:lnTo>
                  <a:pt x="7950834" y="19050"/>
                </a:lnTo>
                <a:close/>
              </a:path>
              <a:path w="11277600" h="1545589">
                <a:moveTo>
                  <a:pt x="7988934" y="19050"/>
                </a:moveTo>
                <a:lnTo>
                  <a:pt x="7969884" y="19050"/>
                </a:lnTo>
                <a:lnTo>
                  <a:pt x="7969884" y="0"/>
                </a:lnTo>
                <a:lnTo>
                  <a:pt x="7988934" y="0"/>
                </a:lnTo>
                <a:lnTo>
                  <a:pt x="7988934" y="19050"/>
                </a:lnTo>
                <a:close/>
              </a:path>
              <a:path w="11277600" h="1545589">
                <a:moveTo>
                  <a:pt x="8027034" y="19050"/>
                </a:moveTo>
                <a:lnTo>
                  <a:pt x="8007984" y="19050"/>
                </a:lnTo>
                <a:lnTo>
                  <a:pt x="8007984" y="0"/>
                </a:lnTo>
                <a:lnTo>
                  <a:pt x="8027034" y="0"/>
                </a:lnTo>
                <a:lnTo>
                  <a:pt x="8027034" y="19050"/>
                </a:lnTo>
                <a:close/>
              </a:path>
              <a:path w="11277600" h="1545589">
                <a:moveTo>
                  <a:pt x="8065134" y="19050"/>
                </a:moveTo>
                <a:lnTo>
                  <a:pt x="8046084" y="19050"/>
                </a:lnTo>
                <a:lnTo>
                  <a:pt x="8046084" y="0"/>
                </a:lnTo>
                <a:lnTo>
                  <a:pt x="8065134" y="0"/>
                </a:lnTo>
                <a:lnTo>
                  <a:pt x="8065134" y="19050"/>
                </a:lnTo>
                <a:close/>
              </a:path>
              <a:path w="11277600" h="1545589">
                <a:moveTo>
                  <a:pt x="8103234" y="19050"/>
                </a:moveTo>
                <a:lnTo>
                  <a:pt x="8084184" y="19050"/>
                </a:lnTo>
                <a:lnTo>
                  <a:pt x="8084184" y="0"/>
                </a:lnTo>
                <a:lnTo>
                  <a:pt x="8103234" y="0"/>
                </a:lnTo>
                <a:lnTo>
                  <a:pt x="8103234" y="19050"/>
                </a:lnTo>
                <a:close/>
              </a:path>
              <a:path w="11277600" h="1545589">
                <a:moveTo>
                  <a:pt x="8141334" y="19050"/>
                </a:moveTo>
                <a:lnTo>
                  <a:pt x="8122284" y="19050"/>
                </a:lnTo>
                <a:lnTo>
                  <a:pt x="8122284" y="0"/>
                </a:lnTo>
                <a:lnTo>
                  <a:pt x="8141334" y="0"/>
                </a:lnTo>
                <a:lnTo>
                  <a:pt x="8141334" y="19050"/>
                </a:lnTo>
                <a:close/>
              </a:path>
              <a:path w="11277600" h="1545589">
                <a:moveTo>
                  <a:pt x="8179434" y="19050"/>
                </a:moveTo>
                <a:lnTo>
                  <a:pt x="8160384" y="19050"/>
                </a:lnTo>
                <a:lnTo>
                  <a:pt x="8160384" y="0"/>
                </a:lnTo>
                <a:lnTo>
                  <a:pt x="8179434" y="0"/>
                </a:lnTo>
                <a:lnTo>
                  <a:pt x="8179434" y="19050"/>
                </a:lnTo>
                <a:close/>
              </a:path>
              <a:path w="11277600" h="1545589">
                <a:moveTo>
                  <a:pt x="8217534" y="19050"/>
                </a:moveTo>
                <a:lnTo>
                  <a:pt x="8198484" y="19050"/>
                </a:lnTo>
                <a:lnTo>
                  <a:pt x="8198484" y="0"/>
                </a:lnTo>
                <a:lnTo>
                  <a:pt x="8217534" y="0"/>
                </a:lnTo>
                <a:lnTo>
                  <a:pt x="8217534" y="19050"/>
                </a:lnTo>
                <a:close/>
              </a:path>
              <a:path w="11277600" h="1545589">
                <a:moveTo>
                  <a:pt x="8255634" y="19050"/>
                </a:moveTo>
                <a:lnTo>
                  <a:pt x="8236584" y="19050"/>
                </a:lnTo>
                <a:lnTo>
                  <a:pt x="8236584" y="0"/>
                </a:lnTo>
                <a:lnTo>
                  <a:pt x="8255634" y="0"/>
                </a:lnTo>
                <a:lnTo>
                  <a:pt x="8255634" y="19050"/>
                </a:lnTo>
                <a:close/>
              </a:path>
              <a:path w="11277600" h="1545589">
                <a:moveTo>
                  <a:pt x="8293734" y="19050"/>
                </a:moveTo>
                <a:lnTo>
                  <a:pt x="8274684" y="19050"/>
                </a:lnTo>
                <a:lnTo>
                  <a:pt x="8274684" y="0"/>
                </a:lnTo>
                <a:lnTo>
                  <a:pt x="8293734" y="0"/>
                </a:lnTo>
                <a:lnTo>
                  <a:pt x="8293734" y="19050"/>
                </a:lnTo>
                <a:close/>
              </a:path>
              <a:path w="11277600" h="1545589">
                <a:moveTo>
                  <a:pt x="8331834" y="19050"/>
                </a:moveTo>
                <a:lnTo>
                  <a:pt x="8312784" y="19050"/>
                </a:lnTo>
                <a:lnTo>
                  <a:pt x="8312784" y="0"/>
                </a:lnTo>
                <a:lnTo>
                  <a:pt x="8331834" y="0"/>
                </a:lnTo>
                <a:lnTo>
                  <a:pt x="8331834" y="19050"/>
                </a:lnTo>
                <a:close/>
              </a:path>
              <a:path w="11277600" h="1545589">
                <a:moveTo>
                  <a:pt x="8369934" y="19050"/>
                </a:moveTo>
                <a:lnTo>
                  <a:pt x="8350884" y="19050"/>
                </a:lnTo>
                <a:lnTo>
                  <a:pt x="8350884" y="0"/>
                </a:lnTo>
                <a:lnTo>
                  <a:pt x="8369934" y="0"/>
                </a:lnTo>
                <a:lnTo>
                  <a:pt x="8369934" y="19050"/>
                </a:lnTo>
                <a:close/>
              </a:path>
              <a:path w="11277600" h="1545589">
                <a:moveTo>
                  <a:pt x="8408035" y="19050"/>
                </a:moveTo>
                <a:lnTo>
                  <a:pt x="8388985" y="19050"/>
                </a:lnTo>
                <a:lnTo>
                  <a:pt x="8388985" y="0"/>
                </a:lnTo>
                <a:lnTo>
                  <a:pt x="8408035" y="0"/>
                </a:lnTo>
                <a:lnTo>
                  <a:pt x="8408035" y="19050"/>
                </a:lnTo>
                <a:close/>
              </a:path>
              <a:path w="11277600" h="1545589">
                <a:moveTo>
                  <a:pt x="8446135" y="19050"/>
                </a:moveTo>
                <a:lnTo>
                  <a:pt x="8427085" y="19050"/>
                </a:lnTo>
                <a:lnTo>
                  <a:pt x="8427085" y="0"/>
                </a:lnTo>
                <a:lnTo>
                  <a:pt x="8446135" y="0"/>
                </a:lnTo>
                <a:lnTo>
                  <a:pt x="8446135" y="19050"/>
                </a:lnTo>
                <a:close/>
              </a:path>
              <a:path w="11277600" h="1545589">
                <a:moveTo>
                  <a:pt x="8484235" y="19050"/>
                </a:moveTo>
                <a:lnTo>
                  <a:pt x="8465185" y="19050"/>
                </a:lnTo>
                <a:lnTo>
                  <a:pt x="8465185" y="0"/>
                </a:lnTo>
                <a:lnTo>
                  <a:pt x="8484235" y="0"/>
                </a:lnTo>
                <a:lnTo>
                  <a:pt x="8484235" y="19050"/>
                </a:lnTo>
                <a:close/>
              </a:path>
              <a:path w="11277600" h="1545589">
                <a:moveTo>
                  <a:pt x="8522335" y="19050"/>
                </a:moveTo>
                <a:lnTo>
                  <a:pt x="8503285" y="19050"/>
                </a:lnTo>
                <a:lnTo>
                  <a:pt x="8503285" y="0"/>
                </a:lnTo>
                <a:lnTo>
                  <a:pt x="8522335" y="0"/>
                </a:lnTo>
                <a:lnTo>
                  <a:pt x="8522335" y="19050"/>
                </a:lnTo>
                <a:close/>
              </a:path>
              <a:path w="11277600" h="1545589">
                <a:moveTo>
                  <a:pt x="8560435" y="19050"/>
                </a:moveTo>
                <a:lnTo>
                  <a:pt x="8541385" y="19050"/>
                </a:lnTo>
                <a:lnTo>
                  <a:pt x="8541385" y="0"/>
                </a:lnTo>
                <a:lnTo>
                  <a:pt x="8560435" y="0"/>
                </a:lnTo>
                <a:lnTo>
                  <a:pt x="8560435" y="19050"/>
                </a:lnTo>
                <a:close/>
              </a:path>
              <a:path w="11277600" h="1545589">
                <a:moveTo>
                  <a:pt x="8598535" y="19050"/>
                </a:moveTo>
                <a:lnTo>
                  <a:pt x="8579485" y="19050"/>
                </a:lnTo>
                <a:lnTo>
                  <a:pt x="8579485" y="0"/>
                </a:lnTo>
                <a:lnTo>
                  <a:pt x="8598535" y="0"/>
                </a:lnTo>
                <a:lnTo>
                  <a:pt x="8598535" y="19050"/>
                </a:lnTo>
                <a:close/>
              </a:path>
              <a:path w="11277600" h="1545589">
                <a:moveTo>
                  <a:pt x="8636635" y="19050"/>
                </a:moveTo>
                <a:lnTo>
                  <a:pt x="8617585" y="19050"/>
                </a:lnTo>
                <a:lnTo>
                  <a:pt x="8617585" y="0"/>
                </a:lnTo>
                <a:lnTo>
                  <a:pt x="8636635" y="0"/>
                </a:lnTo>
                <a:lnTo>
                  <a:pt x="8636635" y="19050"/>
                </a:lnTo>
                <a:close/>
              </a:path>
              <a:path w="11277600" h="1545589">
                <a:moveTo>
                  <a:pt x="8674735" y="19050"/>
                </a:moveTo>
                <a:lnTo>
                  <a:pt x="8655685" y="19050"/>
                </a:lnTo>
                <a:lnTo>
                  <a:pt x="8655685" y="0"/>
                </a:lnTo>
                <a:lnTo>
                  <a:pt x="8674735" y="0"/>
                </a:lnTo>
                <a:lnTo>
                  <a:pt x="8674735" y="19050"/>
                </a:lnTo>
                <a:close/>
              </a:path>
              <a:path w="11277600" h="1545589">
                <a:moveTo>
                  <a:pt x="8712835" y="19050"/>
                </a:moveTo>
                <a:lnTo>
                  <a:pt x="8693785" y="19050"/>
                </a:lnTo>
                <a:lnTo>
                  <a:pt x="8693785" y="0"/>
                </a:lnTo>
                <a:lnTo>
                  <a:pt x="8712835" y="0"/>
                </a:lnTo>
                <a:lnTo>
                  <a:pt x="8712835" y="19050"/>
                </a:lnTo>
                <a:close/>
              </a:path>
              <a:path w="11277600" h="1545589">
                <a:moveTo>
                  <a:pt x="8750935" y="19050"/>
                </a:moveTo>
                <a:lnTo>
                  <a:pt x="8731885" y="19050"/>
                </a:lnTo>
                <a:lnTo>
                  <a:pt x="8731885" y="0"/>
                </a:lnTo>
                <a:lnTo>
                  <a:pt x="8750935" y="0"/>
                </a:lnTo>
                <a:lnTo>
                  <a:pt x="8750935" y="19050"/>
                </a:lnTo>
                <a:close/>
              </a:path>
              <a:path w="11277600" h="1545589">
                <a:moveTo>
                  <a:pt x="8789035" y="19050"/>
                </a:moveTo>
                <a:lnTo>
                  <a:pt x="8769985" y="19050"/>
                </a:lnTo>
                <a:lnTo>
                  <a:pt x="8769985" y="0"/>
                </a:lnTo>
                <a:lnTo>
                  <a:pt x="8789035" y="0"/>
                </a:lnTo>
                <a:lnTo>
                  <a:pt x="8789035" y="19050"/>
                </a:lnTo>
                <a:close/>
              </a:path>
              <a:path w="11277600" h="1545589">
                <a:moveTo>
                  <a:pt x="8827135" y="19050"/>
                </a:moveTo>
                <a:lnTo>
                  <a:pt x="8808085" y="19050"/>
                </a:lnTo>
                <a:lnTo>
                  <a:pt x="8808085" y="0"/>
                </a:lnTo>
                <a:lnTo>
                  <a:pt x="8827135" y="0"/>
                </a:lnTo>
                <a:lnTo>
                  <a:pt x="8827135" y="19050"/>
                </a:lnTo>
                <a:close/>
              </a:path>
              <a:path w="11277600" h="1545589">
                <a:moveTo>
                  <a:pt x="8865235" y="19050"/>
                </a:moveTo>
                <a:lnTo>
                  <a:pt x="8846185" y="19050"/>
                </a:lnTo>
                <a:lnTo>
                  <a:pt x="8846185" y="0"/>
                </a:lnTo>
                <a:lnTo>
                  <a:pt x="8865235" y="0"/>
                </a:lnTo>
                <a:lnTo>
                  <a:pt x="8865235" y="19050"/>
                </a:lnTo>
                <a:close/>
              </a:path>
              <a:path w="11277600" h="1545589">
                <a:moveTo>
                  <a:pt x="8903335" y="19050"/>
                </a:moveTo>
                <a:lnTo>
                  <a:pt x="8884285" y="19050"/>
                </a:lnTo>
                <a:lnTo>
                  <a:pt x="8884285" y="0"/>
                </a:lnTo>
                <a:lnTo>
                  <a:pt x="8903335" y="0"/>
                </a:lnTo>
                <a:lnTo>
                  <a:pt x="8903335" y="19050"/>
                </a:lnTo>
                <a:close/>
              </a:path>
              <a:path w="11277600" h="1545589">
                <a:moveTo>
                  <a:pt x="8941435" y="19050"/>
                </a:moveTo>
                <a:lnTo>
                  <a:pt x="8922385" y="19050"/>
                </a:lnTo>
                <a:lnTo>
                  <a:pt x="8922385" y="0"/>
                </a:lnTo>
                <a:lnTo>
                  <a:pt x="8941435" y="0"/>
                </a:lnTo>
                <a:lnTo>
                  <a:pt x="8941435" y="19050"/>
                </a:lnTo>
                <a:close/>
              </a:path>
              <a:path w="11277600" h="1545589">
                <a:moveTo>
                  <a:pt x="8979535" y="19050"/>
                </a:moveTo>
                <a:lnTo>
                  <a:pt x="8960485" y="19050"/>
                </a:lnTo>
                <a:lnTo>
                  <a:pt x="8960485" y="0"/>
                </a:lnTo>
                <a:lnTo>
                  <a:pt x="8979535" y="0"/>
                </a:lnTo>
                <a:lnTo>
                  <a:pt x="8979535" y="19050"/>
                </a:lnTo>
                <a:close/>
              </a:path>
              <a:path w="11277600" h="1545589">
                <a:moveTo>
                  <a:pt x="9017635" y="19050"/>
                </a:moveTo>
                <a:lnTo>
                  <a:pt x="8998585" y="19050"/>
                </a:lnTo>
                <a:lnTo>
                  <a:pt x="8998585" y="0"/>
                </a:lnTo>
                <a:lnTo>
                  <a:pt x="9017635" y="0"/>
                </a:lnTo>
                <a:lnTo>
                  <a:pt x="9017635" y="19050"/>
                </a:lnTo>
                <a:close/>
              </a:path>
              <a:path w="11277600" h="1545589">
                <a:moveTo>
                  <a:pt x="9055735" y="19050"/>
                </a:moveTo>
                <a:lnTo>
                  <a:pt x="9036685" y="19050"/>
                </a:lnTo>
                <a:lnTo>
                  <a:pt x="9036685" y="0"/>
                </a:lnTo>
                <a:lnTo>
                  <a:pt x="9055735" y="0"/>
                </a:lnTo>
                <a:lnTo>
                  <a:pt x="9055735" y="19050"/>
                </a:lnTo>
                <a:close/>
              </a:path>
              <a:path w="11277600" h="1545589">
                <a:moveTo>
                  <a:pt x="9093835" y="19050"/>
                </a:moveTo>
                <a:lnTo>
                  <a:pt x="9074785" y="19050"/>
                </a:lnTo>
                <a:lnTo>
                  <a:pt x="9074785" y="0"/>
                </a:lnTo>
                <a:lnTo>
                  <a:pt x="9093835" y="0"/>
                </a:lnTo>
                <a:lnTo>
                  <a:pt x="9093835" y="19050"/>
                </a:lnTo>
                <a:close/>
              </a:path>
              <a:path w="11277600" h="1545589">
                <a:moveTo>
                  <a:pt x="9131935" y="19050"/>
                </a:moveTo>
                <a:lnTo>
                  <a:pt x="9112885" y="19050"/>
                </a:lnTo>
                <a:lnTo>
                  <a:pt x="9112885" y="0"/>
                </a:lnTo>
                <a:lnTo>
                  <a:pt x="9131935" y="0"/>
                </a:lnTo>
                <a:lnTo>
                  <a:pt x="9131935" y="19050"/>
                </a:lnTo>
                <a:close/>
              </a:path>
              <a:path w="11277600" h="1545589">
                <a:moveTo>
                  <a:pt x="9170035" y="19050"/>
                </a:moveTo>
                <a:lnTo>
                  <a:pt x="9150985" y="19050"/>
                </a:lnTo>
                <a:lnTo>
                  <a:pt x="9150985" y="0"/>
                </a:lnTo>
                <a:lnTo>
                  <a:pt x="9170035" y="0"/>
                </a:lnTo>
                <a:lnTo>
                  <a:pt x="9170035" y="19050"/>
                </a:lnTo>
                <a:close/>
              </a:path>
              <a:path w="11277600" h="1545589">
                <a:moveTo>
                  <a:pt x="9208135" y="19050"/>
                </a:moveTo>
                <a:lnTo>
                  <a:pt x="9189085" y="19050"/>
                </a:lnTo>
                <a:lnTo>
                  <a:pt x="9189085" y="0"/>
                </a:lnTo>
                <a:lnTo>
                  <a:pt x="9208135" y="0"/>
                </a:lnTo>
                <a:lnTo>
                  <a:pt x="9208135" y="19050"/>
                </a:lnTo>
                <a:close/>
              </a:path>
              <a:path w="11277600" h="1545589">
                <a:moveTo>
                  <a:pt x="9246235" y="19050"/>
                </a:moveTo>
                <a:lnTo>
                  <a:pt x="9227185" y="19050"/>
                </a:lnTo>
                <a:lnTo>
                  <a:pt x="9227185" y="0"/>
                </a:lnTo>
                <a:lnTo>
                  <a:pt x="9246235" y="0"/>
                </a:lnTo>
                <a:lnTo>
                  <a:pt x="9246235" y="19050"/>
                </a:lnTo>
                <a:close/>
              </a:path>
              <a:path w="11277600" h="1545589">
                <a:moveTo>
                  <a:pt x="9284335" y="19050"/>
                </a:moveTo>
                <a:lnTo>
                  <a:pt x="9265285" y="19050"/>
                </a:lnTo>
                <a:lnTo>
                  <a:pt x="9265285" y="0"/>
                </a:lnTo>
                <a:lnTo>
                  <a:pt x="9284335" y="0"/>
                </a:lnTo>
                <a:lnTo>
                  <a:pt x="9284335" y="19050"/>
                </a:lnTo>
                <a:close/>
              </a:path>
              <a:path w="11277600" h="1545589">
                <a:moveTo>
                  <a:pt x="9322435" y="19050"/>
                </a:moveTo>
                <a:lnTo>
                  <a:pt x="9303385" y="19050"/>
                </a:lnTo>
                <a:lnTo>
                  <a:pt x="9303385" y="0"/>
                </a:lnTo>
                <a:lnTo>
                  <a:pt x="9322435" y="0"/>
                </a:lnTo>
                <a:lnTo>
                  <a:pt x="9322435" y="19050"/>
                </a:lnTo>
                <a:close/>
              </a:path>
              <a:path w="11277600" h="1545589">
                <a:moveTo>
                  <a:pt x="9360535" y="19050"/>
                </a:moveTo>
                <a:lnTo>
                  <a:pt x="9341485" y="19050"/>
                </a:lnTo>
                <a:lnTo>
                  <a:pt x="9341485" y="0"/>
                </a:lnTo>
                <a:lnTo>
                  <a:pt x="9360535" y="0"/>
                </a:lnTo>
                <a:lnTo>
                  <a:pt x="9360535" y="19050"/>
                </a:lnTo>
                <a:close/>
              </a:path>
              <a:path w="11277600" h="1545589">
                <a:moveTo>
                  <a:pt x="9398635" y="19050"/>
                </a:moveTo>
                <a:lnTo>
                  <a:pt x="9379585" y="19050"/>
                </a:lnTo>
                <a:lnTo>
                  <a:pt x="9379585" y="0"/>
                </a:lnTo>
                <a:lnTo>
                  <a:pt x="9398635" y="0"/>
                </a:lnTo>
                <a:lnTo>
                  <a:pt x="9398635" y="19050"/>
                </a:lnTo>
                <a:close/>
              </a:path>
              <a:path w="11277600" h="1545589">
                <a:moveTo>
                  <a:pt x="9436735" y="19050"/>
                </a:moveTo>
                <a:lnTo>
                  <a:pt x="9417685" y="19050"/>
                </a:lnTo>
                <a:lnTo>
                  <a:pt x="9417685" y="0"/>
                </a:lnTo>
                <a:lnTo>
                  <a:pt x="9436735" y="0"/>
                </a:lnTo>
                <a:lnTo>
                  <a:pt x="9436735" y="19050"/>
                </a:lnTo>
                <a:close/>
              </a:path>
              <a:path w="11277600" h="1545589">
                <a:moveTo>
                  <a:pt x="9474835" y="19050"/>
                </a:moveTo>
                <a:lnTo>
                  <a:pt x="9455785" y="19050"/>
                </a:lnTo>
                <a:lnTo>
                  <a:pt x="9455785" y="0"/>
                </a:lnTo>
                <a:lnTo>
                  <a:pt x="9474835" y="0"/>
                </a:lnTo>
                <a:lnTo>
                  <a:pt x="9474835" y="19050"/>
                </a:lnTo>
                <a:close/>
              </a:path>
              <a:path w="11277600" h="1545589">
                <a:moveTo>
                  <a:pt x="9512935" y="19050"/>
                </a:moveTo>
                <a:lnTo>
                  <a:pt x="9493885" y="19050"/>
                </a:lnTo>
                <a:lnTo>
                  <a:pt x="9493885" y="0"/>
                </a:lnTo>
                <a:lnTo>
                  <a:pt x="9512935" y="0"/>
                </a:lnTo>
                <a:lnTo>
                  <a:pt x="9512935" y="19050"/>
                </a:lnTo>
                <a:close/>
              </a:path>
              <a:path w="11277600" h="1545589">
                <a:moveTo>
                  <a:pt x="9551035" y="19050"/>
                </a:moveTo>
                <a:lnTo>
                  <a:pt x="9531985" y="19050"/>
                </a:lnTo>
                <a:lnTo>
                  <a:pt x="9531985" y="0"/>
                </a:lnTo>
                <a:lnTo>
                  <a:pt x="9551035" y="0"/>
                </a:lnTo>
                <a:lnTo>
                  <a:pt x="9551035" y="19050"/>
                </a:lnTo>
                <a:close/>
              </a:path>
              <a:path w="11277600" h="1545589">
                <a:moveTo>
                  <a:pt x="9589135" y="19050"/>
                </a:moveTo>
                <a:lnTo>
                  <a:pt x="9570085" y="19050"/>
                </a:lnTo>
                <a:lnTo>
                  <a:pt x="9570085" y="0"/>
                </a:lnTo>
                <a:lnTo>
                  <a:pt x="9589135" y="0"/>
                </a:lnTo>
                <a:lnTo>
                  <a:pt x="9589135" y="19050"/>
                </a:lnTo>
                <a:close/>
              </a:path>
              <a:path w="11277600" h="1545589">
                <a:moveTo>
                  <a:pt x="9627235" y="19050"/>
                </a:moveTo>
                <a:lnTo>
                  <a:pt x="9608185" y="19050"/>
                </a:lnTo>
                <a:lnTo>
                  <a:pt x="9608185" y="0"/>
                </a:lnTo>
                <a:lnTo>
                  <a:pt x="9627235" y="0"/>
                </a:lnTo>
                <a:lnTo>
                  <a:pt x="9627235" y="19050"/>
                </a:lnTo>
                <a:close/>
              </a:path>
              <a:path w="11277600" h="1545589">
                <a:moveTo>
                  <a:pt x="9665335" y="19050"/>
                </a:moveTo>
                <a:lnTo>
                  <a:pt x="9646285" y="19050"/>
                </a:lnTo>
                <a:lnTo>
                  <a:pt x="9646285" y="0"/>
                </a:lnTo>
                <a:lnTo>
                  <a:pt x="9665335" y="0"/>
                </a:lnTo>
                <a:lnTo>
                  <a:pt x="9665335" y="19050"/>
                </a:lnTo>
                <a:close/>
              </a:path>
              <a:path w="11277600" h="1545589">
                <a:moveTo>
                  <a:pt x="9703435" y="19050"/>
                </a:moveTo>
                <a:lnTo>
                  <a:pt x="9684385" y="19050"/>
                </a:lnTo>
                <a:lnTo>
                  <a:pt x="9684385" y="0"/>
                </a:lnTo>
                <a:lnTo>
                  <a:pt x="9703435" y="0"/>
                </a:lnTo>
                <a:lnTo>
                  <a:pt x="9703435" y="19050"/>
                </a:lnTo>
                <a:close/>
              </a:path>
              <a:path w="11277600" h="1545589">
                <a:moveTo>
                  <a:pt x="9741535" y="19050"/>
                </a:moveTo>
                <a:lnTo>
                  <a:pt x="9722485" y="19050"/>
                </a:lnTo>
                <a:lnTo>
                  <a:pt x="9722485" y="0"/>
                </a:lnTo>
                <a:lnTo>
                  <a:pt x="9741535" y="0"/>
                </a:lnTo>
                <a:lnTo>
                  <a:pt x="9741535" y="19050"/>
                </a:lnTo>
                <a:close/>
              </a:path>
              <a:path w="11277600" h="1545589">
                <a:moveTo>
                  <a:pt x="9779635" y="19050"/>
                </a:moveTo>
                <a:lnTo>
                  <a:pt x="9760585" y="19050"/>
                </a:lnTo>
                <a:lnTo>
                  <a:pt x="9760585" y="0"/>
                </a:lnTo>
                <a:lnTo>
                  <a:pt x="9779635" y="0"/>
                </a:lnTo>
                <a:lnTo>
                  <a:pt x="9779635" y="19050"/>
                </a:lnTo>
                <a:close/>
              </a:path>
              <a:path w="11277600" h="1545589">
                <a:moveTo>
                  <a:pt x="9817735" y="19050"/>
                </a:moveTo>
                <a:lnTo>
                  <a:pt x="9798685" y="19050"/>
                </a:lnTo>
                <a:lnTo>
                  <a:pt x="9798685" y="0"/>
                </a:lnTo>
                <a:lnTo>
                  <a:pt x="9817735" y="0"/>
                </a:lnTo>
                <a:lnTo>
                  <a:pt x="9817735" y="19050"/>
                </a:lnTo>
                <a:close/>
              </a:path>
              <a:path w="11277600" h="1545589">
                <a:moveTo>
                  <a:pt x="9855835" y="19050"/>
                </a:moveTo>
                <a:lnTo>
                  <a:pt x="9836785" y="19050"/>
                </a:lnTo>
                <a:lnTo>
                  <a:pt x="9836785" y="0"/>
                </a:lnTo>
                <a:lnTo>
                  <a:pt x="9855835" y="0"/>
                </a:lnTo>
                <a:lnTo>
                  <a:pt x="9855835" y="19050"/>
                </a:lnTo>
                <a:close/>
              </a:path>
              <a:path w="11277600" h="1545589">
                <a:moveTo>
                  <a:pt x="9893935" y="19050"/>
                </a:moveTo>
                <a:lnTo>
                  <a:pt x="9874885" y="19050"/>
                </a:lnTo>
                <a:lnTo>
                  <a:pt x="9874885" y="0"/>
                </a:lnTo>
                <a:lnTo>
                  <a:pt x="9893935" y="0"/>
                </a:lnTo>
                <a:lnTo>
                  <a:pt x="9893935" y="19050"/>
                </a:lnTo>
                <a:close/>
              </a:path>
              <a:path w="11277600" h="1545589">
                <a:moveTo>
                  <a:pt x="9932035" y="19050"/>
                </a:moveTo>
                <a:lnTo>
                  <a:pt x="9912985" y="19050"/>
                </a:lnTo>
                <a:lnTo>
                  <a:pt x="9912985" y="0"/>
                </a:lnTo>
                <a:lnTo>
                  <a:pt x="9932035" y="0"/>
                </a:lnTo>
                <a:lnTo>
                  <a:pt x="9932035" y="19050"/>
                </a:lnTo>
                <a:close/>
              </a:path>
              <a:path w="11277600" h="1545589">
                <a:moveTo>
                  <a:pt x="9970135" y="19050"/>
                </a:moveTo>
                <a:lnTo>
                  <a:pt x="9951085" y="19050"/>
                </a:lnTo>
                <a:lnTo>
                  <a:pt x="9951085" y="0"/>
                </a:lnTo>
                <a:lnTo>
                  <a:pt x="9970135" y="0"/>
                </a:lnTo>
                <a:lnTo>
                  <a:pt x="9970135" y="19050"/>
                </a:lnTo>
                <a:close/>
              </a:path>
              <a:path w="11277600" h="1545589">
                <a:moveTo>
                  <a:pt x="10008235" y="19050"/>
                </a:moveTo>
                <a:lnTo>
                  <a:pt x="9989185" y="19050"/>
                </a:lnTo>
                <a:lnTo>
                  <a:pt x="9989185" y="0"/>
                </a:lnTo>
                <a:lnTo>
                  <a:pt x="10008235" y="0"/>
                </a:lnTo>
                <a:lnTo>
                  <a:pt x="10008235" y="19050"/>
                </a:lnTo>
                <a:close/>
              </a:path>
              <a:path w="11277600" h="1545589">
                <a:moveTo>
                  <a:pt x="10046335" y="19050"/>
                </a:moveTo>
                <a:lnTo>
                  <a:pt x="10027285" y="19050"/>
                </a:lnTo>
                <a:lnTo>
                  <a:pt x="10027285" y="0"/>
                </a:lnTo>
                <a:lnTo>
                  <a:pt x="10046335" y="0"/>
                </a:lnTo>
                <a:lnTo>
                  <a:pt x="10046335" y="19050"/>
                </a:lnTo>
                <a:close/>
              </a:path>
              <a:path w="11277600" h="1545589">
                <a:moveTo>
                  <a:pt x="10084435" y="19050"/>
                </a:moveTo>
                <a:lnTo>
                  <a:pt x="10065385" y="19050"/>
                </a:lnTo>
                <a:lnTo>
                  <a:pt x="10065385" y="0"/>
                </a:lnTo>
                <a:lnTo>
                  <a:pt x="10084435" y="0"/>
                </a:lnTo>
                <a:lnTo>
                  <a:pt x="10084435" y="19050"/>
                </a:lnTo>
                <a:close/>
              </a:path>
              <a:path w="11277600" h="1545589">
                <a:moveTo>
                  <a:pt x="10122535" y="19050"/>
                </a:moveTo>
                <a:lnTo>
                  <a:pt x="10103485" y="19050"/>
                </a:lnTo>
                <a:lnTo>
                  <a:pt x="10103485" y="0"/>
                </a:lnTo>
                <a:lnTo>
                  <a:pt x="10122535" y="0"/>
                </a:lnTo>
                <a:lnTo>
                  <a:pt x="10122535" y="19050"/>
                </a:lnTo>
                <a:close/>
              </a:path>
              <a:path w="11277600" h="1545589">
                <a:moveTo>
                  <a:pt x="10160635" y="19050"/>
                </a:moveTo>
                <a:lnTo>
                  <a:pt x="10141585" y="19050"/>
                </a:lnTo>
                <a:lnTo>
                  <a:pt x="10141585" y="0"/>
                </a:lnTo>
                <a:lnTo>
                  <a:pt x="10160635" y="0"/>
                </a:lnTo>
                <a:lnTo>
                  <a:pt x="10160635" y="19050"/>
                </a:lnTo>
                <a:close/>
              </a:path>
              <a:path w="11277600" h="1545589">
                <a:moveTo>
                  <a:pt x="10198735" y="19050"/>
                </a:moveTo>
                <a:lnTo>
                  <a:pt x="10179685" y="19050"/>
                </a:lnTo>
                <a:lnTo>
                  <a:pt x="10179685" y="0"/>
                </a:lnTo>
                <a:lnTo>
                  <a:pt x="10198735" y="0"/>
                </a:lnTo>
                <a:lnTo>
                  <a:pt x="10198735" y="19050"/>
                </a:lnTo>
                <a:close/>
              </a:path>
              <a:path w="11277600" h="1545589">
                <a:moveTo>
                  <a:pt x="10236835" y="19050"/>
                </a:moveTo>
                <a:lnTo>
                  <a:pt x="10217785" y="19050"/>
                </a:lnTo>
                <a:lnTo>
                  <a:pt x="10217785" y="0"/>
                </a:lnTo>
                <a:lnTo>
                  <a:pt x="10236835" y="0"/>
                </a:lnTo>
                <a:lnTo>
                  <a:pt x="10236835" y="19050"/>
                </a:lnTo>
                <a:close/>
              </a:path>
              <a:path w="11277600" h="1545589">
                <a:moveTo>
                  <a:pt x="10274935" y="19050"/>
                </a:moveTo>
                <a:lnTo>
                  <a:pt x="10255885" y="19050"/>
                </a:lnTo>
                <a:lnTo>
                  <a:pt x="10255885" y="0"/>
                </a:lnTo>
                <a:lnTo>
                  <a:pt x="10274935" y="0"/>
                </a:lnTo>
                <a:lnTo>
                  <a:pt x="10274935" y="19050"/>
                </a:lnTo>
                <a:close/>
              </a:path>
              <a:path w="11277600" h="1545589">
                <a:moveTo>
                  <a:pt x="10313035" y="19050"/>
                </a:moveTo>
                <a:lnTo>
                  <a:pt x="10293985" y="19050"/>
                </a:lnTo>
                <a:lnTo>
                  <a:pt x="10293985" y="0"/>
                </a:lnTo>
                <a:lnTo>
                  <a:pt x="10313035" y="0"/>
                </a:lnTo>
                <a:lnTo>
                  <a:pt x="10313035" y="19050"/>
                </a:lnTo>
                <a:close/>
              </a:path>
              <a:path w="11277600" h="1545589">
                <a:moveTo>
                  <a:pt x="10351135" y="19050"/>
                </a:moveTo>
                <a:lnTo>
                  <a:pt x="10332085" y="19050"/>
                </a:lnTo>
                <a:lnTo>
                  <a:pt x="10332085" y="0"/>
                </a:lnTo>
                <a:lnTo>
                  <a:pt x="10351135" y="0"/>
                </a:lnTo>
                <a:lnTo>
                  <a:pt x="10351135" y="19050"/>
                </a:lnTo>
                <a:close/>
              </a:path>
              <a:path w="11277600" h="1545589">
                <a:moveTo>
                  <a:pt x="10389235" y="19050"/>
                </a:moveTo>
                <a:lnTo>
                  <a:pt x="10370185" y="19050"/>
                </a:lnTo>
                <a:lnTo>
                  <a:pt x="10370185" y="0"/>
                </a:lnTo>
                <a:lnTo>
                  <a:pt x="10389235" y="0"/>
                </a:lnTo>
                <a:lnTo>
                  <a:pt x="10389235" y="19050"/>
                </a:lnTo>
                <a:close/>
              </a:path>
              <a:path w="11277600" h="1545589">
                <a:moveTo>
                  <a:pt x="10427335" y="19050"/>
                </a:moveTo>
                <a:lnTo>
                  <a:pt x="10408285" y="19050"/>
                </a:lnTo>
                <a:lnTo>
                  <a:pt x="10408285" y="0"/>
                </a:lnTo>
                <a:lnTo>
                  <a:pt x="10427335" y="0"/>
                </a:lnTo>
                <a:lnTo>
                  <a:pt x="10427335" y="19050"/>
                </a:lnTo>
                <a:close/>
              </a:path>
              <a:path w="11277600" h="1545589">
                <a:moveTo>
                  <a:pt x="10465435" y="19050"/>
                </a:moveTo>
                <a:lnTo>
                  <a:pt x="10446385" y="19050"/>
                </a:lnTo>
                <a:lnTo>
                  <a:pt x="10446385" y="0"/>
                </a:lnTo>
                <a:lnTo>
                  <a:pt x="10465435" y="0"/>
                </a:lnTo>
                <a:lnTo>
                  <a:pt x="10465435" y="19050"/>
                </a:lnTo>
                <a:close/>
              </a:path>
              <a:path w="11277600" h="1545589">
                <a:moveTo>
                  <a:pt x="10503535" y="19050"/>
                </a:moveTo>
                <a:lnTo>
                  <a:pt x="10484485" y="19050"/>
                </a:lnTo>
                <a:lnTo>
                  <a:pt x="10484485" y="0"/>
                </a:lnTo>
                <a:lnTo>
                  <a:pt x="10503535" y="0"/>
                </a:lnTo>
                <a:lnTo>
                  <a:pt x="10503535" y="19050"/>
                </a:lnTo>
                <a:close/>
              </a:path>
              <a:path w="11277600" h="1545589">
                <a:moveTo>
                  <a:pt x="10541635" y="19050"/>
                </a:moveTo>
                <a:lnTo>
                  <a:pt x="10522585" y="19050"/>
                </a:lnTo>
                <a:lnTo>
                  <a:pt x="10522585" y="0"/>
                </a:lnTo>
                <a:lnTo>
                  <a:pt x="10541635" y="0"/>
                </a:lnTo>
                <a:lnTo>
                  <a:pt x="10541635" y="19050"/>
                </a:lnTo>
                <a:close/>
              </a:path>
              <a:path w="11277600" h="1545589">
                <a:moveTo>
                  <a:pt x="10579735" y="19050"/>
                </a:moveTo>
                <a:lnTo>
                  <a:pt x="10560685" y="19050"/>
                </a:lnTo>
                <a:lnTo>
                  <a:pt x="10560685" y="0"/>
                </a:lnTo>
                <a:lnTo>
                  <a:pt x="10579735" y="0"/>
                </a:lnTo>
                <a:lnTo>
                  <a:pt x="10579735" y="19050"/>
                </a:lnTo>
                <a:close/>
              </a:path>
              <a:path w="11277600" h="1545589">
                <a:moveTo>
                  <a:pt x="10617835" y="19050"/>
                </a:moveTo>
                <a:lnTo>
                  <a:pt x="10598785" y="19050"/>
                </a:lnTo>
                <a:lnTo>
                  <a:pt x="10598785" y="0"/>
                </a:lnTo>
                <a:lnTo>
                  <a:pt x="10617835" y="0"/>
                </a:lnTo>
                <a:lnTo>
                  <a:pt x="10617835" y="19050"/>
                </a:lnTo>
                <a:close/>
              </a:path>
              <a:path w="11277600" h="1545589">
                <a:moveTo>
                  <a:pt x="10655935" y="19050"/>
                </a:moveTo>
                <a:lnTo>
                  <a:pt x="10636885" y="19050"/>
                </a:lnTo>
                <a:lnTo>
                  <a:pt x="10636885" y="0"/>
                </a:lnTo>
                <a:lnTo>
                  <a:pt x="10655935" y="0"/>
                </a:lnTo>
                <a:lnTo>
                  <a:pt x="10655935" y="19050"/>
                </a:lnTo>
                <a:close/>
              </a:path>
              <a:path w="11277600" h="1545589">
                <a:moveTo>
                  <a:pt x="10694035" y="19050"/>
                </a:moveTo>
                <a:lnTo>
                  <a:pt x="10674985" y="19050"/>
                </a:lnTo>
                <a:lnTo>
                  <a:pt x="10674985" y="0"/>
                </a:lnTo>
                <a:lnTo>
                  <a:pt x="10694035" y="0"/>
                </a:lnTo>
                <a:lnTo>
                  <a:pt x="10694035" y="19050"/>
                </a:lnTo>
                <a:close/>
              </a:path>
              <a:path w="11277600" h="1545589">
                <a:moveTo>
                  <a:pt x="10732135" y="19050"/>
                </a:moveTo>
                <a:lnTo>
                  <a:pt x="10713085" y="19050"/>
                </a:lnTo>
                <a:lnTo>
                  <a:pt x="10713085" y="0"/>
                </a:lnTo>
                <a:lnTo>
                  <a:pt x="10732135" y="0"/>
                </a:lnTo>
                <a:lnTo>
                  <a:pt x="10732135" y="19050"/>
                </a:lnTo>
                <a:close/>
              </a:path>
              <a:path w="11277600" h="1545589">
                <a:moveTo>
                  <a:pt x="10770235" y="19050"/>
                </a:moveTo>
                <a:lnTo>
                  <a:pt x="10751185" y="19050"/>
                </a:lnTo>
                <a:lnTo>
                  <a:pt x="10751185" y="0"/>
                </a:lnTo>
                <a:lnTo>
                  <a:pt x="10770235" y="0"/>
                </a:lnTo>
                <a:lnTo>
                  <a:pt x="10770235" y="19050"/>
                </a:lnTo>
                <a:close/>
              </a:path>
              <a:path w="11277600" h="1545589">
                <a:moveTo>
                  <a:pt x="10808335" y="19050"/>
                </a:moveTo>
                <a:lnTo>
                  <a:pt x="10789285" y="19050"/>
                </a:lnTo>
                <a:lnTo>
                  <a:pt x="10789285" y="0"/>
                </a:lnTo>
                <a:lnTo>
                  <a:pt x="10808335" y="0"/>
                </a:lnTo>
                <a:lnTo>
                  <a:pt x="10808335" y="19050"/>
                </a:lnTo>
                <a:close/>
              </a:path>
              <a:path w="11277600" h="1545589">
                <a:moveTo>
                  <a:pt x="10846435" y="19050"/>
                </a:moveTo>
                <a:lnTo>
                  <a:pt x="10827385" y="19050"/>
                </a:lnTo>
                <a:lnTo>
                  <a:pt x="10827385" y="0"/>
                </a:lnTo>
                <a:lnTo>
                  <a:pt x="10846435" y="0"/>
                </a:lnTo>
                <a:lnTo>
                  <a:pt x="10846435" y="19050"/>
                </a:lnTo>
                <a:close/>
              </a:path>
              <a:path w="11277600" h="1545589">
                <a:moveTo>
                  <a:pt x="10884535" y="19050"/>
                </a:moveTo>
                <a:lnTo>
                  <a:pt x="10865485" y="19050"/>
                </a:lnTo>
                <a:lnTo>
                  <a:pt x="10865485" y="0"/>
                </a:lnTo>
                <a:lnTo>
                  <a:pt x="10884535" y="0"/>
                </a:lnTo>
                <a:lnTo>
                  <a:pt x="10884535" y="19050"/>
                </a:lnTo>
                <a:close/>
              </a:path>
              <a:path w="11277600" h="1545589">
                <a:moveTo>
                  <a:pt x="10922635" y="19050"/>
                </a:moveTo>
                <a:lnTo>
                  <a:pt x="10903585" y="19050"/>
                </a:lnTo>
                <a:lnTo>
                  <a:pt x="10903585" y="0"/>
                </a:lnTo>
                <a:lnTo>
                  <a:pt x="10922635" y="0"/>
                </a:lnTo>
                <a:lnTo>
                  <a:pt x="10922635" y="19050"/>
                </a:lnTo>
                <a:close/>
              </a:path>
              <a:path w="11277600" h="1545589">
                <a:moveTo>
                  <a:pt x="10960735" y="19050"/>
                </a:moveTo>
                <a:lnTo>
                  <a:pt x="10941685" y="19050"/>
                </a:lnTo>
                <a:lnTo>
                  <a:pt x="10941685" y="0"/>
                </a:lnTo>
                <a:lnTo>
                  <a:pt x="10960735" y="0"/>
                </a:lnTo>
                <a:lnTo>
                  <a:pt x="10960735" y="19050"/>
                </a:lnTo>
                <a:close/>
              </a:path>
              <a:path w="11277600" h="1545589">
                <a:moveTo>
                  <a:pt x="10998835" y="19050"/>
                </a:moveTo>
                <a:lnTo>
                  <a:pt x="10979785" y="19050"/>
                </a:lnTo>
                <a:lnTo>
                  <a:pt x="10979785" y="0"/>
                </a:lnTo>
                <a:lnTo>
                  <a:pt x="10998835" y="0"/>
                </a:lnTo>
                <a:lnTo>
                  <a:pt x="10998835" y="19050"/>
                </a:lnTo>
                <a:close/>
              </a:path>
              <a:path w="11277600" h="1545589">
                <a:moveTo>
                  <a:pt x="11036935" y="19050"/>
                </a:moveTo>
                <a:lnTo>
                  <a:pt x="11017885" y="19050"/>
                </a:lnTo>
                <a:lnTo>
                  <a:pt x="11017885" y="0"/>
                </a:lnTo>
                <a:lnTo>
                  <a:pt x="11036935" y="0"/>
                </a:lnTo>
                <a:lnTo>
                  <a:pt x="11036935" y="19050"/>
                </a:lnTo>
                <a:close/>
              </a:path>
              <a:path w="11277600" h="1545589">
                <a:moveTo>
                  <a:pt x="11075035" y="19050"/>
                </a:moveTo>
                <a:lnTo>
                  <a:pt x="11055985" y="19050"/>
                </a:lnTo>
                <a:lnTo>
                  <a:pt x="11055985" y="0"/>
                </a:lnTo>
                <a:lnTo>
                  <a:pt x="11075035" y="0"/>
                </a:lnTo>
                <a:lnTo>
                  <a:pt x="11075035" y="19050"/>
                </a:lnTo>
                <a:close/>
              </a:path>
              <a:path w="11277600" h="1545589">
                <a:moveTo>
                  <a:pt x="11113135" y="19050"/>
                </a:moveTo>
                <a:lnTo>
                  <a:pt x="11094085" y="19050"/>
                </a:lnTo>
                <a:lnTo>
                  <a:pt x="11094085" y="0"/>
                </a:lnTo>
                <a:lnTo>
                  <a:pt x="11113135" y="0"/>
                </a:lnTo>
                <a:lnTo>
                  <a:pt x="11113135" y="19050"/>
                </a:lnTo>
                <a:close/>
              </a:path>
              <a:path w="11277600" h="1545589">
                <a:moveTo>
                  <a:pt x="11151235" y="19050"/>
                </a:moveTo>
                <a:lnTo>
                  <a:pt x="11132185" y="19050"/>
                </a:lnTo>
                <a:lnTo>
                  <a:pt x="11132185" y="0"/>
                </a:lnTo>
                <a:lnTo>
                  <a:pt x="11151235" y="0"/>
                </a:lnTo>
                <a:lnTo>
                  <a:pt x="11151235" y="19050"/>
                </a:lnTo>
                <a:close/>
              </a:path>
              <a:path w="11277600" h="1545589">
                <a:moveTo>
                  <a:pt x="11189335" y="19050"/>
                </a:moveTo>
                <a:lnTo>
                  <a:pt x="11170285" y="19050"/>
                </a:lnTo>
                <a:lnTo>
                  <a:pt x="11170285" y="0"/>
                </a:lnTo>
                <a:lnTo>
                  <a:pt x="11189335" y="0"/>
                </a:lnTo>
                <a:lnTo>
                  <a:pt x="11189335" y="19050"/>
                </a:lnTo>
                <a:close/>
              </a:path>
              <a:path w="11277600" h="1545589">
                <a:moveTo>
                  <a:pt x="11227435" y="19050"/>
                </a:moveTo>
                <a:lnTo>
                  <a:pt x="11208385" y="19050"/>
                </a:lnTo>
                <a:lnTo>
                  <a:pt x="11208385" y="0"/>
                </a:lnTo>
                <a:lnTo>
                  <a:pt x="11227435" y="0"/>
                </a:lnTo>
                <a:lnTo>
                  <a:pt x="11227435" y="19050"/>
                </a:lnTo>
                <a:close/>
              </a:path>
              <a:path w="11277600" h="1545589">
                <a:moveTo>
                  <a:pt x="11265535" y="19050"/>
                </a:moveTo>
                <a:lnTo>
                  <a:pt x="11246485" y="19050"/>
                </a:lnTo>
                <a:lnTo>
                  <a:pt x="11246485" y="0"/>
                </a:lnTo>
                <a:lnTo>
                  <a:pt x="11265535" y="0"/>
                </a:lnTo>
                <a:lnTo>
                  <a:pt x="11265535" y="19050"/>
                </a:lnTo>
                <a:close/>
              </a:path>
              <a:path w="11277600" h="1545589">
                <a:moveTo>
                  <a:pt x="11277600" y="45085"/>
                </a:moveTo>
                <a:lnTo>
                  <a:pt x="11258550" y="45085"/>
                </a:lnTo>
                <a:lnTo>
                  <a:pt x="11258550" y="26035"/>
                </a:lnTo>
                <a:lnTo>
                  <a:pt x="11277600" y="26035"/>
                </a:lnTo>
                <a:lnTo>
                  <a:pt x="11277600" y="45085"/>
                </a:lnTo>
                <a:close/>
              </a:path>
              <a:path w="11277600" h="1545589">
                <a:moveTo>
                  <a:pt x="11277600" y="83185"/>
                </a:moveTo>
                <a:lnTo>
                  <a:pt x="11258550" y="83185"/>
                </a:lnTo>
                <a:lnTo>
                  <a:pt x="11258550" y="64135"/>
                </a:lnTo>
                <a:lnTo>
                  <a:pt x="11277600" y="64135"/>
                </a:lnTo>
                <a:lnTo>
                  <a:pt x="11277600" y="83185"/>
                </a:lnTo>
                <a:close/>
              </a:path>
              <a:path w="11277600" h="1545589">
                <a:moveTo>
                  <a:pt x="11277600" y="121285"/>
                </a:moveTo>
                <a:lnTo>
                  <a:pt x="11258550" y="121285"/>
                </a:lnTo>
                <a:lnTo>
                  <a:pt x="11258550" y="102235"/>
                </a:lnTo>
                <a:lnTo>
                  <a:pt x="11277600" y="102235"/>
                </a:lnTo>
                <a:lnTo>
                  <a:pt x="11277600" y="121285"/>
                </a:lnTo>
                <a:close/>
              </a:path>
              <a:path w="11277600" h="1545589">
                <a:moveTo>
                  <a:pt x="11277600" y="159385"/>
                </a:moveTo>
                <a:lnTo>
                  <a:pt x="11258550" y="159385"/>
                </a:lnTo>
                <a:lnTo>
                  <a:pt x="11258550" y="140335"/>
                </a:lnTo>
                <a:lnTo>
                  <a:pt x="11277600" y="140335"/>
                </a:lnTo>
                <a:lnTo>
                  <a:pt x="11277600" y="159385"/>
                </a:lnTo>
                <a:close/>
              </a:path>
              <a:path w="11277600" h="1545589">
                <a:moveTo>
                  <a:pt x="11277600" y="197485"/>
                </a:moveTo>
                <a:lnTo>
                  <a:pt x="11258550" y="197485"/>
                </a:lnTo>
                <a:lnTo>
                  <a:pt x="11258550" y="178435"/>
                </a:lnTo>
                <a:lnTo>
                  <a:pt x="11277600" y="178435"/>
                </a:lnTo>
                <a:lnTo>
                  <a:pt x="11277600" y="197485"/>
                </a:lnTo>
                <a:close/>
              </a:path>
              <a:path w="11277600" h="1545589">
                <a:moveTo>
                  <a:pt x="11277600" y="235585"/>
                </a:moveTo>
                <a:lnTo>
                  <a:pt x="11258550" y="235585"/>
                </a:lnTo>
                <a:lnTo>
                  <a:pt x="11258550" y="216535"/>
                </a:lnTo>
                <a:lnTo>
                  <a:pt x="11277600" y="216535"/>
                </a:lnTo>
                <a:lnTo>
                  <a:pt x="11277600" y="235585"/>
                </a:lnTo>
                <a:close/>
              </a:path>
              <a:path w="11277600" h="1545589">
                <a:moveTo>
                  <a:pt x="11277600" y="273685"/>
                </a:moveTo>
                <a:lnTo>
                  <a:pt x="11258550" y="273685"/>
                </a:lnTo>
                <a:lnTo>
                  <a:pt x="11258550" y="254635"/>
                </a:lnTo>
                <a:lnTo>
                  <a:pt x="11277600" y="254635"/>
                </a:lnTo>
                <a:lnTo>
                  <a:pt x="11277600" y="273685"/>
                </a:lnTo>
                <a:close/>
              </a:path>
              <a:path w="11277600" h="1545589">
                <a:moveTo>
                  <a:pt x="11277600" y="311785"/>
                </a:moveTo>
                <a:lnTo>
                  <a:pt x="11258550" y="311785"/>
                </a:lnTo>
                <a:lnTo>
                  <a:pt x="11258550" y="292735"/>
                </a:lnTo>
                <a:lnTo>
                  <a:pt x="11277600" y="292735"/>
                </a:lnTo>
                <a:lnTo>
                  <a:pt x="11277600" y="311785"/>
                </a:lnTo>
                <a:close/>
              </a:path>
              <a:path w="11277600" h="1545589">
                <a:moveTo>
                  <a:pt x="11277600" y="349885"/>
                </a:moveTo>
                <a:lnTo>
                  <a:pt x="11258550" y="349885"/>
                </a:lnTo>
                <a:lnTo>
                  <a:pt x="11258550" y="330835"/>
                </a:lnTo>
                <a:lnTo>
                  <a:pt x="11277600" y="330835"/>
                </a:lnTo>
                <a:lnTo>
                  <a:pt x="11277600" y="349885"/>
                </a:lnTo>
                <a:close/>
              </a:path>
              <a:path w="11277600" h="1545589">
                <a:moveTo>
                  <a:pt x="11277600" y="387985"/>
                </a:moveTo>
                <a:lnTo>
                  <a:pt x="11258550" y="387985"/>
                </a:lnTo>
                <a:lnTo>
                  <a:pt x="11258550" y="368935"/>
                </a:lnTo>
                <a:lnTo>
                  <a:pt x="11277600" y="368935"/>
                </a:lnTo>
                <a:lnTo>
                  <a:pt x="11277600" y="387985"/>
                </a:lnTo>
                <a:close/>
              </a:path>
              <a:path w="11277600" h="1545589">
                <a:moveTo>
                  <a:pt x="11277600" y="426085"/>
                </a:moveTo>
                <a:lnTo>
                  <a:pt x="11258550" y="426085"/>
                </a:lnTo>
                <a:lnTo>
                  <a:pt x="11258550" y="407035"/>
                </a:lnTo>
                <a:lnTo>
                  <a:pt x="11277600" y="407035"/>
                </a:lnTo>
                <a:lnTo>
                  <a:pt x="11277600" y="426085"/>
                </a:lnTo>
                <a:close/>
              </a:path>
              <a:path w="11277600" h="1545589">
                <a:moveTo>
                  <a:pt x="11277600" y="464185"/>
                </a:moveTo>
                <a:lnTo>
                  <a:pt x="11258550" y="464185"/>
                </a:lnTo>
                <a:lnTo>
                  <a:pt x="11258550" y="445135"/>
                </a:lnTo>
                <a:lnTo>
                  <a:pt x="11277600" y="445135"/>
                </a:lnTo>
                <a:lnTo>
                  <a:pt x="11277600" y="464185"/>
                </a:lnTo>
                <a:close/>
              </a:path>
              <a:path w="11277600" h="1545589">
                <a:moveTo>
                  <a:pt x="11277600" y="502285"/>
                </a:moveTo>
                <a:lnTo>
                  <a:pt x="11258550" y="502285"/>
                </a:lnTo>
                <a:lnTo>
                  <a:pt x="11258550" y="483235"/>
                </a:lnTo>
                <a:lnTo>
                  <a:pt x="11277600" y="483235"/>
                </a:lnTo>
                <a:lnTo>
                  <a:pt x="11277600" y="502285"/>
                </a:lnTo>
                <a:close/>
              </a:path>
              <a:path w="11277600" h="1545589">
                <a:moveTo>
                  <a:pt x="11277600" y="540385"/>
                </a:moveTo>
                <a:lnTo>
                  <a:pt x="11258550" y="540385"/>
                </a:lnTo>
                <a:lnTo>
                  <a:pt x="11258550" y="521335"/>
                </a:lnTo>
                <a:lnTo>
                  <a:pt x="11277600" y="521335"/>
                </a:lnTo>
                <a:lnTo>
                  <a:pt x="11277600" y="540385"/>
                </a:lnTo>
                <a:close/>
              </a:path>
              <a:path w="11277600" h="1545589">
                <a:moveTo>
                  <a:pt x="11277600" y="578485"/>
                </a:moveTo>
                <a:lnTo>
                  <a:pt x="11258550" y="578485"/>
                </a:lnTo>
                <a:lnTo>
                  <a:pt x="11258550" y="559435"/>
                </a:lnTo>
                <a:lnTo>
                  <a:pt x="11277600" y="559435"/>
                </a:lnTo>
                <a:lnTo>
                  <a:pt x="11277600" y="578485"/>
                </a:lnTo>
                <a:close/>
              </a:path>
              <a:path w="11277600" h="1545589">
                <a:moveTo>
                  <a:pt x="11277600" y="616585"/>
                </a:moveTo>
                <a:lnTo>
                  <a:pt x="11258550" y="616585"/>
                </a:lnTo>
                <a:lnTo>
                  <a:pt x="11258550" y="597535"/>
                </a:lnTo>
                <a:lnTo>
                  <a:pt x="11277600" y="597535"/>
                </a:lnTo>
                <a:lnTo>
                  <a:pt x="11277600" y="616585"/>
                </a:lnTo>
                <a:close/>
              </a:path>
              <a:path w="11277600" h="1545589">
                <a:moveTo>
                  <a:pt x="11277600" y="654685"/>
                </a:moveTo>
                <a:lnTo>
                  <a:pt x="11258550" y="654685"/>
                </a:lnTo>
                <a:lnTo>
                  <a:pt x="11258550" y="635635"/>
                </a:lnTo>
                <a:lnTo>
                  <a:pt x="11277600" y="635635"/>
                </a:lnTo>
                <a:lnTo>
                  <a:pt x="11277600" y="654685"/>
                </a:lnTo>
                <a:close/>
              </a:path>
              <a:path w="11277600" h="1545589">
                <a:moveTo>
                  <a:pt x="11277600" y="692785"/>
                </a:moveTo>
                <a:lnTo>
                  <a:pt x="11258550" y="692785"/>
                </a:lnTo>
                <a:lnTo>
                  <a:pt x="11258550" y="673735"/>
                </a:lnTo>
                <a:lnTo>
                  <a:pt x="11277600" y="673735"/>
                </a:lnTo>
                <a:lnTo>
                  <a:pt x="11277600" y="692785"/>
                </a:lnTo>
                <a:close/>
              </a:path>
              <a:path w="11277600" h="1545589">
                <a:moveTo>
                  <a:pt x="11277600" y="730885"/>
                </a:moveTo>
                <a:lnTo>
                  <a:pt x="11258550" y="730885"/>
                </a:lnTo>
                <a:lnTo>
                  <a:pt x="11258550" y="711835"/>
                </a:lnTo>
                <a:lnTo>
                  <a:pt x="11277600" y="711835"/>
                </a:lnTo>
                <a:lnTo>
                  <a:pt x="11277600" y="730885"/>
                </a:lnTo>
                <a:close/>
              </a:path>
              <a:path w="11277600" h="1545589">
                <a:moveTo>
                  <a:pt x="11277600" y="768985"/>
                </a:moveTo>
                <a:lnTo>
                  <a:pt x="11258550" y="768985"/>
                </a:lnTo>
                <a:lnTo>
                  <a:pt x="11258550" y="749935"/>
                </a:lnTo>
                <a:lnTo>
                  <a:pt x="11277600" y="749935"/>
                </a:lnTo>
                <a:lnTo>
                  <a:pt x="11277600" y="768985"/>
                </a:lnTo>
                <a:close/>
              </a:path>
              <a:path w="11277600" h="1545589">
                <a:moveTo>
                  <a:pt x="11277600" y="807085"/>
                </a:moveTo>
                <a:lnTo>
                  <a:pt x="11258550" y="807085"/>
                </a:lnTo>
                <a:lnTo>
                  <a:pt x="11258550" y="788035"/>
                </a:lnTo>
                <a:lnTo>
                  <a:pt x="11277600" y="788035"/>
                </a:lnTo>
                <a:lnTo>
                  <a:pt x="11277600" y="807085"/>
                </a:lnTo>
                <a:close/>
              </a:path>
              <a:path w="11277600" h="1545589">
                <a:moveTo>
                  <a:pt x="11277600" y="845185"/>
                </a:moveTo>
                <a:lnTo>
                  <a:pt x="11258550" y="845185"/>
                </a:lnTo>
                <a:lnTo>
                  <a:pt x="11258550" y="826135"/>
                </a:lnTo>
                <a:lnTo>
                  <a:pt x="11277600" y="826135"/>
                </a:lnTo>
                <a:lnTo>
                  <a:pt x="11277600" y="845185"/>
                </a:lnTo>
                <a:close/>
              </a:path>
              <a:path w="11277600" h="1545589">
                <a:moveTo>
                  <a:pt x="11277600" y="883285"/>
                </a:moveTo>
                <a:lnTo>
                  <a:pt x="11258550" y="883285"/>
                </a:lnTo>
                <a:lnTo>
                  <a:pt x="11258550" y="864235"/>
                </a:lnTo>
                <a:lnTo>
                  <a:pt x="11277600" y="864235"/>
                </a:lnTo>
                <a:lnTo>
                  <a:pt x="11277600" y="883285"/>
                </a:lnTo>
                <a:close/>
              </a:path>
              <a:path w="11277600" h="1545589">
                <a:moveTo>
                  <a:pt x="11277600" y="921385"/>
                </a:moveTo>
                <a:lnTo>
                  <a:pt x="11258550" y="921385"/>
                </a:lnTo>
                <a:lnTo>
                  <a:pt x="11258550" y="902335"/>
                </a:lnTo>
                <a:lnTo>
                  <a:pt x="11277600" y="902335"/>
                </a:lnTo>
                <a:lnTo>
                  <a:pt x="11277600" y="921385"/>
                </a:lnTo>
                <a:close/>
              </a:path>
              <a:path w="11277600" h="1545589">
                <a:moveTo>
                  <a:pt x="11277600" y="959485"/>
                </a:moveTo>
                <a:lnTo>
                  <a:pt x="11258550" y="959485"/>
                </a:lnTo>
                <a:lnTo>
                  <a:pt x="11258550" y="940435"/>
                </a:lnTo>
                <a:lnTo>
                  <a:pt x="11277600" y="940435"/>
                </a:lnTo>
                <a:lnTo>
                  <a:pt x="11277600" y="959485"/>
                </a:lnTo>
                <a:close/>
              </a:path>
              <a:path w="11277600" h="1545589">
                <a:moveTo>
                  <a:pt x="11277600" y="997585"/>
                </a:moveTo>
                <a:lnTo>
                  <a:pt x="11258550" y="997585"/>
                </a:lnTo>
                <a:lnTo>
                  <a:pt x="11258550" y="978535"/>
                </a:lnTo>
                <a:lnTo>
                  <a:pt x="11277600" y="978535"/>
                </a:lnTo>
                <a:lnTo>
                  <a:pt x="11277600" y="997585"/>
                </a:lnTo>
                <a:close/>
              </a:path>
              <a:path w="11277600" h="1545589">
                <a:moveTo>
                  <a:pt x="11277600" y="1035685"/>
                </a:moveTo>
                <a:lnTo>
                  <a:pt x="11258550" y="1035685"/>
                </a:lnTo>
                <a:lnTo>
                  <a:pt x="11258550" y="1016635"/>
                </a:lnTo>
                <a:lnTo>
                  <a:pt x="11277600" y="1016635"/>
                </a:lnTo>
                <a:lnTo>
                  <a:pt x="11277600" y="1035685"/>
                </a:lnTo>
                <a:close/>
              </a:path>
              <a:path w="11277600" h="1545589">
                <a:moveTo>
                  <a:pt x="11277600" y="1073785"/>
                </a:moveTo>
                <a:lnTo>
                  <a:pt x="11258550" y="1073785"/>
                </a:lnTo>
                <a:lnTo>
                  <a:pt x="11258550" y="1054735"/>
                </a:lnTo>
                <a:lnTo>
                  <a:pt x="11277600" y="1054735"/>
                </a:lnTo>
                <a:lnTo>
                  <a:pt x="11277600" y="1073785"/>
                </a:lnTo>
                <a:close/>
              </a:path>
              <a:path w="11277600" h="1545589">
                <a:moveTo>
                  <a:pt x="11277600" y="1111885"/>
                </a:moveTo>
                <a:lnTo>
                  <a:pt x="11258550" y="1111885"/>
                </a:lnTo>
                <a:lnTo>
                  <a:pt x="11258550" y="1092835"/>
                </a:lnTo>
                <a:lnTo>
                  <a:pt x="11277600" y="1092835"/>
                </a:lnTo>
                <a:lnTo>
                  <a:pt x="11277600" y="1111885"/>
                </a:lnTo>
                <a:close/>
              </a:path>
              <a:path w="11277600" h="1545589">
                <a:moveTo>
                  <a:pt x="11277600" y="1149985"/>
                </a:moveTo>
                <a:lnTo>
                  <a:pt x="11258550" y="1149985"/>
                </a:lnTo>
                <a:lnTo>
                  <a:pt x="11258550" y="1130935"/>
                </a:lnTo>
                <a:lnTo>
                  <a:pt x="11277600" y="1130935"/>
                </a:lnTo>
                <a:lnTo>
                  <a:pt x="11277600" y="1149985"/>
                </a:lnTo>
                <a:close/>
              </a:path>
              <a:path w="11277600" h="1545589">
                <a:moveTo>
                  <a:pt x="11277600" y="1188085"/>
                </a:moveTo>
                <a:lnTo>
                  <a:pt x="11258550" y="1188085"/>
                </a:lnTo>
                <a:lnTo>
                  <a:pt x="11258550" y="1169035"/>
                </a:lnTo>
                <a:lnTo>
                  <a:pt x="11277600" y="1169035"/>
                </a:lnTo>
                <a:lnTo>
                  <a:pt x="11277600" y="1188085"/>
                </a:lnTo>
                <a:close/>
              </a:path>
              <a:path w="11277600" h="1545589">
                <a:moveTo>
                  <a:pt x="11277600" y="1226185"/>
                </a:moveTo>
                <a:lnTo>
                  <a:pt x="11258550" y="1226185"/>
                </a:lnTo>
                <a:lnTo>
                  <a:pt x="11258550" y="1207135"/>
                </a:lnTo>
                <a:lnTo>
                  <a:pt x="11277600" y="1207135"/>
                </a:lnTo>
                <a:lnTo>
                  <a:pt x="11277600" y="1226185"/>
                </a:lnTo>
                <a:close/>
              </a:path>
              <a:path w="11277600" h="1545589">
                <a:moveTo>
                  <a:pt x="11277600" y="1264285"/>
                </a:moveTo>
                <a:lnTo>
                  <a:pt x="11258550" y="1264285"/>
                </a:lnTo>
                <a:lnTo>
                  <a:pt x="11258550" y="1245235"/>
                </a:lnTo>
                <a:lnTo>
                  <a:pt x="11277600" y="1245235"/>
                </a:lnTo>
                <a:lnTo>
                  <a:pt x="11277600" y="1264285"/>
                </a:lnTo>
                <a:close/>
              </a:path>
              <a:path w="11277600" h="1545589">
                <a:moveTo>
                  <a:pt x="11277600" y="1302385"/>
                </a:moveTo>
                <a:lnTo>
                  <a:pt x="11258550" y="1302385"/>
                </a:lnTo>
                <a:lnTo>
                  <a:pt x="11258550" y="1283335"/>
                </a:lnTo>
                <a:lnTo>
                  <a:pt x="11277600" y="1283335"/>
                </a:lnTo>
                <a:lnTo>
                  <a:pt x="11277600" y="1302385"/>
                </a:lnTo>
                <a:close/>
              </a:path>
              <a:path w="11277600" h="1545589">
                <a:moveTo>
                  <a:pt x="11277600" y="1340485"/>
                </a:moveTo>
                <a:lnTo>
                  <a:pt x="11258550" y="1340485"/>
                </a:lnTo>
                <a:lnTo>
                  <a:pt x="11258550" y="1321435"/>
                </a:lnTo>
                <a:lnTo>
                  <a:pt x="11277600" y="1321435"/>
                </a:lnTo>
                <a:lnTo>
                  <a:pt x="11277600" y="1340485"/>
                </a:lnTo>
                <a:close/>
              </a:path>
              <a:path w="11277600" h="1545589">
                <a:moveTo>
                  <a:pt x="11277600" y="1378585"/>
                </a:moveTo>
                <a:lnTo>
                  <a:pt x="11258550" y="1378585"/>
                </a:lnTo>
                <a:lnTo>
                  <a:pt x="11258550" y="1359535"/>
                </a:lnTo>
                <a:lnTo>
                  <a:pt x="11277600" y="1359535"/>
                </a:lnTo>
                <a:lnTo>
                  <a:pt x="11277600" y="1378585"/>
                </a:lnTo>
                <a:close/>
              </a:path>
              <a:path w="11277600" h="1545589">
                <a:moveTo>
                  <a:pt x="11277600" y="1416685"/>
                </a:moveTo>
                <a:lnTo>
                  <a:pt x="11258550" y="1416685"/>
                </a:lnTo>
                <a:lnTo>
                  <a:pt x="11258550" y="1397635"/>
                </a:lnTo>
                <a:lnTo>
                  <a:pt x="11277600" y="1397635"/>
                </a:lnTo>
                <a:lnTo>
                  <a:pt x="11277600" y="1416685"/>
                </a:lnTo>
                <a:close/>
              </a:path>
              <a:path w="11277600" h="1545589">
                <a:moveTo>
                  <a:pt x="11277600" y="1454785"/>
                </a:moveTo>
                <a:lnTo>
                  <a:pt x="11258550" y="1454785"/>
                </a:lnTo>
                <a:lnTo>
                  <a:pt x="11258550" y="1435735"/>
                </a:lnTo>
                <a:lnTo>
                  <a:pt x="11277600" y="1435735"/>
                </a:lnTo>
                <a:lnTo>
                  <a:pt x="11277600" y="1454785"/>
                </a:lnTo>
                <a:close/>
              </a:path>
              <a:path w="11277600" h="1545589">
                <a:moveTo>
                  <a:pt x="11277600" y="1492885"/>
                </a:moveTo>
                <a:lnTo>
                  <a:pt x="11258550" y="1492885"/>
                </a:lnTo>
                <a:lnTo>
                  <a:pt x="11258550" y="1473835"/>
                </a:lnTo>
                <a:lnTo>
                  <a:pt x="11277600" y="1473835"/>
                </a:lnTo>
                <a:lnTo>
                  <a:pt x="11277600" y="1492885"/>
                </a:lnTo>
                <a:close/>
              </a:path>
              <a:path w="11277600" h="1545589">
                <a:moveTo>
                  <a:pt x="11277600" y="1530985"/>
                </a:moveTo>
                <a:lnTo>
                  <a:pt x="11258550" y="1530985"/>
                </a:lnTo>
                <a:lnTo>
                  <a:pt x="11258550" y="1511935"/>
                </a:lnTo>
                <a:lnTo>
                  <a:pt x="11277600" y="1511935"/>
                </a:lnTo>
                <a:lnTo>
                  <a:pt x="11277600" y="1530985"/>
                </a:lnTo>
                <a:close/>
              </a:path>
              <a:path w="11277600" h="1545589">
                <a:moveTo>
                  <a:pt x="11254105" y="1545589"/>
                </a:moveTo>
                <a:lnTo>
                  <a:pt x="11235055" y="1545589"/>
                </a:lnTo>
                <a:lnTo>
                  <a:pt x="11235055" y="1526539"/>
                </a:lnTo>
                <a:lnTo>
                  <a:pt x="11254105" y="1526539"/>
                </a:lnTo>
                <a:lnTo>
                  <a:pt x="11254105" y="1545589"/>
                </a:lnTo>
                <a:close/>
              </a:path>
              <a:path w="11277600" h="1545589">
                <a:moveTo>
                  <a:pt x="11216005" y="1545589"/>
                </a:moveTo>
                <a:lnTo>
                  <a:pt x="11196955" y="1545589"/>
                </a:lnTo>
                <a:lnTo>
                  <a:pt x="11196955" y="1526539"/>
                </a:lnTo>
                <a:lnTo>
                  <a:pt x="11216005" y="1526539"/>
                </a:lnTo>
                <a:lnTo>
                  <a:pt x="11216005" y="1545589"/>
                </a:lnTo>
                <a:close/>
              </a:path>
              <a:path w="11277600" h="1545589">
                <a:moveTo>
                  <a:pt x="11177905" y="1545589"/>
                </a:moveTo>
                <a:lnTo>
                  <a:pt x="11158855" y="1545589"/>
                </a:lnTo>
                <a:lnTo>
                  <a:pt x="11158855" y="1526539"/>
                </a:lnTo>
                <a:lnTo>
                  <a:pt x="11177905" y="1526539"/>
                </a:lnTo>
                <a:lnTo>
                  <a:pt x="11177905" y="1545589"/>
                </a:lnTo>
                <a:close/>
              </a:path>
              <a:path w="11277600" h="1545589">
                <a:moveTo>
                  <a:pt x="11139805" y="1545589"/>
                </a:moveTo>
                <a:lnTo>
                  <a:pt x="11120755" y="1545589"/>
                </a:lnTo>
                <a:lnTo>
                  <a:pt x="11120755" y="1526539"/>
                </a:lnTo>
                <a:lnTo>
                  <a:pt x="11139805" y="1526539"/>
                </a:lnTo>
                <a:lnTo>
                  <a:pt x="11139805" y="1545589"/>
                </a:lnTo>
                <a:close/>
              </a:path>
              <a:path w="11277600" h="1545589">
                <a:moveTo>
                  <a:pt x="11101705" y="1545589"/>
                </a:moveTo>
                <a:lnTo>
                  <a:pt x="11082655" y="1545589"/>
                </a:lnTo>
                <a:lnTo>
                  <a:pt x="11082655" y="1526539"/>
                </a:lnTo>
                <a:lnTo>
                  <a:pt x="11101705" y="1526539"/>
                </a:lnTo>
                <a:lnTo>
                  <a:pt x="11101705" y="1545589"/>
                </a:lnTo>
                <a:close/>
              </a:path>
              <a:path w="11277600" h="1545589">
                <a:moveTo>
                  <a:pt x="11063605" y="1545589"/>
                </a:moveTo>
                <a:lnTo>
                  <a:pt x="11044555" y="1545589"/>
                </a:lnTo>
                <a:lnTo>
                  <a:pt x="11044555" y="1526539"/>
                </a:lnTo>
                <a:lnTo>
                  <a:pt x="11063605" y="1526539"/>
                </a:lnTo>
                <a:lnTo>
                  <a:pt x="11063605" y="1545589"/>
                </a:lnTo>
                <a:close/>
              </a:path>
              <a:path w="11277600" h="1545589">
                <a:moveTo>
                  <a:pt x="11025505" y="1545589"/>
                </a:moveTo>
                <a:lnTo>
                  <a:pt x="11006455" y="1545589"/>
                </a:lnTo>
                <a:lnTo>
                  <a:pt x="11006455" y="1526539"/>
                </a:lnTo>
                <a:lnTo>
                  <a:pt x="11025505" y="1526539"/>
                </a:lnTo>
                <a:lnTo>
                  <a:pt x="11025505" y="1545589"/>
                </a:lnTo>
                <a:close/>
              </a:path>
              <a:path w="11277600" h="1545589">
                <a:moveTo>
                  <a:pt x="10987405" y="1545589"/>
                </a:moveTo>
                <a:lnTo>
                  <a:pt x="10968355" y="1545589"/>
                </a:lnTo>
                <a:lnTo>
                  <a:pt x="10968355" y="1526539"/>
                </a:lnTo>
                <a:lnTo>
                  <a:pt x="10987405" y="1526539"/>
                </a:lnTo>
                <a:lnTo>
                  <a:pt x="10987405" y="1545589"/>
                </a:lnTo>
                <a:close/>
              </a:path>
              <a:path w="11277600" h="1545589">
                <a:moveTo>
                  <a:pt x="10949305" y="1545589"/>
                </a:moveTo>
                <a:lnTo>
                  <a:pt x="10930255" y="1545589"/>
                </a:lnTo>
                <a:lnTo>
                  <a:pt x="10930255" y="1526539"/>
                </a:lnTo>
                <a:lnTo>
                  <a:pt x="10949305" y="1526539"/>
                </a:lnTo>
                <a:lnTo>
                  <a:pt x="10949305" y="1545589"/>
                </a:lnTo>
                <a:close/>
              </a:path>
              <a:path w="11277600" h="1545589">
                <a:moveTo>
                  <a:pt x="10911205" y="1545589"/>
                </a:moveTo>
                <a:lnTo>
                  <a:pt x="10892155" y="1545589"/>
                </a:lnTo>
                <a:lnTo>
                  <a:pt x="10892155" y="1526539"/>
                </a:lnTo>
                <a:lnTo>
                  <a:pt x="10911205" y="1526539"/>
                </a:lnTo>
                <a:lnTo>
                  <a:pt x="10911205" y="1545589"/>
                </a:lnTo>
                <a:close/>
              </a:path>
              <a:path w="11277600" h="1545589">
                <a:moveTo>
                  <a:pt x="10873105" y="1545589"/>
                </a:moveTo>
                <a:lnTo>
                  <a:pt x="10854055" y="1545589"/>
                </a:lnTo>
                <a:lnTo>
                  <a:pt x="10854055" y="1526539"/>
                </a:lnTo>
                <a:lnTo>
                  <a:pt x="10873105" y="1526539"/>
                </a:lnTo>
                <a:lnTo>
                  <a:pt x="10873105" y="1545589"/>
                </a:lnTo>
                <a:close/>
              </a:path>
              <a:path w="11277600" h="1545589">
                <a:moveTo>
                  <a:pt x="10835005" y="1545589"/>
                </a:moveTo>
                <a:lnTo>
                  <a:pt x="10815955" y="1545589"/>
                </a:lnTo>
                <a:lnTo>
                  <a:pt x="10815955" y="1526539"/>
                </a:lnTo>
                <a:lnTo>
                  <a:pt x="10835005" y="1526539"/>
                </a:lnTo>
                <a:lnTo>
                  <a:pt x="10835005" y="1545589"/>
                </a:lnTo>
                <a:close/>
              </a:path>
              <a:path w="11277600" h="1545589">
                <a:moveTo>
                  <a:pt x="10796905" y="1545589"/>
                </a:moveTo>
                <a:lnTo>
                  <a:pt x="10777855" y="1545589"/>
                </a:lnTo>
                <a:lnTo>
                  <a:pt x="10777855" y="1526539"/>
                </a:lnTo>
                <a:lnTo>
                  <a:pt x="10796905" y="1526539"/>
                </a:lnTo>
                <a:lnTo>
                  <a:pt x="10796905" y="1545589"/>
                </a:lnTo>
                <a:close/>
              </a:path>
              <a:path w="11277600" h="1545589">
                <a:moveTo>
                  <a:pt x="10758805" y="1545589"/>
                </a:moveTo>
                <a:lnTo>
                  <a:pt x="10739755" y="1545589"/>
                </a:lnTo>
                <a:lnTo>
                  <a:pt x="10739755" y="1526539"/>
                </a:lnTo>
                <a:lnTo>
                  <a:pt x="10758805" y="1526539"/>
                </a:lnTo>
                <a:lnTo>
                  <a:pt x="10758805" y="1545589"/>
                </a:lnTo>
                <a:close/>
              </a:path>
              <a:path w="11277600" h="1545589">
                <a:moveTo>
                  <a:pt x="10720705" y="1545589"/>
                </a:moveTo>
                <a:lnTo>
                  <a:pt x="10701655" y="1545589"/>
                </a:lnTo>
                <a:lnTo>
                  <a:pt x="10701655" y="1526539"/>
                </a:lnTo>
                <a:lnTo>
                  <a:pt x="10720705" y="1526539"/>
                </a:lnTo>
                <a:lnTo>
                  <a:pt x="10720705" y="1545589"/>
                </a:lnTo>
                <a:close/>
              </a:path>
              <a:path w="11277600" h="1545589">
                <a:moveTo>
                  <a:pt x="10682605" y="1545589"/>
                </a:moveTo>
                <a:lnTo>
                  <a:pt x="10663555" y="1545589"/>
                </a:lnTo>
                <a:lnTo>
                  <a:pt x="10663555" y="1526539"/>
                </a:lnTo>
                <a:lnTo>
                  <a:pt x="10682605" y="1526539"/>
                </a:lnTo>
                <a:lnTo>
                  <a:pt x="10682605" y="1545589"/>
                </a:lnTo>
                <a:close/>
              </a:path>
              <a:path w="11277600" h="1545589">
                <a:moveTo>
                  <a:pt x="10644505" y="1545589"/>
                </a:moveTo>
                <a:lnTo>
                  <a:pt x="10625455" y="1545589"/>
                </a:lnTo>
                <a:lnTo>
                  <a:pt x="10625455" y="1526539"/>
                </a:lnTo>
                <a:lnTo>
                  <a:pt x="10644505" y="1526539"/>
                </a:lnTo>
                <a:lnTo>
                  <a:pt x="10644505" y="1545589"/>
                </a:lnTo>
                <a:close/>
              </a:path>
              <a:path w="11277600" h="1545589">
                <a:moveTo>
                  <a:pt x="10606405" y="1545589"/>
                </a:moveTo>
                <a:lnTo>
                  <a:pt x="10587355" y="1545589"/>
                </a:lnTo>
                <a:lnTo>
                  <a:pt x="10587355" y="1526539"/>
                </a:lnTo>
                <a:lnTo>
                  <a:pt x="10606405" y="1526539"/>
                </a:lnTo>
                <a:lnTo>
                  <a:pt x="10606405" y="1545589"/>
                </a:lnTo>
                <a:close/>
              </a:path>
              <a:path w="11277600" h="1545589">
                <a:moveTo>
                  <a:pt x="10568305" y="1545589"/>
                </a:moveTo>
                <a:lnTo>
                  <a:pt x="10549255" y="1545589"/>
                </a:lnTo>
                <a:lnTo>
                  <a:pt x="10549255" y="1526539"/>
                </a:lnTo>
                <a:lnTo>
                  <a:pt x="10568305" y="1526539"/>
                </a:lnTo>
                <a:lnTo>
                  <a:pt x="10568305" y="1545589"/>
                </a:lnTo>
                <a:close/>
              </a:path>
              <a:path w="11277600" h="1545589">
                <a:moveTo>
                  <a:pt x="10530205" y="1545589"/>
                </a:moveTo>
                <a:lnTo>
                  <a:pt x="10511155" y="1545589"/>
                </a:lnTo>
                <a:lnTo>
                  <a:pt x="10511155" y="1526539"/>
                </a:lnTo>
                <a:lnTo>
                  <a:pt x="10530205" y="1526539"/>
                </a:lnTo>
                <a:lnTo>
                  <a:pt x="10530205" y="1545589"/>
                </a:lnTo>
                <a:close/>
              </a:path>
              <a:path w="11277600" h="1545589">
                <a:moveTo>
                  <a:pt x="10492105" y="1545589"/>
                </a:moveTo>
                <a:lnTo>
                  <a:pt x="10473055" y="1545589"/>
                </a:lnTo>
                <a:lnTo>
                  <a:pt x="10473055" y="1526539"/>
                </a:lnTo>
                <a:lnTo>
                  <a:pt x="10492105" y="1526539"/>
                </a:lnTo>
                <a:lnTo>
                  <a:pt x="10492105" y="1545589"/>
                </a:lnTo>
                <a:close/>
              </a:path>
              <a:path w="11277600" h="1545589">
                <a:moveTo>
                  <a:pt x="10454005" y="1545589"/>
                </a:moveTo>
                <a:lnTo>
                  <a:pt x="10434955" y="1545589"/>
                </a:lnTo>
                <a:lnTo>
                  <a:pt x="10434955" y="1526539"/>
                </a:lnTo>
                <a:lnTo>
                  <a:pt x="10454005" y="1526539"/>
                </a:lnTo>
                <a:lnTo>
                  <a:pt x="10454005" y="1545589"/>
                </a:lnTo>
                <a:close/>
              </a:path>
              <a:path w="11277600" h="1545589">
                <a:moveTo>
                  <a:pt x="10415905" y="1545589"/>
                </a:moveTo>
                <a:lnTo>
                  <a:pt x="10396855" y="1545589"/>
                </a:lnTo>
                <a:lnTo>
                  <a:pt x="10396855" y="1526539"/>
                </a:lnTo>
                <a:lnTo>
                  <a:pt x="10415905" y="1526539"/>
                </a:lnTo>
                <a:lnTo>
                  <a:pt x="10415905" y="1545589"/>
                </a:lnTo>
                <a:close/>
              </a:path>
              <a:path w="11277600" h="1545589">
                <a:moveTo>
                  <a:pt x="10377805" y="1545589"/>
                </a:moveTo>
                <a:lnTo>
                  <a:pt x="10358755" y="1545589"/>
                </a:lnTo>
                <a:lnTo>
                  <a:pt x="10358755" y="1526539"/>
                </a:lnTo>
                <a:lnTo>
                  <a:pt x="10377805" y="1526539"/>
                </a:lnTo>
                <a:lnTo>
                  <a:pt x="10377805" y="1545589"/>
                </a:lnTo>
                <a:close/>
              </a:path>
              <a:path w="11277600" h="1545589">
                <a:moveTo>
                  <a:pt x="10339705" y="1545589"/>
                </a:moveTo>
                <a:lnTo>
                  <a:pt x="10320655" y="1545589"/>
                </a:lnTo>
                <a:lnTo>
                  <a:pt x="10320655" y="1526539"/>
                </a:lnTo>
                <a:lnTo>
                  <a:pt x="10339705" y="1526539"/>
                </a:lnTo>
                <a:lnTo>
                  <a:pt x="10339705" y="1545589"/>
                </a:lnTo>
                <a:close/>
              </a:path>
              <a:path w="11277600" h="1545589">
                <a:moveTo>
                  <a:pt x="10301605" y="1545589"/>
                </a:moveTo>
                <a:lnTo>
                  <a:pt x="10282555" y="1545589"/>
                </a:lnTo>
                <a:lnTo>
                  <a:pt x="10282555" y="1526539"/>
                </a:lnTo>
                <a:lnTo>
                  <a:pt x="10301605" y="1526539"/>
                </a:lnTo>
                <a:lnTo>
                  <a:pt x="10301605" y="1545589"/>
                </a:lnTo>
                <a:close/>
              </a:path>
              <a:path w="11277600" h="1545589">
                <a:moveTo>
                  <a:pt x="10263505" y="1545589"/>
                </a:moveTo>
                <a:lnTo>
                  <a:pt x="10244455" y="1545589"/>
                </a:lnTo>
                <a:lnTo>
                  <a:pt x="10244455" y="1526539"/>
                </a:lnTo>
                <a:lnTo>
                  <a:pt x="10263505" y="1526539"/>
                </a:lnTo>
                <a:lnTo>
                  <a:pt x="10263505" y="1545589"/>
                </a:lnTo>
                <a:close/>
              </a:path>
              <a:path w="11277600" h="1545589">
                <a:moveTo>
                  <a:pt x="10225405" y="1545589"/>
                </a:moveTo>
                <a:lnTo>
                  <a:pt x="10206355" y="1545589"/>
                </a:lnTo>
                <a:lnTo>
                  <a:pt x="10206355" y="1526539"/>
                </a:lnTo>
                <a:lnTo>
                  <a:pt x="10225405" y="1526539"/>
                </a:lnTo>
                <a:lnTo>
                  <a:pt x="10225405" y="1545589"/>
                </a:lnTo>
                <a:close/>
              </a:path>
              <a:path w="11277600" h="1545589">
                <a:moveTo>
                  <a:pt x="10187305" y="1545589"/>
                </a:moveTo>
                <a:lnTo>
                  <a:pt x="10168255" y="1545589"/>
                </a:lnTo>
                <a:lnTo>
                  <a:pt x="10168255" y="1526539"/>
                </a:lnTo>
                <a:lnTo>
                  <a:pt x="10187305" y="1526539"/>
                </a:lnTo>
                <a:lnTo>
                  <a:pt x="10187305" y="1545589"/>
                </a:lnTo>
                <a:close/>
              </a:path>
              <a:path w="11277600" h="1545589">
                <a:moveTo>
                  <a:pt x="10149205" y="1545589"/>
                </a:moveTo>
                <a:lnTo>
                  <a:pt x="10130155" y="1545589"/>
                </a:lnTo>
                <a:lnTo>
                  <a:pt x="10130155" y="1526539"/>
                </a:lnTo>
                <a:lnTo>
                  <a:pt x="10149205" y="1526539"/>
                </a:lnTo>
                <a:lnTo>
                  <a:pt x="10149205" y="1545589"/>
                </a:lnTo>
                <a:close/>
              </a:path>
              <a:path w="11277600" h="1545589">
                <a:moveTo>
                  <a:pt x="10111105" y="1545589"/>
                </a:moveTo>
                <a:lnTo>
                  <a:pt x="10092055" y="1545589"/>
                </a:lnTo>
                <a:lnTo>
                  <a:pt x="10092055" y="1526539"/>
                </a:lnTo>
                <a:lnTo>
                  <a:pt x="10111105" y="1526539"/>
                </a:lnTo>
                <a:lnTo>
                  <a:pt x="10111105" y="1545589"/>
                </a:lnTo>
                <a:close/>
              </a:path>
              <a:path w="11277600" h="1545589">
                <a:moveTo>
                  <a:pt x="10073005" y="1545589"/>
                </a:moveTo>
                <a:lnTo>
                  <a:pt x="10053955" y="1545589"/>
                </a:lnTo>
                <a:lnTo>
                  <a:pt x="10053955" y="1526539"/>
                </a:lnTo>
                <a:lnTo>
                  <a:pt x="10073005" y="1526539"/>
                </a:lnTo>
                <a:lnTo>
                  <a:pt x="10073005" y="1545589"/>
                </a:lnTo>
                <a:close/>
              </a:path>
              <a:path w="11277600" h="1545589">
                <a:moveTo>
                  <a:pt x="10034905" y="1545589"/>
                </a:moveTo>
                <a:lnTo>
                  <a:pt x="10015855" y="1545589"/>
                </a:lnTo>
                <a:lnTo>
                  <a:pt x="10015855" y="1526539"/>
                </a:lnTo>
                <a:lnTo>
                  <a:pt x="10034905" y="1526539"/>
                </a:lnTo>
                <a:lnTo>
                  <a:pt x="10034905" y="1545589"/>
                </a:lnTo>
                <a:close/>
              </a:path>
              <a:path w="11277600" h="1545589">
                <a:moveTo>
                  <a:pt x="9996805" y="1545589"/>
                </a:moveTo>
                <a:lnTo>
                  <a:pt x="9977755" y="1545589"/>
                </a:lnTo>
                <a:lnTo>
                  <a:pt x="9977755" y="1526539"/>
                </a:lnTo>
                <a:lnTo>
                  <a:pt x="9996805" y="1526539"/>
                </a:lnTo>
                <a:lnTo>
                  <a:pt x="9996805" y="1545589"/>
                </a:lnTo>
                <a:close/>
              </a:path>
              <a:path w="11277600" h="1545589">
                <a:moveTo>
                  <a:pt x="9958705" y="1545589"/>
                </a:moveTo>
                <a:lnTo>
                  <a:pt x="9939655" y="1545589"/>
                </a:lnTo>
                <a:lnTo>
                  <a:pt x="9939655" y="1526539"/>
                </a:lnTo>
                <a:lnTo>
                  <a:pt x="9958705" y="1526539"/>
                </a:lnTo>
                <a:lnTo>
                  <a:pt x="9958705" y="1545589"/>
                </a:lnTo>
                <a:close/>
              </a:path>
              <a:path w="11277600" h="1545589">
                <a:moveTo>
                  <a:pt x="9920605" y="1545589"/>
                </a:moveTo>
                <a:lnTo>
                  <a:pt x="9901555" y="1545589"/>
                </a:lnTo>
                <a:lnTo>
                  <a:pt x="9901555" y="1526539"/>
                </a:lnTo>
                <a:lnTo>
                  <a:pt x="9920605" y="1526539"/>
                </a:lnTo>
                <a:lnTo>
                  <a:pt x="9920605" y="1545589"/>
                </a:lnTo>
                <a:close/>
              </a:path>
              <a:path w="11277600" h="1545589">
                <a:moveTo>
                  <a:pt x="9882505" y="1545589"/>
                </a:moveTo>
                <a:lnTo>
                  <a:pt x="9863455" y="1545589"/>
                </a:lnTo>
                <a:lnTo>
                  <a:pt x="9863455" y="1526539"/>
                </a:lnTo>
                <a:lnTo>
                  <a:pt x="9882505" y="1526539"/>
                </a:lnTo>
                <a:lnTo>
                  <a:pt x="9882505" y="1545589"/>
                </a:lnTo>
                <a:close/>
              </a:path>
              <a:path w="11277600" h="1545589">
                <a:moveTo>
                  <a:pt x="9844405" y="1545589"/>
                </a:moveTo>
                <a:lnTo>
                  <a:pt x="9825355" y="1545589"/>
                </a:lnTo>
                <a:lnTo>
                  <a:pt x="9825355" y="1526539"/>
                </a:lnTo>
                <a:lnTo>
                  <a:pt x="9844405" y="1526539"/>
                </a:lnTo>
                <a:lnTo>
                  <a:pt x="9844405" y="1545589"/>
                </a:lnTo>
                <a:close/>
              </a:path>
              <a:path w="11277600" h="1545589">
                <a:moveTo>
                  <a:pt x="9806305" y="1545589"/>
                </a:moveTo>
                <a:lnTo>
                  <a:pt x="9787255" y="1545589"/>
                </a:lnTo>
                <a:lnTo>
                  <a:pt x="9787255" y="1526539"/>
                </a:lnTo>
                <a:lnTo>
                  <a:pt x="9806305" y="1526539"/>
                </a:lnTo>
                <a:lnTo>
                  <a:pt x="9806305" y="1545589"/>
                </a:lnTo>
                <a:close/>
              </a:path>
              <a:path w="11277600" h="1545589">
                <a:moveTo>
                  <a:pt x="9768205" y="1545589"/>
                </a:moveTo>
                <a:lnTo>
                  <a:pt x="9749155" y="1545589"/>
                </a:lnTo>
                <a:lnTo>
                  <a:pt x="9749155" y="1526539"/>
                </a:lnTo>
                <a:lnTo>
                  <a:pt x="9768205" y="1526539"/>
                </a:lnTo>
                <a:lnTo>
                  <a:pt x="9768205" y="1545589"/>
                </a:lnTo>
                <a:close/>
              </a:path>
              <a:path w="11277600" h="1545589">
                <a:moveTo>
                  <a:pt x="9730105" y="1545589"/>
                </a:moveTo>
                <a:lnTo>
                  <a:pt x="9711055" y="1545589"/>
                </a:lnTo>
                <a:lnTo>
                  <a:pt x="9711055" y="1526539"/>
                </a:lnTo>
                <a:lnTo>
                  <a:pt x="9730105" y="1526539"/>
                </a:lnTo>
                <a:lnTo>
                  <a:pt x="9730105" y="1545589"/>
                </a:lnTo>
                <a:close/>
              </a:path>
              <a:path w="11277600" h="1545589">
                <a:moveTo>
                  <a:pt x="9692005" y="1545589"/>
                </a:moveTo>
                <a:lnTo>
                  <a:pt x="9672955" y="1545589"/>
                </a:lnTo>
                <a:lnTo>
                  <a:pt x="9672955" y="1526539"/>
                </a:lnTo>
                <a:lnTo>
                  <a:pt x="9692005" y="1526539"/>
                </a:lnTo>
                <a:lnTo>
                  <a:pt x="9692005" y="1545589"/>
                </a:lnTo>
                <a:close/>
              </a:path>
              <a:path w="11277600" h="1545589">
                <a:moveTo>
                  <a:pt x="9653905" y="1545589"/>
                </a:moveTo>
                <a:lnTo>
                  <a:pt x="9634855" y="1545589"/>
                </a:lnTo>
                <a:lnTo>
                  <a:pt x="9634855" y="1526539"/>
                </a:lnTo>
                <a:lnTo>
                  <a:pt x="9653905" y="1526539"/>
                </a:lnTo>
                <a:lnTo>
                  <a:pt x="9653905" y="1545589"/>
                </a:lnTo>
                <a:close/>
              </a:path>
              <a:path w="11277600" h="1545589">
                <a:moveTo>
                  <a:pt x="9615805" y="1545589"/>
                </a:moveTo>
                <a:lnTo>
                  <a:pt x="9596755" y="1545589"/>
                </a:lnTo>
                <a:lnTo>
                  <a:pt x="9596755" y="1526539"/>
                </a:lnTo>
                <a:lnTo>
                  <a:pt x="9615805" y="1526539"/>
                </a:lnTo>
                <a:lnTo>
                  <a:pt x="9615805" y="1545589"/>
                </a:lnTo>
                <a:close/>
              </a:path>
              <a:path w="11277600" h="1545589">
                <a:moveTo>
                  <a:pt x="9577705" y="1545589"/>
                </a:moveTo>
                <a:lnTo>
                  <a:pt x="9558655" y="1545589"/>
                </a:lnTo>
                <a:lnTo>
                  <a:pt x="9558655" y="1526539"/>
                </a:lnTo>
                <a:lnTo>
                  <a:pt x="9577705" y="1526539"/>
                </a:lnTo>
                <a:lnTo>
                  <a:pt x="9577705" y="1545589"/>
                </a:lnTo>
                <a:close/>
              </a:path>
              <a:path w="11277600" h="1545589">
                <a:moveTo>
                  <a:pt x="9539605" y="1545589"/>
                </a:moveTo>
                <a:lnTo>
                  <a:pt x="9520555" y="1545589"/>
                </a:lnTo>
                <a:lnTo>
                  <a:pt x="9520555" y="1526539"/>
                </a:lnTo>
                <a:lnTo>
                  <a:pt x="9539605" y="1526539"/>
                </a:lnTo>
                <a:lnTo>
                  <a:pt x="9539605" y="1545589"/>
                </a:lnTo>
                <a:close/>
              </a:path>
              <a:path w="11277600" h="1545589">
                <a:moveTo>
                  <a:pt x="9501505" y="1545589"/>
                </a:moveTo>
                <a:lnTo>
                  <a:pt x="9482455" y="1545589"/>
                </a:lnTo>
                <a:lnTo>
                  <a:pt x="9482455" y="1526539"/>
                </a:lnTo>
                <a:lnTo>
                  <a:pt x="9501505" y="1526539"/>
                </a:lnTo>
                <a:lnTo>
                  <a:pt x="9501505" y="1545589"/>
                </a:lnTo>
                <a:close/>
              </a:path>
              <a:path w="11277600" h="1545589">
                <a:moveTo>
                  <a:pt x="9463405" y="1545589"/>
                </a:moveTo>
                <a:lnTo>
                  <a:pt x="9444355" y="1545589"/>
                </a:lnTo>
                <a:lnTo>
                  <a:pt x="9444355" y="1526539"/>
                </a:lnTo>
                <a:lnTo>
                  <a:pt x="9463405" y="1526539"/>
                </a:lnTo>
                <a:lnTo>
                  <a:pt x="9463405" y="1545589"/>
                </a:lnTo>
                <a:close/>
              </a:path>
              <a:path w="11277600" h="1545589">
                <a:moveTo>
                  <a:pt x="9425305" y="1545589"/>
                </a:moveTo>
                <a:lnTo>
                  <a:pt x="9406255" y="1545589"/>
                </a:lnTo>
                <a:lnTo>
                  <a:pt x="9406255" y="1526539"/>
                </a:lnTo>
                <a:lnTo>
                  <a:pt x="9425305" y="1526539"/>
                </a:lnTo>
                <a:lnTo>
                  <a:pt x="9425305" y="1545589"/>
                </a:lnTo>
                <a:close/>
              </a:path>
              <a:path w="11277600" h="1545589">
                <a:moveTo>
                  <a:pt x="9387205" y="1545589"/>
                </a:moveTo>
                <a:lnTo>
                  <a:pt x="9368155" y="1545589"/>
                </a:lnTo>
                <a:lnTo>
                  <a:pt x="9368155" y="1526539"/>
                </a:lnTo>
                <a:lnTo>
                  <a:pt x="9387205" y="1526539"/>
                </a:lnTo>
                <a:lnTo>
                  <a:pt x="9387205" y="1545589"/>
                </a:lnTo>
                <a:close/>
              </a:path>
              <a:path w="11277600" h="1545589">
                <a:moveTo>
                  <a:pt x="9349105" y="1545589"/>
                </a:moveTo>
                <a:lnTo>
                  <a:pt x="9330055" y="1545589"/>
                </a:lnTo>
                <a:lnTo>
                  <a:pt x="9330055" y="1526539"/>
                </a:lnTo>
                <a:lnTo>
                  <a:pt x="9349105" y="1526539"/>
                </a:lnTo>
                <a:lnTo>
                  <a:pt x="9349105" y="1545589"/>
                </a:lnTo>
                <a:close/>
              </a:path>
              <a:path w="11277600" h="1545589">
                <a:moveTo>
                  <a:pt x="9311005" y="1545589"/>
                </a:moveTo>
                <a:lnTo>
                  <a:pt x="9291955" y="1545589"/>
                </a:lnTo>
                <a:lnTo>
                  <a:pt x="9291955" y="1526539"/>
                </a:lnTo>
                <a:lnTo>
                  <a:pt x="9311005" y="1526539"/>
                </a:lnTo>
                <a:lnTo>
                  <a:pt x="9311005" y="1545589"/>
                </a:lnTo>
                <a:close/>
              </a:path>
              <a:path w="11277600" h="1545589">
                <a:moveTo>
                  <a:pt x="9272905" y="1545589"/>
                </a:moveTo>
                <a:lnTo>
                  <a:pt x="9253855" y="1545589"/>
                </a:lnTo>
                <a:lnTo>
                  <a:pt x="9253855" y="1526539"/>
                </a:lnTo>
                <a:lnTo>
                  <a:pt x="9272905" y="1526539"/>
                </a:lnTo>
                <a:lnTo>
                  <a:pt x="9272905" y="1545589"/>
                </a:lnTo>
                <a:close/>
              </a:path>
              <a:path w="11277600" h="1545589">
                <a:moveTo>
                  <a:pt x="9234805" y="1545589"/>
                </a:moveTo>
                <a:lnTo>
                  <a:pt x="9215755" y="1545589"/>
                </a:lnTo>
                <a:lnTo>
                  <a:pt x="9215755" y="1526539"/>
                </a:lnTo>
                <a:lnTo>
                  <a:pt x="9234805" y="1526539"/>
                </a:lnTo>
                <a:lnTo>
                  <a:pt x="9234805" y="1545589"/>
                </a:lnTo>
                <a:close/>
              </a:path>
              <a:path w="11277600" h="1545589">
                <a:moveTo>
                  <a:pt x="9196705" y="1545589"/>
                </a:moveTo>
                <a:lnTo>
                  <a:pt x="9177655" y="1545589"/>
                </a:lnTo>
                <a:lnTo>
                  <a:pt x="9177655" y="1526539"/>
                </a:lnTo>
                <a:lnTo>
                  <a:pt x="9196705" y="1526539"/>
                </a:lnTo>
                <a:lnTo>
                  <a:pt x="9196705" y="1545589"/>
                </a:lnTo>
                <a:close/>
              </a:path>
              <a:path w="11277600" h="1545589">
                <a:moveTo>
                  <a:pt x="9158605" y="1545589"/>
                </a:moveTo>
                <a:lnTo>
                  <a:pt x="9139555" y="1545589"/>
                </a:lnTo>
                <a:lnTo>
                  <a:pt x="9139555" y="1526539"/>
                </a:lnTo>
                <a:lnTo>
                  <a:pt x="9158605" y="1526539"/>
                </a:lnTo>
                <a:lnTo>
                  <a:pt x="9158605" y="1545589"/>
                </a:lnTo>
                <a:close/>
              </a:path>
              <a:path w="11277600" h="1545589">
                <a:moveTo>
                  <a:pt x="9120505" y="1545589"/>
                </a:moveTo>
                <a:lnTo>
                  <a:pt x="9101455" y="1545589"/>
                </a:lnTo>
                <a:lnTo>
                  <a:pt x="9101455" y="1526539"/>
                </a:lnTo>
                <a:lnTo>
                  <a:pt x="9120505" y="1526539"/>
                </a:lnTo>
                <a:lnTo>
                  <a:pt x="9120505" y="1545589"/>
                </a:lnTo>
                <a:close/>
              </a:path>
              <a:path w="11277600" h="1545589">
                <a:moveTo>
                  <a:pt x="9082405" y="1545589"/>
                </a:moveTo>
                <a:lnTo>
                  <a:pt x="9063355" y="1545589"/>
                </a:lnTo>
                <a:lnTo>
                  <a:pt x="9063355" y="1526539"/>
                </a:lnTo>
                <a:lnTo>
                  <a:pt x="9082405" y="1526539"/>
                </a:lnTo>
                <a:lnTo>
                  <a:pt x="9082405" y="1545589"/>
                </a:lnTo>
                <a:close/>
              </a:path>
              <a:path w="11277600" h="1545589">
                <a:moveTo>
                  <a:pt x="9044305" y="1545589"/>
                </a:moveTo>
                <a:lnTo>
                  <a:pt x="9025255" y="1545589"/>
                </a:lnTo>
                <a:lnTo>
                  <a:pt x="9025255" y="1526539"/>
                </a:lnTo>
                <a:lnTo>
                  <a:pt x="9044305" y="1526539"/>
                </a:lnTo>
                <a:lnTo>
                  <a:pt x="9044305" y="1545589"/>
                </a:lnTo>
                <a:close/>
              </a:path>
              <a:path w="11277600" h="1545589">
                <a:moveTo>
                  <a:pt x="9006205" y="1545589"/>
                </a:moveTo>
                <a:lnTo>
                  <a:pt x="8987155" y="1545589"/>
                </a:lnTo>
                <a:lnTo>
                  <a:pt x="8987155" y="1526539"/>
                </a:lnTo>
                <a:lnTo>
                  <a:pt x="9006205" y="1526539"/>
                </a:lnTo>
                <a:lnTo>
                  <a:pt x="9006205" y="1545589"/>
                </a:lnTo>
                <a:close/>
              </a:path>
              <a:path w="11277600" h="1545589">
                <a:moveTo>
                  <a:pt x="8968105" y="1545589"/>
                </a:moveTo>
                <a:lnTo>
                  <a:pt x="8949055" y="1545589"/>
                </a:lnTo>
                <a:lnTo>
                  <a:pt x="8949055" y="1526539"/>
                </a:lnTo>
                <a:lnTo>
                  <a:pt x="8968105" y="1526539"/>
                </a:lnTo>
                <a:lnTo>
                  <a:pt x="8968105" y="1545589"/>
                </a:lnTo>
                <a:close/>
              </a:path>
              <a:path w="11277600" h="1545589">
                <a:moveTo>
                  <a:pt x="8930005" y="1545589"/>
                </a:moveTo>
                <a:lnTo>
                  <a:pt x="8910955" y="1545589"/>
                </a:lnTo>
                <a:lnTo>
                  <a:pt x="8910955" y="1526539"/>
                </a:lnTo>
                <a:lnTo>
                  <a:pt x="8930005" y="1526539"/>
                </a:lnTo>
                <a:lnTo>
                  <a:pt x="8930005" y="1545589"/>
                </a:lnTo>
                <a:close/>
              </a:path>
              <a:path w="11277600" h="1545589">
                <a:moveTo>
                  <a:pt x="8891905" y="1545589"/>
                </a:moveTo>
                <a:lnTo>
                  <a:pt x="8872855" y="1545589"/>
                </a:lnTo>
                <a:lnTo>
                  <a:pt x="8872855" y="1526539"/>
                </a:lnTo>
                <a:lnTo>
                  <a:pt x="8891905" y="1526539"/>
                </a:lnTo>
                <a:lnTo>
                  <a:pt x="8891905" y="1545589"/>
                </a:lnTo>
                <a:close/>
              </a:path>
              <a:path w="11277600" h="1545589">
                <a:moveTo>
                  <a:pt x="8853805" y="1545589"/>
                </a:moveTo>
                <a:lnTo>
                  <a:pt x="8834755" y="1545589"/>
                </a:lnTo>
                <a:lnTo>
                  <a:pt x="8834755" y="1526539"/>
                </a:lnTo>
                <a:lnTo>
                  <a:pt x="8853805" y="1526539"/>
                </a:lnTo>
                <a:lnTo>
                  <a:pt x="8853805" y="1545589"/>
                </a:lnTo>
                <a:close/>
              </a:path>
              <a:path w="11277600" h="1545589">
                <a:moveTo>
                  <a:pt x="8815705" y="1545589"/>
                </a:moveTo>
                <a:lnTo>
                  <a:pt x="8796655" y="1545589"/>
                </a:lnTo>
                <a:lnTo>
                  <a:pt x="8796655" y="1526539"/>
                </a:lnTo>
                <a:lnTo>
                  <a:pt x="8815705" y="1526539"/>
                </a:lnTo>
                <a:lnTo>
                  <a:pt x="8815705" y="1545589"/>
                </a:lnTo>
                <a:close/>
              </a:path>
              <a:path w="11277600" h="1545589">
                <a:moveTo>
                  <a:pt x="8777605" y="1545589"/>
                </a:moveTo>
                <a:lnTo>
                  <a:pt x="8758555" y="1545589"/>
                </a:lnTo>
                <a:lnTo>
                  <a:pt x="8758555" y="1526539"/>
                </a:lnTo>
                <a:lnTo>
                  <a:pt x="8777605" y="1526539"/>
                </a:lnTo>
                <a:lnTo>
                  <a:pt x="8777605" y="1545589"/>
                </a:lnTo>
                <a:close/>
              </a:path>
              <a:path w="11277600" h="1545589">
                <a:moveTo>
                  <a:pt x="8739505" y="1545589"/>
                </a:moveTo>
                <a:lnTo>
                  <a:pt x="8720455" y="1545589"/>
                </a:lnTo>
                <a:lnTo>
                  <a:pt x="8720455" y="1526539"/>
                </a:lnTo>
                <a:lnTo>
                  <a:pt x="8739505" y="1526539"/>
                </a:lnTo>
                <a:lnTo>
                  <a:pt x="8739505" y="1545589"/>
                </a:lnTo>
                <a:close/>
              </a:path>
              <a:path w="11277600" h="1545589">
                <a:moveTo>
                  <a:pt x="8701405" y="1545589"/>
                </a:moveTo>
                <a:lnTo>
                  <a:pt x="8682355" y="1545589"/>
                </a:lnTo>
                <a:lnTo>
                  <a:pt x="8682355" y="1526539"/>
                </a:lnTo>
                <a:lnTo>
                  <a:pt x="8701405" y="1526539"/>
                </a:lnTo>
                <a:lnTo>
                  <a:pt x="8701405" y="1545589"/>
                </a:lnTo>
                <a:close/>
              </a:path>
              <a:path w="11277600" h="1545589">
                <a:moveTo>
                  <a:pt x="8663305" y="1545589"/>
                </a:moveTo>
                <a:lnTo>
                  <a:pt x="8644255" y="1545589"/>
                </a:lnTo>
                <a:lnTo>
                  <a:pt x="8644255" y="1526539"/>
                </a:lnTo>
                <a:lnTo>
                  <a:pt x="8663305" y="1526539"/>
                </a:lnTo>
                <a:lnTo>
                  <a:pt x="8663305" y="1545589"/>
                </a:lnTo>
                <a:close/>
              </a:path>
              <a:path w="11277600" h="1545589">
                <a:moveTo>
                  <a:pt x="8625205" y="1545589"/>
                </a:moveTo>
                <a:lnTo>
                  <a:pt x="8606155" y="1545589"/>
                </a:lnTo>
                <a:lnTo>
                  <a:pt x="8606155" y="1526539"/>
                </a:lnTo>
                <a:lnTo>
                  <a:pt x="8625205" y="1526539"/>
                </a:lnTo>
                <a:lnTo>
                  <a:pt x="8625205" y="1545589"/>
                </a:lnTo>
                <a:close/>
              </a:path>
              <a:path w="11277600" h="1545589">
                <a:moveTo>
                  <a:pt x="8587105" y="1545589"/>
                </a:moveTo>
                <a:lnTo>
                  <a:pt x="8568055" y="1545589"/>
                </a:lnTo>
                <a:lnTo>
                  <a:pt x="8568055" y="1526539"/>
                </a:lnTo>
                <a:lnTo>
                  <a:pt x="8587105" y="1526539"/>
                </a:lnTo>
                <a:lnTo>
                  <a:pt x="8587105" y="1545589"/>
                </a:lnTo>
                <a:close/>
              </a:path>
              <a:path w="11277600" h="1545589">
                <a:moveTo>
                  <a:pt x="8549005" y="1545589"/>
                </a:moveTo>
                <a:lnTo>
                  <a:pt x="8529955" y="1545589"/>
                </a:lnTo>
                <a:lnTo>
                  <a:pt x="8529955" y="1526539"/>
                </a:lnTo>
                <a:lnTo>
                  <a:pt x="8549005" y="1526539"/>
                </a:lnTo>
                <a:lnTo>
                  <a:pt x="8549005" y="1545589"/>
                </a:lnTo>
                <a:close/>
              </a:path>
              <a:path w="11277600" h="1545589">
                <a:moveTo>
                  <a:pt x="8510905" y="1545589"/>
                </a:moveTo>
                <a:lnTo>
                  <a:pt x="8491855" y="1545589"/>
                </a:lnTo>
                <a:lnTo>
                  <a:pt x="8491855" y="1526539"/>
                </a:lnTo>
                <a:lnTo>
                  <a:pt x="8510905" y="1526539"/>
                </a:lnTo>
                <a:lnTo>
                  <a:pt x="8510905" y="1545589"/>
                </a:lnTo>
                <a:close/>
              </a:path>
              <a:path w="11277600" h="1545589">
                <a:moveTo>
                  <a:pt x="8472805" y="1545589"/>
                </a:moveTo>
                <a:lnTo>
                  <a:pt x="8453755" y="1545589"/>
                </a:lnTo>
                <a:lnTo>
                  <a:pt x="8453755" y="1526539"/>
                </a:lnTo>
                <a:lnTo>
                  <a:pt x="8472805" y="1526539"/>
                </a:lnTo>
                <a:lnTo>
                  <a:pt x="8472805" y="1545589"/>
                </a:lnTo>
                <a:close/>
              </a:path>
              <a:path w="11277600" h="1545589">
                <a:moveTo>
                  <a:pt x="8434705" y="1545589"/>
                </a:moveTo>
                <a:lnTo>
                  <a:pt x="8415655" y="1545589"/>
                </a:lnTo>
                <a:lnTo>
                  <a:pt x="8415655" y="1526539"/>
                </a:lnTo>
                <a:lnTo>
                  <a:pt x="8434705" y="1526539"/>
                </a:lnTo>
                <a:lnTo>
                  <a:pt x="8434705" y="1545589"/>
                </a:lnTo>
                <a:close/>
              </a:path>
              <a:path w="11277600" h="1545589">
                <a:moveTo>
                  <a:pt x="8396605" y="1545589"/>
                </a:moveTo>
                <a:lnTo>
                  <a:pt x="8377555" y="1545589"/>
                </a:lnTo>
                <a:lnTo>
                  <a:pt x="8377555" y="1526539"/>
                </a:lnTo>
                <a:lnTo>
                  <a:pt x="8396605" y="1526539"/>
                </a:lnTo>
                <a:lnTo>
                  <a:pt x="8396605" y="1545589"/>
                </a:lnTo>
                <a:close/>
              </a:path>
              <a:path w="11277600" h="1545589">
                <a:moveTo>
                  <a:pt x="8358505" y="1545589"/>
                </a:moveTo>
                <a:lnTo>
                  <a:pt x="8339455" y="1545589"/>
                </a:lnTo>
                <a:lnTo>
                  <a:pt x="8339455" y="1526539"/>
                </a:lnTo>
                <a:lnTo>
                  <a:pt x="8358505" y="1526539"/>
                </a:lnTo>
                <a:lnTo>
                  <a:pt x="8358505" y="1545589"/>
                </a:lnTo>
                <a:close/>
              </a:path>
              <a:path w="11277600" h="1545589">
                <a:moveTo>
                  <a:pt x="8320405" y="1545589"/>
                </a:moveTo>
                <a:lnTo>
                  <a:pt x="8301355" y="1545589"/>
                </a:lnTo>
                <a:lnTo>
                  <a:pt x="8301355" y="1526539"/>
                </a:lnTo>
                <a:lnTo>
                  <a:pt x="8320405" y="1526539"/>
                </a:lnTo>
                <a:lnTo>
                  <a:pt x="8320405" y="1545589"/>
                </a:lnTo>
                <a:close/>
              </a:path>
              <a:path w="11277600" h="1545589">
                <a:moveTo>
                  <a:pt x="8282305" y="1545589"/>
                </a:moveTo>
                <a:lnTo>
                  <a:pt x="8263255" y="1545589"/>
                </a:lnTo>
                <a:lnTo>
                  <a:pt x="8263255" y="1526539"/>
                </a:lnTo>
                <a:lnTo>
                  <a:pt x="8282305" y="1526539"/>
                </a:lnTo>
                <a:lnTo>
                  <a:pt x="8282305" y="1545589"/>
                </a:lnTo>
                <a:close/>
              </a:path>
              <a:path w="11277600" h="1545589">
                <a:moveTo>
                  <a:pt x="8244205" y="1545589"/>
                </a:moveTo>
                <a:lnTo>
                  <a:pt x="8225155" y="1545589"/>
                </a:lnTo>
                <a:lnTo>
                  <a:pt x="8225155" y="1526539"/>
                </a:lnTo>
                <a:lnTo>
                  <a:pt x="8244205" y="1526539"/>
                </a:lnTo>
                <a:lnTo>
                  <a:pt x="8244205" y="1545589"/>
                </a:lnTo>
                <a:close/>
              </a:path>
              <a:path w="11277600" h="1545589">
                <a:moveTo>
                  <a:pt x="8206105" y="1545589"/>
                </a:moveTo>
                <a:lnTo>
                  <a:pt x="8187055" y="1545589"/>
                </a:lnTo>
                <a:lnTo>
                  <a:pt x="8187055" y="1526539"/>
                </a:lnTo>
                <a:lnTo>
                  <a:pt x="8206105" y="1526539"/>
                </a:lnTo>
                <a:lnTo>
                  <a:pt x="8206105" y="1545589"/>
                </a:lnTo>
                <a:close/>
              </a:path>
              <a:path w="11277600" h="1545589">
                <a:moveTo>
                  <a:pt x="8168005" y="1545589"/>
                </a:moveTo>
                <a:lnTo>
                  <a:pt x="8148955" y="1545589"/>
                </a:lnTo>
                <a:lnTo>
                  <a:pt x="8148955" y="1526539"/>
                </a:lnTo>
                <a:lnTo>
                  <a:pt x="8168005" y="1526539"/>
                </a:lnTo>
                <a:lnTo>
                  <a:pt x="8168005" y="1545589"/>
                </a:lnTo>
                <a:close/>
              </a:path>
              <a:path w="11277600" h="1545589">
                <a:moveTo>
                  <a:pt x="8129905" y="1545589"/>
                </a:moveTo>
                <a:lnTo>
                  <a:pt x="8110855" y="1545589"/>
                </a:lnTo>
                <a:lnTo>
                  <a:pt x="8110855" y="1526539"/>
                </a:lnTo>
                <a:lnTo>
                  <a:pt x="8129905" y="1526539"/>
                </a:lnTo>
                <a:lnTo>
                  <a:pt x="8129905" y="1545589"/>
                </a:lnTo>
                <a:close/>
              </a:path>
              <a:path w="11277600" h="1545589">
                <a:moveTo>
                  <a:pt x="8091805" y="1545589"/>
                </a:moveTo>
                <a:lnTo>
                  <a:pt x="8072755" y="1545589"/>
                </a:lnTo>
                <a:lnTo>
                  <a:pt x="8072755" y="1526539"/>
                </a:lnTo>
                <a:lnTo>
                  <a:pt x="8091805" y="1526539"/>
                </a:lnTo>
                <a:lnTo>
                  <a:pt x="8091805" y="1545589"/>
                </a:lnTo>
                <a:close/>
              </a:path>
              <a:path w="11277600" h="1545589">
                <a:moveTo>
                  <a:pt x="8053705" y="1545589"/>
                </a:moveTo>
                <a:lnTo>
                  <a:pt x="8034655" y="1545589"/>
                </a:lnTo>
                <a:lnTo>
                  <a:pt x="8034655" y="1526539"/>
                </a:lnTo>
                <a:lnTo>
                  <a:pt x="8053705" y="1526539"/>
                </a:lnTo>
                <a:lnTo>
                  <a:pt x="8053705" y="1545589"/>
                </a:lnTo>
                <a:close/>
              </a:path>
              <a:path w="11277600" h="1545589">
                <a:moveTo>
                  <a:pt x="8015605" y="1545589"/>
                </a:moveTo>
                <a:lnTo>
                  <a:pt x="7996555" y="1545589"/>
                </a:lnTo>
                <a:lnTo>
                  <a:pt x="7996555" y="1526539"/>
                </a:lnTo>
                <a:lnTo>
                  <a:pt x="8015605" y="1526539"/>
                </a:lnTo>
                <a:lnTo>
                  <a:pt x="8015605" y="1545589"/>
                </a:lnTo>
                <a:close/>
              </a:path>
              <a:path w="11277600" h="1545589">
                <a:moveTo>
                  <a:pt x="7977505" y="1545589"/>
                </a:moveTo>
                <a:lnTo>
                  <a:pt x="7958455" y="1545589"/>
                </a:lnTo>
                <a:lnTo>
                  <a:pt x="7958455" y="1526539"/>
                </a:lnTo>
                <a:lnTo>
                  <a:pt x="7977505" y="1526539"/>
                </a:lnTo>
                <a:lnTo>
                  <a:pt x="7977505" y="1545589"/>
                </a:lnTo>
                <a:close/>
              </a:path>
              <a:path w="11277600" h="1545589">
                <a:moveTo>
                  <a:pt x="7939405" y="1545589"/>
                </a:moveTo>
                <a:lnTo>
                  <a:pt x="7920355" y="1545589"/>
                </a:lnTo>
                <a:lnTo>
                  <a:pt x="7920355" y="1526539"/>
                </a:lnTo>
                <a:lnTo>
                  <a:pt x="7939405" y="1526539"/>
                </a:lnTo>
                <a:lnTo>
                  <a:pt x="7939405" y="1545589"/>
                </a:lnTo>
                <a:close/>
              </a:path>
              <a:path w="11277600" h="1545589">
                <a:moveTo>
                  <a:pt x="7901305" y="1545589"/>
                </a:moveTo>
                <a:lnTo>
                  <a:pt x="7882255" y="1545589"/>
                </a:lnTo>
                <a:lnTo>
                  <a:pt x="7882255" y="1526539"/>
                </a:lnTo>
                <a:lnTo>
                  <a:pt x="7901305" y="1526539"/>
                </a:lnTo>
                <a:lnTo>
                  <a:pt x="7901305" y="1545589"/>
                </a:lnTo>
                <a:close/>
              </a:path>
              <a:path w="11277600" h="1545589">
                <a:moveTo>
                  <a:pt x="7863205" y="1545589"/>
                </a:moveTo>
                <a:lnTo>
                  <a:pt x="7844155" y="1545589"/>
                </a:lnTo>
                <a:lnTo>
                  <a:pt x="7844155" y="1526539"/>
                </a:lnTo>
                <a:lnTo>
                  <a:pt x="7863205" y="1526539"/>
                </a:lnTo>
                <a:lnTo>
                  <a:pt x="7863205" y="1545589"/>
                </a:lnTo>
                <a:close/>
              </a:path>
              <a:path w="11277600" h="1545589">
                <a:moveTo>
                  <a:pt x="7825105" y="1545589"/>
                </a:moveTo>
                <a:lnTo>
                  <a:pt x="7806055" y="1545589"/>
                </a:lnTo>
                <a:lnTo>
                  <a:pt x="7806055" y="1526539"/>
                </a:lnTo>
                <a:lnTo>
                  <a:pt x="7825105" y="1526539"/>
                </a:lnTo>
                <a:lnTo>
                  <a:pt x="7825105" y="1545589"/>
                </a:lnTo>
                <a:close/>
              </a:path>
              <a:path w="11277600" h="1545589">
                <a:moveTo>
                  <a:pt x="7787005" y="1545589"/>
                </a:moveTo>
                <a:lnTo>
                  <a:pt x="7767955" y="1545589"/>
                </a:lnTo>
                <a:lnTo>
                  <a:pt x="7767955" y="1526539"/>
                </a:lnTo>
                <a:lnTo>
                  <a:pt x="7787005" y="1526539"/>
                </a:lnTo>
                <a:lnTo>
                  <a:pt x="7787005" y="1545589"/>
                </a:lnTo>
                <a:close/>
              </a:path>
              <a:path w="11277600" h="1545589">
                <a:moveTo>
                  <a:pt x="7748905" y="1545589"/>
                </a:moveTo>
                <a:lnTo>
                  <a:pt x="7729855" y="1545589"/>
                </a:lnTo>
                <a:lnTo>
                  <a:pt x="7729855" y="1526539"/>
                </a:lnTo>
                <a:lnTo>
                  <a:pt x="7748905" y="1526539"/>
                </a:lnTo>
                <a:lnTo>
                  <a:pt x="7748905" y="1545589"/>
                </a:lnTo>
                <a:close/>
              </a:path>
              <a:path w="11277600" h="1545589">
                <a:moveTo>
                  <a:pt x="7710805" y="1545589"/>
                </a:moveTo>
                <a:lnTo>
                  <a:pt x="7691755" y="1545589"/>
                </a:lnTo>
                <a:lnTo>
                  <a:pt x="7691755" y="1526539"/>
                </a:lnTo>
                <a:lnTo>
                  <a:pt x="7710805" y="1526539"/>
                </a:lnTo>
                <a:lnTo>
                  <a:pt x="7710805" y="1545589"/>
                </a:lnTo>
                <a:close/>
              </a:path>
              <a:path w="11277600" h="1545589">
                <a:moveTo>
                  <a:pt x="7672705" y="1545589"/>
                </a:moveTo>
                <a:lnTo>
                  <a:pt x="7653655" y="1545589"/>
                </a:lnTo>
                <a:lnTo>
                  <a:pt x="7653655" y="1526539"/>
                </a:lnTo>
                <a:lnTo>
                  <a:pt x="7672705" y="1526539"/>
                </a:lnTo>
                <a:lnTo>
                  <a:pt x="7672705" y="1545589"/>
                </a:lnTo>
                <a:close/>
              </a:path>
              <a:path w="11277600" h="1545589">
                <a:moveTo>
                  <a:pt x="7634605" y="1545589"/>
                </a:moveTo>
                <a:lnTo>
                  <a:pt x="7615555" y="1545589"/>
                </a:lnTo>
                <a:lnTo>
                  <a:pt x="7615555" y="1526539"/>
                </a:lnTo>
                <a:lnTo>
                  <a:pt x="7634605" y="1526539"/>
                </a:lnTo>
                <a:lnTo>
                  <a:pt x="7634605" y="1545589"/>
                </a:lnTo>
                <a:close/>
              </a:path>
              <a:path w="11277600" h="1545589">
                <a:moveTo>
                  <a:pt x="7596505" y="1545589"/>
                </a:moveTo>
                <a:lnTo>
                  <a:pt x="7577455" y="1545589"/>
                </a:lnTo>
                <a:lnTo>
                  <a:pt x="7577455" y="1526539"/>
                </a:lnTo>
                <a:lnTo>
                  <a:pt x="7596505" y="1526539"/>
                </a:lnTo>
                <a:lnTo>
                  <a:pt x="7596505" y="1545589"/>
                </a:lnTo>
                <a:close/>
              </a:path>
              <a:path w="11277600" h="1545589">
                <a:moveTo>
                  <a:pt x="7558405" y="1545589"/>
                </a:moveTo>
                <a:lnTo>
                  <a:pt x="7539355" y="1545589"/>
                </a:lnTo>
                <a:lnTo>
                  <a:pt x="7539355" y="1526539"/>
                </a:lnTo>
                <a:lnTo>
                  <a:pt x="7558405" y="1526539"/>
                </a:lnTo>
                <a:lnTo>
                  <a:pt x="7558405" y="1545589"/>
                </a:lnTo>
                <a:close/>
              </a:path>
              <a:path w="11277600" h="1545589">
                <a:moveTo>
                  <a:pt x="7520305" y="1545589"/>
                </a:moveTo>
                <a:lnTo>
                  <a:pt x="7501255" y="1545589"/>
                </a:lnTo>
                <a:lnTo>
                  <a:pt x="7501255" y="1526539"/>
                </a:lnTo>
                <a:lnTo>
                  <a:pt x="7520305" y="1526539"/>
                </a:lnTo>
                <a:lnTo>
                  <a:pt x="7520305" y="1545589"/>
                </a:lnTo>
                <a:close/>
              </a:path>
              <a:path w="11277600" h="1545589">
                <a:moveTo>
                  <a:pt x="7482205" y="1545589"/>
                </a:moveTo>
                <a:lnTo>
                  <a:pt x="7463155" y="1545589"/>
                </a:lnTo>
                <a:lnTo>
                  <a:pt x="7463155" y="1526539"/>
                </a:lnTo>
                <a:lnTo>
                  <a:pt x="7482205" y="1526539"/>
                </a:lnTo>
                <a:lnTo>
                  <a:pt x="7482205" y="1545589"/>
                </a:lnTo>
                <a:close/>
              </a:path>
              <a:path w="11277600" h="1545589">
                <a:moveTo>
                  <a:pt x="7444105" y="1545589"/>
                </a:moveTo>
                <a:lnTo>
                  <a:pt x="7425055" y="1545589"/>
                </a:lnTo>
                <a:lnTo>
                  <a:pt x="7425055" y="1526539"/>
                </a:lnTo>
                <a:lnTo>
                  <a:pt x="7444105" y="1526539"/>
                </a:lnTo>
                <a:lnTo>
                  <a:pt x="7444105" y="1545589"/>
                </a:lnTo>
                <a:close/>
              </a:path>
              <a:path w="11277600" h="1545589">
                <a:moveTo>
                  <a:pt x="7406005" y="1545589"/>
                </a:moveTo>
                <a:lnTo>
                  <a:pt x="7386955" y="1545589"/>
                </a:lnTo>
                <a:lnTo>
                  <a:pt x="7386955" y="1526539"/>
                </a:lnTo>
                <a:lnTo>
                  <a:pt x="7406005" y="1526539"/>
                </a:lnTo>
                <a:lnTo>
                  <a:pt x="7406005" y="1545589"/>
                </a:lnTo>
                <a:close/>
              </a:path>
              <a:path w="11277600" h="1545589">
                <a:moveTo>
                  <a:pt x="7367905" y="1545589"/>
                </a:moveTo>
                <a:lnTo>
                  <a:pt x="7348855" y="1545589"/>
                </a:lnTo>
                <a:lnTo>
                  <a:pt x="7348855" y="1526539"/>
                </a:lnTo>
                <a:lnTo>
                  <a:pt x="7367905" y="1526539"/>
                </a:lnTo>
                <a:lnTo>
                  <a:pt x="7367905" y="1545589"/>
                </a:lnTo>
                <a:close/>
              </a:path>
              <a:path w="11277600" h="1545589">
                <a:moveTo>
                  <a:pt x="7329805" y="1545589"/>
                </a:moveTo>
                <a:lnTo>
                  <a:pt x="7310755" y="1545589"/>
                </a:lnTo>
                <a:lnTo>
                  <a:pt x="7310755" y="1526539"/>
                </a:lnTo>
                <a:lnTo>
                  <a:pt x="7329805" y="1526539"/>
                </a:lnTo>
                <a:lnTo>
                  <a:pt x="7329805" y="1545589"/>
                </a:lnTo>
                <a:close/>
              </a:path>
              <a:path w="11277600" h="1545589">
                <a:moveTo>
                  <a:pt x="7291705" y="1545589"/>
                </a:moveTo>
                <a:lnTo>
                  <a:pt x="7272655" y="1545589"/>
                </a:lnTo>
                <a:lnTo>
                  <a:pt x="7272655" y="1526539"/>
                </a:lnTo>
                <a:lnTo>
                  <a:pt x="7291705" y="1526539"/>
                </a:lnTo>
                <a:lnTo>
                  <a:pt x="7291705" y="1545589"/>
                </a:lnTo>
                <a:close/>
              </a:path>
              <a:path w="11277600" h="1545589">
                <a:moveTo>
                  <a:pt x="7253605" y="1545589"/>
                </a:moveTo>
                <a:lnTo>
                  <a:pt x="7234555" y="1545589"/>
                </a:lnTo>
                <a:lnTo>
                  <a:pt x="7234555" y="1526539"/>
                </a:lnTo>
                <a:lnTo>
                  <a:pt x="7253605" y="1526539"/>
                </a:lnTo>
                <a:lnTo>
                  <a:pt x="7253605" y="1545589"/>
                </a:lnTo>
                <a:close/>
              </a:path>
              <a:path w="11277600" h="1545589">
                <a:moveTo>
                  <a:pt x="7215505" y="1545589"/>
                </a:moveTo>
                <a:lnTo>
                  <a:pt x="7196455" y="1545589"/>
                </a:lnTo>
                <a:lnTo>
                  <a:pt x="7196455" y="1526539"/>
                </a:lnTo>
                <a:lnTo>
                  <a:pt x="7215505" y="1526539"/>
                </a:lnTo>
                <a:lnTo>
                  <a:pt x="7215505" y="1545589"/>
                </a:lnTo>
                <a:close/>
              </a:path>
              <a:path w="11277600" h="1545589">
                <a:moveTo>
                  <a:pt x="7177405" y="1545589"/>
                </a:moveTo>
                <a:lnTo>
                  <a:pt x="7158355" y="1545589"/>
                </a:lnTo>
                <a:lnTo>
                  <a:pt x="7158355" y="1526539"/>
                </a:lnTo>
                <a:lnTo>
                  <a:pt x="7177405" y="1526539"/>
                </a:lnTo>
                <a:lnTo>
                  <a:pt x="7177405" y="1545589"/>
                </a:lnTo>
                <a:close/>
              </a:path>
              <a:path w="11277600" h="1545589">
                <a:moveTo>
                  <a:pt x="7139305" y="1545589"/>
                </a:moveTo>
                <a:lnTo>
                  <a:pt x="7120255" y="1545589"/>
                </a:lnTo>
                <a:lnTo>
                  <a:pt x="7120255" y="1526539"/>
                </a:lnTo>
                <a:lnTo>
                  <a:pt x="7139305" y="1526539"/>
                </a:lnTo>
                <a:lnTo>
                  <a:pt x="7139305" y="1545589"/>
                </a:lnTo>
                <a:close/>
              </a:path>
              <a:path w="11277600" h="1545589">
                <a:moveTo>
                  <a:pt x="7101205" y="1545589"/>
                </a:moveTo>
                <a:lnTo>
                  <a:pt x="7082155" y="1545589"/>
                </a:lnTo>
                <a:lnTo>
                  <a:pt x="7082155" y="1526539"/>
                </a:lnTo>
                <a:lnTo>
                  <a:pt x="7101205" y="1526539"/>
                </a:lnTo>
                <a:lnTo>
                  <a:pt x="7101205" y="1545589"/>
                </a:lnTo>
                <a:close/>
              </a:path>
              <a:path w="11277600" h="1545589">
                <a:moveTo>
                  <a:pt x="7063105" y="1545589"/>
                </a:moveTo>
                <a:lnTo>
                  <a:pt x="7044055" y="1545589"/>
                </a:lnTo>
                <a:lnTo>
                  <a:pt x="7044055" y="1526539"/>
                </a:lnTo>
                <a:lnTo>
                  <a:pt x="7063105" y="1526539"/>
                </a:lnTo>
                <a:lnTo>
                  <a:pt x="7063105" y="1545589"/>
                </a:lnTo>
                <a:close/>
              </a:path>
              <a:path w="11277600" h="1545589">
                <a:moveTo>
                  <a:pt x="7025005" y="1545589"/>
                </a:moveTo>
                <a:lnTo>
                  <a:pt x="7005955" y="1545589"/>
                </a:lnTo>
                <a:lnTo>
                  <a:pt x="7005955" y="1526539"/>
                </a:lnTo>
                <a:lnTo>
                  <a:pt x="7025005" y="1526539"/>
                </a:lnTo>
                <a:lnTo>
                  <a:pt x="7025005" y="1545589"/>
                </a:lnTo>
                <a:close/>
              </a:path>
              <a:path w="11277600" h="1545589">
                <a:moveTo>
                  <a:pt x="6986905" y="1545589"/>
                </a:moveTo>
                <a:lnTo>
                  <a:pt x="6967855" y="1545589"/>
                </a:lnTo>
                <a:lnTo>
                  <a:pt x="6967855" y="1526539"/>
                </a:lnTo>
                <a:lnTo>
                  <a:pt x="6986905" y="1526539"/>
                </a:lnTo>
                <a:lnTo>
                  <a:pt x="6986905" y="1545589"/>
                </a:lnTo>
                <a:close/>
              </a:path>
              <a:path w="11277600" h="1545589">
                <a:moveTo>
                  <a:pt x="6948805" y="1545589"/>
                </a:moveTo>
                <a:lnTo>
                  <a:pt x="6929755" y="1545589"/>
                </a:lnTo>
                <a:lnTo>
                  <a:pt x="6929755" y="1526539"/>
                </a:lnTo>
                <a:lnTo>
                  <a:pt x="6948805" y="1526539"/>
                </a:lnTo>
                <a:lnTo>
                  <a:pt x="6948805" y="1545589"/>
                </a:lnTo>
                <a:close/>
              </a:path>
              <a:path w="11277600" h="1545589">
                <a:moveTo>
                  <a:pt x="6910705" y="1545589"/>
                </a:moveTo>
                <a:lnTo>
                  <a:pt x="6891655" y="1545589"/>
                </a:lnTo>
                <a:lnTo>
                  <a:pt x="6891655" y="1526539"/>
                </a:lnTo>
                <a:lnTo>
                  <a:pt x="6910705" y="1526539"/>
                </a:lnTo>
                <a:lnTo>
                  <a:pt x="6910705" y="1545589"/>
                </a:lnTo>
                <a:close/>
              </a:path>
              <a:path w="11277600" h="1545589">
                <a:moveTo>
                  <a:pt x="6872605" y="1545589"/>
                </a:moveTo>
                <a:lnTo>
                  <a:pt x="6853555" y="1545589"/>
                </a:lnTo>
                <a:lnTo>
                  <a:pt x="6853555" y="1526539"/>
                </a:lnTo>
                <a:lnTo>
                  <a:pt x="6872605" y="1526539"/>
                </a:lnTo>
                <a:lnTo>
                  <a:pt x="6872605" y="1545589"/>
                </a:lnTo>
                <a:close/>
              </a:path>
              <a:path w="11277600" h="1545589">
                <a:moveTo>
                  <a:pt x="6834505" y="1545589"/>
                </a:moveTo>
                <a:lnTo>
                  <a:pt x="6815455" y="1545589"/>
                </a:lnTo>
                <a:lnTo>
                  <a:pt x="6815455" y="1526539"/>
                </a:lnTo>
                <a:lnTo>
                  <a:pt x="6834505" y="1526539"/>
                </a:lnTo>
                <a:lnTo>
                  <a:pt x="6834505" y="1545589"/>
                </a:lnTo>
                <a:close/>
              </a:path>
              <a:path w="11277600" h="1545589">
                <a:moveTo>
                  <a:pt x="6796405" y="1545589"/>
                </a:moveTo>
                <a:lnTo>
                  <a:pt x="6777355" y="1545589"/>
                </a:lnTo>
                <a:lnTo>
                  <a:pt x="6777355" y="1526539"/>
                </a:lnTo>
                <a:lnTo>
                  <a:pt x="6796405" y="1526539"/>
                </a:lnTo>
                <a:lnTo>
                  <a:pt x="6796405" y="1545589"/>
                </a:lnTo>
                <a:close/>
              </a:path>
              <a:path w="11277600" h="1545589">
                <a:moveTo>
                  <a:pt x="6758305" y="1545589"/>
                </a:moveTo>
                <a:lnTo>
                  <a:pt x="6739255" y="1545589"/>
                </a:lnTo>
                <a:lnTo>
                  <a:pt x="6739255" y="1526539"/>
                </a:lnTo>
                <a:lnTo>
                  <a:pt x="6758305" y="1526539"/>
                </a:lnTo>
                <a:lnTo>
                  <a:pt x="6758305" y="1545589"/>
                </a:lnTo>
                <a:close/>
              </a:path>
              <a:path w="11277600" h="1545589">
                <a:moveTo>
                  <a:pt x="6720205" y="1545589"/>
                </a:moveTo>
                <a:lnTo>
                  <a:pt x="6701155" y="1545589"/>
                </a:lnTo>
                <a:lnTo>
                  <a:pt x="6701155" y="1526539"/>
                </a:lnTo>
                <a:lnTo>
                  <a:pt x="6720205" y="1526539"/>
                </a:lnTo>
                <a:lnTo>
                  <a:pt x="6720205" y="1545589"/>
                </a:lnTo>
                <a:close/>
              </a:path>
              <a:path w="11277600" h="1545589">
                <a:moveTo>
                  <a:pt x="6682105" y="1545589"/>
                </a:moveTo>
                <a:lnTo>
                  <a:pt x="6663055" y="1545589"/>
                </a:lnTo>
                <a:lnTo>
                  <a:pt x="6663055" y="1526539"/>
                </a:lnTo>
                <a:lnTo>
                  <a:pt x="6682105" y="1526539"/>
                </a:lnTo>
                <a:lnTo>
                  <a:pt x="6682105" y="1545589"/>
                </a:lnTo>
                <a:close/>
              </a:path>
              <a:path w="11277600" h="1545589">
                <a:moveTo>
                  <a:pt x="6644005" y="1545589"/>
                </a:moveTo>
                <a:lnTo>
                  <a:pt x="6624955" y="1545589"/>
                </a:lnTo>
                <a:lnTo>
                  <a:pt x="6624955" y="1526539"/>
                </a:lnTo>
                <a:lnTo>
                  <a:pt x="6644005" y="1526539"/>
                </a:lnTo>
                <a:lnTo>
                  <a:pt x="6644005" y="1545589"/>
                </a:lnTo>
                <a:close/>
              </a:path>
              <a:path w="11277600" h="1545589">
                <a:moveTo>
                  <a:pt x="6605905" y="1545589"/>
                </a:moveTo>
                <a:lnTo>
                  <a:pt x="6586855" y="1545589"/>
                </a:lnTo>
                <a:lnTo>
                  <a:pt x="6586855" y="1526539"/>
                </a:lnTo>
                <a:lnTo>
                  <a:pt x="6605905" y="1526539"/>
                </a:lnTo>
                <a:lnTo>
                  <a:pt x="6605905" y="1545589"/>
                </a:lnTo>
                <a:close/>
              </a:path>
              <a:path w="11277600" h="1545589">
                <a:moveTo>
                  <a:pt x="6567805" y="1545589"/>
                </a:moveTo>
                <a:lnTo>
                  <a:pt x="6548755" y="1545589"/>
                </a:lnTo>
                <a:lnTo>
                  <a:pt x="6548755" y="1526539"/>
                </a:lnTo>
                <a:lnTo>
                  <a:pt x="6567805" y="1526539"/>
                </a:lnTo>
                <a:lnTo>
                  <a:pt x="6567805" y="1545589"/>
                </a:lnTo>
                <a:close/>
              </a:path>
              <a:path w="11277600" h="1545589">
                <a:moveTo>
                  <a:pt x="6529705" y="1545589"/>
                </a:moveTo>
                <a:lnTo>
                  <a:pt x="6510655" y="1545589"/>
                </a:lnTo>
                <a:lnTo>
                  <a:pt x="6510655" y="1526539"/>
                </a:lnTo>
                <a:lnTo>
                  <a:pt x="6529705" y="1526539"/>
                </a:lnTo>
                <a:lnTo>
                  <a:pt x="6529705" y="1545589"/>
                </a:lnTo>
                <a:close/>
              </a:path>
              <a:path w="11277600" h="1545589">
                <a:moveTo>
                  <a:pt x="6491605" y="1545589"/>
                </a:moveTo>
                <a:lnTo>
                  <a:pt x="6472555" y="1545589"/>
                </a:lnTo>
                <a:lnTo>
                  <a:pt x="6472555" y="1526539"/>
                </a:lnTo>
                <a:lnTo>
                  <a:pt x="6491605" y="1526539"/>
                </a:lnTo>
                <a:lnTo>
                  <a:pt x="6491605" y="1545589"/>
                </a:lnTo>
                <a:close/>
              </a:path>
              <a:path w="11277600" h="1545589">
                <a:moveTo>
                  <a:pt x="6453505" y="1545589"/>
                </a:moveTo>
                <a:lnTo>
                  <a:pt x="6434455" y="1545589"/>
                </a:lnTo>
                <a:lnTo>
                  <a:pt x="6434455" y="1526539"/>
                </a:lnTo>
                <a:lnTo>
                  <a:pt x="6453505" y="1526539"/>
                </a:lnTo>
                <a:lnTo>
                  <a:pt x="6453505" y="1545589"/>
                </a:lnTo>
                <a:close/>
              </a:path>
              <a:path w="11277600" h="1545589">
                <a:moveTo>
                  <a:pt x="6415405" y="1545589"/>
                </a:moveTo>
                <a:lnTo>
                  <a:pt x="6396355" y="1545589"/>
                </a:lnTo>
                <a:lnTo>
                  <a:pt x="6396355" y="1526539"/>
                </a:lnTo>
                <a:lnTo>
                  <a:pt x="6415405" y="1526539"/>
                </a:lnTo>
                <a:lnTo>
                  <a:pt x="6415405" y="1545589"/>
                </a:lnTo>
                <a:close/>
              </a:path>
              <a:path w="11277600" h="1545589">
                <a:moveTo>
                  <a:pt x="6377305" y="1545589"/>
                </a:moveTo>
                <a:lnTo>
                  <a:pt x="6358255" y="1545589"/>
                </a:lnTo>
                <a:lnTo>
                  <a:pt x="6358255" y="1526539"/>
                </a:lnTo>
                <a:lnTo>
                  <a:pt x="6377305" y="1526539"/>
                </a:lnTo>
                <a:lnTo>
                  <a:pt x="6377305" y="1545589"/>
                </a:lnTo>
                <a:close/>
              </a:path>
              <a:path w="11277600" h="1545589">
                <a:moveTo>
                  <a:pt x="6339205" y="1545589"/>
                </a:moveTo>
                <a:lnTo>
                  <a:pt x="6320155" y="1545589"/>
                </a:lnTo>
                <a:lnTo>
                  <a:pt x="6320155" y="1526539"/>
                </a:lnTo>
                <a:lnTo>
                  <a:pt x="6339205" y="1526539"/>
                </a:lnTo>
                <a:lnTo>
                  <a:pt x="6339205" y="1545589"/>
                </a:lnTo>
                <a:close/>
              </a:path>
              <a:path w="11277600" h="1545589">
                <a:moveTo>
                  <a:pt x="6301105" y="1545589"/>
                </a:moveTo>
                <a:lnTo>
                  <a:pt x="6282055" y="1545589"/>
                </a:lnTo>
                <a:lnTo>
                  <a:pt x="6282055" y="1526539"/>
                </a:lnTo>
                <a:lnTo>
                  <a:pt x="6301105" y="1526539"/>
                </a:lnTo>
                <a:lnTo>
                  <a:pt x="6301105" y="1545589"/>
                </a:lnTo>
                <a:close/>
              </a:path>
              <a:path w="11277600" h="1545589">
                <a:moveTo>
                  <a:pt x="6263005" y="1545589"/>
                </a:moveTo>
                <a:lnTo>
                  <a:pt x="6243955" y="1545589"/>
                </a:lnTo>
                <a:lnTo>
                  <a:pt x="6243955" y="1526539"/>
                </a:lnTo>
                <a:lnTo>
                  <a:pt x="6263005" y="1526539"/>
                </a:lnTo>
                <a:lnTo>
                  <a:pt x="6263005" y="1545589"/>
                </a:lnTo>
                <a:close/>
              </a:path>
              <a:path w="11277600" h="1545589">
                <a:moveTo>
                  <a:pt x="6224905" y="1545589"/>
                </a:moveTo>
                <a:lnTo>
                  <a:pt x="6205855" y="1545589"/>
                </a:lnTo>
                <a:lnTo>
                  <a:pt x="6205855" y="1526539"/>
                </a:lnTo>
                <a:lnTo>
                  <a:pt x="6224905" y="1526539"/>
                </a:lnTo>
                <a:lnTo>
                  <a:pt x="6224905" y="1545589"/>
                </a:lnTo>
                <a:close/>
              </a:path>
              <a:path w="11277600" h="1545589">
                <a:moveTo>
                  <a:pt x="6186805" y="1545589"/>
                </a:moveTo>
                <a:lnTo>
                  <a:pt x="6167755" y="1545589"/>
                </a:lnTo>
                <a:lnTo>
                  <a:pt x="6167755" y="1526539"/>
                </a:lnTo>
                <a:lnTo>
                  <a:pt x="6186805" y="1526539"/>
                </a:lnTo>
                <a:lnTo>
                  <a:pt x="6186805" y="1545589"/>
                </a:lnTo>
                <a:close/>
              </a:path>
              <a:path w="11277600" h="1545589">
                <a:moveTo>
                  <a:pt x="6148705" y="1545589"/>
                </a:moveTo>
                <a:lnTo>
                  <a:pt x="6129655" y="1545589"/>
                </a:lnTo>
                <a:lnTo>
                  <a:pt x="6129655" y="1526539"/>
                </a:lnTo>
                <a:lnTo>
                  <a:pt x="6148705" y="1526539"/>
                </a:lnTo>
                <a:lnTo>
                  <a:pt x="6148705" y="1545589"/>
                </a:lnTo>
                <a:close/>
              </a:path>
              <a:path w="11277600" h="1545589">
                <a:moveTo>
                  <a:pt x="6110605" y="1545589"/>
                </a:moveTo>
                <a:lnTo>
                  <a:pt x="6091555" y="1545589"/>
                </a:lnTo>
                <a:lnTo>
                  <a:pt x="6091555" y="1526539"/>
                </a:lnTo>
                <a:lnTo>
                  <a:pt x="6110605" y="1526539"/>
                </a:lnTo>
                <a:lnTo>
                  <a:pt x="6110605" y="1545589"/>
                </a:lnTo>
                <a:close/>
              </a:path>
              <a:path w="11277600" h="1545589">
                <a:moveTo>
                  <a:pt x="6072505" y="1545589"/>
                </a:moveTo>
                <a:lnTo>
                  <a:pt x="6053455" y="1545589"/>
                </a:lnTo>
                <a:lnTo>
                  <a:pt x="6053455" y="1526539"/>
                </a:lnTo>
                <a:lnTo>
                  <a:pt x="6072505" y="1526539"/>
                </a:lnTo>
                <a:lnTo>
                  <a:pt x="6072505" y="1545589"/>
                </a:lnTo>
                <a:close/>
              </a:path>
              <a:path w="11277600" h="1545589">
                <a:moveTo>
                  <a:pt x="6034405" y="1545589"/>
                </a:moveTo>
                <a:lnTo>
                  <a:pt x="6015355" y="1545589"/>
                </a:lnTo>
                <a:lnTo>
                  <a:pt x="6015355" y="1526539"/>
                </a:lnTo>
                <a:lnTo>
                  <a:pt x="6034405" y="1526539"/>
                </a:lnTo>
                <a:lnTo>
                  <a:pt x="6034405" y="1545589"/>
                </a:lnTo>
                <a:close/>
              </a:path>
              <a:path w="11277600" h="1545589">
                <a:moveTo>
                  <a:pt x="5996305" y="1545589"/>
                </a:moveTo>
                <a:lnTo>
                  <a:pt x="5977255" y="1545589"/>
                </a:lnTo>
                <a:lnTo>
                  <a:pt x="5977255" y="1526539"/>
                </a:lnTo>
                <a:lnTo>
                  <a:pt x="5996305" y="1526539"/>
                </a:lnTo>
                <a:lnTo>
                  <a:pt x="5996305" y="1545589"/>
                </a:lnTo>
                <a:close/>
              </a:path>
              <a:path w="11277600" h="1545589">
                <a:moveTo>
                  <a:pt x="5958205" y="1545589"/>
                </a:moveTo>
                <a:lnTo>
                  <a:pt x="5939155" y="1545589"/>
                </a:lnTo>
                <a:lnTo>
                  <a:pt x="5939155" y="1526539"/>
                </a:lnTo>
                <a:lnTo>
                  <a:pt x="5958205" y="1526539"/>
                </a:lnTo>
                <a:lnTo>
                  <a:pt x="5958205" y="1545589"/>
                </a:lnTo>
                <a:close/>
              </a:path>
              <a:path w="11277600" h="1545589">
                <a:moveTo>
                  <a:pt x="5920105" y="1545589"/>
                </a:moveTo>
                <a:lnTo>
                  <a:pt x="5901055" y="1545589"/>
                </a:lnTo>
                <a:lnTo>
                  <a:pt x="5901055" y="1526539"/>
                </a:lnTo>
                <a:lnTo>
                  <a:pt x="5920105" y="1526539"/>
                </a:lnTo>
                <a:lnTo>
                  <a:pt x="5920105" y="1545589"/>
                </a:lnTo>
                <a:close/>
              </a:path>
              <a:path w="11277600" h="1545589">
                <a:moveTo>
                  <a:pt x="5882005" y="1545589"/>
                </a:moveTo>
                <a:lnTo>
                  <a:pt x="5862955" y="1545589"/>
                </a:lnTo>
                <a:lnTo>
                  <a:pt x="5862955" y="1526539"/>
                </a:lnTo>
                <a:lnTo>
                  <a:pt x="5882005" y="1526539"/>
                </a:lnTo>
                <a:lnTo>
                  <a:pt x="5882005" y="1545589"/>
                </a:lnTo>
                <a:close/>
              </a:path>
              <a:path w="11277600" h="1545589">
                <a:moveTo>
                  <a:pt x="5843905" y="1545589"/>
                </a:moveTo>
                <a:lnTo>
                  <a:pt x="5824855" y="1545589"/>
                </a:lnTo>
                <a:lnTo>
                  <a:pt x="5824855" y="1526539"/>
                </a:lnTo>
                <a:lnTo>
                  <a:pt x="5843905" y="1526539"/>
                </a:lnTo>
                <a:lnTo>
                  <a:pt x="5843905" y="1545589"/>
                </a:lnTo>
                <a:close/>
              </a:path>
              <a:path w="11277600" h="1545589">
                <a:moveTo>
                  <a:pt x="5805805" y="1545589"/>
                </a:moveTo>
                <a:lnTo>
                  <a:pt x="5786755" y="1545589"/>
                </a:lnTo>
                <a:lnTo>
                  <a:pt x="5786755" y="1526539"/>
                </a:lnTo>
                <a:lnTo>
                  <a:pt x="5805805" y="1526539"/>
                </a:lnTo>
                <a:lnTo>
                  <a:pt x="5805805" y="1545589"/>
                </a:lnTo>
                <a:close/>
              </a:path>
              <a:path w="11277600" h="1545589">
                <a:moveTo>
                  <a:pt x="5767705" y="1545589"/>
                </a:moveTo>
                <a:lnTo>
                  <a:pt x="5748655" y="1545589"/>
                </a:lnTo>
                <a:lnTo>
                  <a:pt x="5748655" y="1526539"/>
                </a:lnTo>
                <a:lnTo>
                  <a:pt x="5767705" y="1526539"/>
                </a:lnTo>
                <a:lnTo>
                  <a:pt x="5767705" y="1545589"/>
                </a:lnTo>
                <a:close/>
              </a:path>
              <a:path w="11277600" h="1545589">
                <a:moveTo>
                  <a:pt x="5729605" y="1545589"/>
                </a:moveTo>
                <a:lnTo>
                  <a:pt x="5710555" y="1545589"/>
                </a:lnTo>
                <a:lnTo>
                  <a:pt x="5710555" y="1526539"/>
                </a:lnTo>
                <a:lnTo>
                  <a:pt x="5729605" y="1526539"/>
                </a:lnTo>
                <a:lnTo>
                  <a:pt x="5729605" y="1545589"/>
                </a:lnTo>
                <a:close/>
              </a:path>
              <a:path w="11277600" h="1545589">
                <a:moveTo>
                  <a:pt x="5691505" y="1545589"/>
                </a:moveTo>
                <a:lnTo>
                  <a:pt x="5672455" y="1545589"/>
                </a:lnTo>
                <a:lnTo>
                  <a:pt x="5672455" y="1526539"/>
                </a:lnTo>
                <a:lnTo>
                  <a:pt x="5691505" y="1526539"/>
                </a:lnTo>
                <a:lnTo>
                  <a:pt x="5691505" y="1545589"/>
                </a:lnTo>
                <a:close/>
              </a:path>
              <a:path w="11277600" h="1545589">
                <a:moveTo>
                  <a:pt x="5653405" y="1545589"/>
                </a:moveTo>
                <a:lnTo>
                  <a:pt x="5634355" y="1545589"/>
                </a:lnTo>
                <a:lnTo>
                  <a:pt x="5634355" y="1526539"/>
                </a:lnTo>
                <a:lnTo>
                  <a:pt x="5653405" y="1526539"/>
                </a:lnTo>
                <a:lnTo>
                  <a:pt x="5653405" y="1545589"/>
                </a:lnTo>
                <a:close/>
              </a:path>
              <a:path w="11277600" h="1545589">
                <a:moveTo>
                  <a:pt x="5615305" y="1545589"/>
                </a:moveTo>
                <a:lnTo>
                  <a:pt x="5596255" y="1545589"/>
                </a:lnTo>
                <a:lnTo>
                  <a:pt x="5596255" y="1526539"/>
                </a:lnTo>
                <a:lnTo>
                  <a:pt x="5615305" y="1526539"/>
                </a:lnTo>
                <a:lnTo>
                  <a:pt x="5615305" y="1545589"/>
                </a:lnTo>
                <a:close/>
              </a:path>
              <a:path w="11277600" h="1545589">
                <a:moveTo>
                  <a:pt x="5577205" y="1545589"/>
                </a:moveTo>
                <a:lnTo>
                  <a:pt x="5558155" y="1545589"/>
                </a:lnTo>
                <a:lnTo>
                  <a:pt x="5558155" y="1526539"/>
                </a:lnTo>
                <a:lnTo>
                  <a:pt x="5577205" y="1526539"/>
                </a:lnTo>
                <a:lnTo>
                  <a:pt x="5577205" y="1545589"/>
                </a:lnTo>
                <a:close/>
              </a:path>
              <a:path w="11277600" h="1545589">
                <a:moveTo>
                  <a:pt x="5539105" y="1545589"/>
                </a:moveTo>
                <a:lnTo>
                  <a:pt x="5520055" y="1545589"/>
                </a:lnTo>
                <a:lnTo>
                  <a:pt x="5520055" y="1526539"/>
                </a:lnTo>
                <a:lnTo>
                  <a:pt x="5539105" y="1526539"/>
                </a:lnTo>
                <a:lnTo>
                  <a:pt x="5539105" y="1545589"/>
                </a:lnTo>
                <a:close/>
              </a:path>
              <a:path w="11277600" h="1545589">
                <a:moveTo>
                  <a:pt x="5501005" y="1545589"/>
                </a:moveTo>
                <a:lnTo>
                  <a:pt x="5481955" y="1545589"/>
                </a:lnTo>
                <a:lnTo>
                  <a:pt x="5481955" y="1526539"/>
                </a:lnTo>
                <a:lnTo>
                  <a:pt x="5501005" y="1526539"/>
                </a:lnTo>
                <a:lnTo>
                  <a:pt x="5501005" y="1545589"/>
                </a:lnTo>
                <a:close/>
              </a:path>
              <a:path w="11277600" h="1545589">
                <a:moveTo>
                  <a:pt x="5462905" y="1545589"/>
                </a:moveTo>
                <a:lnTo>
                  <a:pt x="5443855" y="1545589"/>
                </a:lnTo>
                <a:lnTo>
                  <a:pt x="5443855" y="1526539"/>
                </a:lnTo>
                <a:lnTo>
                  <a:pt x="5462905" y="1526539"/>
                </a:lnTo>
                <a:lnTo>
                  <a:pt x="5462905" y="1545589"/>
                </a:lnTo>
                <a:close/>
              </a:path>
              <a:path w="11277600" h="1545589">
                <a:moveTo>
                  <a:pt x="5424805" y="1545589"/>
                </a:moveTo>
                <a:lnTo>
                  <a:pt x="5405755" y="1545589"/>
                </a:lnTo>
                <a:lnTo>
                  <a:pt x="5405755" y="1526539"/>
                </a:lnTo>
                <a:lnTo>
                  <a:pt x="5424805" y="1526539"/>
                </a:lnTo>
                <a:lnTo>
                  <a:pt x="5424805" y="1545589"/>
                </a:lnTo>
                <a:close/>
              </a:path>
              <a:path w="11277600" h="1545589">
                <a:moveTo>
                  <a:pt x="5386705" y="1545589"/>
                </a:moveTo>
                <a:lnTo>
                  <a:pt x="5367655" y="1545589"/>
                </a:lnTo>
                <a:lnTo>
                  <a:pt x="5367655" y="1526539"/>
                </a:lnTo>
                <a:lnTo>
                  <a:pt x="5386705" y="1526539"/>
                </a:lnTo>
                <a:lnTo>
                  <a:pt x="5386705" y="1545589"/>
                </a:lnTo>
                <a:close/>
              </a:path>
              <a:path w="11277600" h="1545589">
                <a:moveTo>
                  <a:pt x="5348605" y="1545589"/>
                </a:moveTo>
                <a:lnTo>
                  <a:pt x="5329555" y="1545589"/>
                </a:lnTo>
                <a:lnTo>
                  <a:pt x="5329555" y="1526539"/>
                </a:lnTo>
                <a:lnTo>
                  <a:pt x="5348605" y="1526539"/>
                </a:lnTo>
                <a:lnTo>
                  <a:pt x="5348605" y="1545589"/>
                </a:lnTo>
                <a:close/>
              </a:path>
              <a:path w="11277600" h="1545589">
                <a:moveTo>
                  <a:pt x="5310505" y="1545589"/>
                </a:moveTo>
                <a:lnTo>
                  <a:pt x="5291455" y="1545589"/>
                </a:lnTo>
                <a:lnTo>
                  <a:pt x="5291455" y="1526539"/>
                </a:lnTo>
                <a:lnTo>
                  <a:pt x="5310505" y="1526539"/>
                </a:lnTo>
                <a:lnTo>
                  <a:pt x="5310505" y="1545589"/>
                </a:lnTo>
                <a:close/>
              </a:path>
              <a:path w="11277600" h="1545589">
                <a:moveTo>
                  <a:pt x="5272405" y="1545589"/>
                </a:moveTo>
                <a:lnTo>
                  <a:pt x="5253355" y="1545589"/>
                </a:lnTo>
                <a:lnTo>
                  <a:pt x="5253355" y="1526539"/>
                </a:lnTo>
                <a:lnTo>
                  <a:pt x="5272405" y="1526539"/>
                </a:lnTo>
                <a:lnTo>
                  <a:pt x="5272405" y="1545589"/>
                </a:lnTo>
                <a:close/>
              </a:path>
              <a:path w="11277600" h="1545589">
                <a:moveTo>
                  <a:pt x="5234305" y="1545589"/>
                </a:moveTo>
                <a:lnTo>
                  <a:pt x="5215255" y="1545589"/>
                </a:lnTo>
                <a:lnTo>
                  <a:pt x="5215255" y="1526539"/>
                </a:lnTo>
                <a:lnTo>
                  <a:pt x="5234305" y="1526539"/>
                </a:lnTo>
                <a:lnTo>
                  <a:pt x="5234305" y="1545589"/>
                </a:lnTo>
                <a:close/>
              </a:path>
              <a:path w="11277600" h="1545589">
                <a:moveTo>
                  <a:pt x="5196205" y="1545589"/>
                </a:moveTo>
                <a:lnTo>
                  <a:pt x="5177155" y="1545589"/>
                </a:lnTo>
                <a:lnTo>
                  <a:pt x="5177155" y="1526539"/>
                </a:lnTo>
                <a:lnTo>
                  <a:pt x="5196205" y="1526539"/>
                </a:lnTo>
                <a:lnTo>
                  <a:pt x="5196205" y="1545589"/>
                </a:lnTo>
                <a:close/>
              </a:path>
              <a:path w="11277600" h="1545589">
                <a:moveTo>
                  <a:pt x="5158105" y="1545589"/>
                </a:moveTo>
                <a:lnTo>
                  <a:pt x="5139055" y="1545589"/>
                </a:lnTo>
                <a:lnTo>
                  <a:pt x="5139055" y="1526539"/>
                </a:lnTo>
                <a:lnTo>
                  <a:pt x="5158105" y="1526539"/>
                </a:lnTo>
                <a:lnTo>
                  <a:pt x="5158105" y="1545589"/>
                </a:lnTo>
                <a:close/>
              </a:path>
              <a:path w="11277600" h="1545589">
                <a:moveTo>
                  <a:pt x="5120005" y="1545589"/>
                </a:moveTo>
                <a:lnTo>
                  <a:pt x="5100955" y="1545589"/>
                </a:lnTo>
                <a:lnTo>
                  <a:pt x="5100955" y="1526539"/>
                </a:lnTo>
                <a:lnTo>
                  <a:pt x="5120005" y="1526539"/>
                </a:lnTo>
                <a:lnTo>
                  <a:pt x="5120005" y="1545589"/>
                </a:lnTo>
                <a:close/>
              </a:path>
              <a:path w="11277600" h="1545589">
                <a:moveTo>
                  <a:pt x="5081905" y="1545589"/>
                </a:moveTo>
                <a:lnTo>
                  <a:pt x="5062855" y="1545589"/>
                </a:lnTo>
                <a:lnTo>
                  <a:pt x="5062855" y="1526539"/>
                </a:lnTo>
                <a:lnTo>
                  <a:pt x="5081905" y="1526539"/>
                </a:lnTo>
                <a:lnTo>
                  <a:pt x="5081905" y="1545589"/>
                </a:lnTo>
                <a:close/>
              </a:path>
              <a:path w="11277600" h="1545589">
                <a:moveTo>
                  <a:pt x="5043805" y="1545589"/>
                </a:moveTo>
                <a:lnTo>
                  <a:pt x="5024755" y="1545589"/>
                </a:lnTo>
                <a:lnTo>
                  <a:pt x="5024755" y="1526539"/>
                </a:lnTo>
                <a:lnTo>
                  <a:pt x="5043805" y="1526539"/>
                </a:lnTo>
                <a:lnTo>
                  <a:pt x="5043805" y="1545589"/>
                </a:lnTo>
                <a:close/>
              </a:path>
              <a:path w="11277600" h="1545589">
                <a:moveTo>
                  <a:pt x="5005705" y="1545589"/>
                </a:moveTo>
                <a:lnTo>
                  <a:pt x="4986655" y="1545589"/>
                </a:lnTo>
                <a:lnTo>
                  <a:pt x="4986655" y="1526539"/>
                </a:lnTo>
                <a:lnTo>
                  <a:pt x="5005705" y="1526539"/>
                </a:lnTo>
                <a:lnTo>
                  <a:pt x="5005705" y="1545589"/>
                </a:lnTo>
                <a:close/>
              </a:path>
              <a:path w="11277600" h="1545589">
                <a:moveTo>
                  <a:pt x="4967605" y="1545589"/>
                </a:moveTo>
                <a:lnTo>
                  <a:pt x="4948555" y="1545589"/>
                </a:lnTo>
                <a:lnTo>
                  <a:pt x="4948555" y="1526539"/>
                </a:lnTo>
                <a:lnTo>
                  <a:pt x="4967605" y="1526539"/>
                </a:lnTo>
                <a:lnTo>
                  <a:pt x="4967605" y="1545589"/>
                </a:lnTo>
                <a:close/>
              </a:path>
              <a:path w="11277600" h="1545589">
                <a:moveTo>
                  <a:pt x="4929505" y="1545589"/>
                </a:moveTo>
                <a:lnTo>
                  <a:pt x="4910455" y="1545589"/>
                </a:lnTo>
                <a:lnTo>
                  <a:pt x="4910455" y="1526539"/>
                </a:lnTo>
                <a:lnTo>
                  <a:pt x="4929505" y="1526539"/>
                </a:lnTo>
                <a:lnTo>
                  <a:pt x="4929505" y="1545589"/>
                </a:lnTo>
                <a:close/>
              </a:path>
              <a:path w="11277600" h="1545589">
                <a:moveTo>
                  <a:pt x="4891405" y="1545589"/>
                </a:moveTo>
                <a:lnTo>
                  <a:pt x="4872355" y="1545589"/>
                </a:lnTo>
                <a:lnTo>
                  <a:pt x="4872355" y="1526539"/>
                </a:lnTo>
                <a:lnTo>
                  <a:pt x="4891405" y="1526539"/>
                </a:lnTo>
                <a:lnTo>
                  <a:pt x="4891405" y="1545589"/>
                </a:lnTo>
                <a:close/>
              </a:path>
              <a:path w="11277600" h="1545589">
                <a:moveTo>
                  <a:pt x="4853305" y="1545589"/>
                </a:moveTo>
                <a:lnTo>
                  <a:pt x="4834255" y="1545589"/>
                </a:lnTo>
                <a:lnTo>
                  <a:pt x="4834255" y="1526539"/>
                </a:lnTo>
                <a:lnTo>
                  <a:pt x="4853305" y="1526539"/>
                </a:lnTo>
                <a:lnTo>
                  <a:pt x="4853305" y="1545589"/>
                </a:lnTo>
                <a:close/>
              </a:path>
              <a:path w="11277600" h="1545589">
                <a:moveTo>
                  <a:pt x="4815205" y="1545589"/>
                </a:moveTo>
                <a:lnTo>
                  <a:pt x="4796155" y="1545589"/>
                </a:lnTo>
                <a:lnTo>
                  <a:pt x="4796155" y="1526539"/>
                </a:lnTo>
                <a:lnTo>
                  <a:pt x="4815205" y="1526539"/>
                </a:lnTo>
                <a:lnTo>
                  <a:pt x="4815205" y="1545589"/>
                </a:lnTo>
                <a:close/>
              </a:path>
              <a:path w="11277600" h="1545589">
                <a:moveTo>
                  <a:pt x="4777105" y="1545589"/>
                </a:moveTo>
                <a:lnTo>
                  <a:pt x="4758055" y="1545589"/>
                </a:lnTo>
                <a:lnTo>
                  <a:pt x="4758055" y="1526539"/>
                </a:lnTo>
                <a:lnTo>
                  <a:pt x="4777105" y="1526539"/>
                </a:lnTo>
                <a:lnTo>
                  <a:pt x="4777105" y="1545589"/>
                </a:lnTo>
                <a:close/>
              </a:path>
              <a:path w="11277600" h="1545589">
                <a:moveTo>
                  <a:pt x="4739005" y="1545589"/>
                </a:moveTo>
                <a:lnTo>
                  <a:pt x="4719955" y="1545589"/>
                </a:lnTo>
                <a:lnTo>
                  <a:pt x="4719955" y="1526539"/>
                </a:lnTo>
                <a:lnTo>
                  <a:pt x="4739005" y="1526539"/>
                </a:lnTo>
                <a:lnTo>
                  <a:pt x="4739005" y="1545589"/>
                </a:lnTo>
                <a:close/>
              </a:path>
              <a:path w="11277600" h="1545589">
                <a:moveTo>
                  <a:pt x="4700905" y="1545589"/>
                </a:moveTo>
                <a:lnTo>
                  <a:pt x="4681855" y="1545589"/>
                </a:lnTo>
                <a:lnTo>
                  <a:pt x="4681855" y="1526539"/>
                </a:lnTo>
                <a:lnTo>
                  <a:pt x="4700905" y="1526539"/>
                </a:lnTo>
                <a:lnTo>
                  <a:pt x="4700905" y="1545589"/>
                </a:lnTo>
                <a:close/>
              </a:path>
              <a:path w="11277600" h="1545589">
                <a:moveTo>
                  <a:pt x="4662805" y="1545589"/>
                </a:moveTo>
                <a:lnTo>
                  <a:pt x="4643755" y="1545589"/>
                </a:lnTo>
                <a:lnTo>
                  <a:pt x="4643755" y="1526539"/>
                </a:lnTo>
                <a:lnTo>
                  <a:pt x="4662805" y="1526539"/>
                </a:lnTo>
                <a:lnTo>
                  <a:pt x="4662805" y="1545589"/>
                </a:lnTo>
                <a:close/>
              </a:path>
              <a:path w="11277600" h="1545589">
                <a:moveTo>
                  <a:pt x="4624705" y="1545589"/>
                </a:moveTo>
                <a:lnTo>
                  <a:pt x="4605655" y="1545589"/>
                </a:lnTo>
                <a:lnTo>
                  <a:pt x="4605655" y="1526539"/>
                </a:lnTo>
                <a:lnTo>
                  <a:pt x="4624705" y="1526539"/>
                </a:lnTo>
                <a:lnTo>
                  <a:pt x="4624705" y="1545589"/>
                </a:lnTo>
                <a:close/>
              </a:path>
              <a:path w="11277600" h="1545589">
                <a:moveTo>
                  <a:pt x="4586605" y="1545589"/>
                </a:moveTo>
                <a:lnTo>
                  <a:pt x="4567555" y="1545589"/>
                </a:lnTo>
                <a:lnTo>
                  <a:pt x="4567555" y="1526539"/>
                </a:lnTo>
                <a:lnTo>
                  <a:pt x="4586605" y="1526539"/>
                </a:lnTo>
                <a:lnTo>
                  <a:pt x="4586605" y="1545589"/>
                </a:lnTo>
                <a:close/>
              </a:path>
              <a:path w="11277600" h="1545589">
                <a:moveTo>
                  <a:pt x="4548505" y="1545589"/>
                </a:moveTo>
                <a:lnTo>
                  <a:pt x="4529455" y="1545589"/>
                </a:lnTo>
                <a:lnTo>
                  <a:pt x="4529455" y="1526539"/>
                </a:lnTo>
                <a:lnTo>
                  <a:pt x="4548505" y="1526539"/>
                </a:lnTo>
                <a:lnTo>
                  <a:pt x="4548505" y="1545589"/>
                </a:lnTo>
                <a:close/>
              </a:path>
              <a:path w="11277600" h="1545589">
                <a:moveTo>
                  <a:pt x="4510405" y="1545589"/>
                </a:moveTo>
                <a:lnTo>
                  <a:pt x="4491355" y="1545589"/>
                </a:lnTo>
                <a:lnTo>
                  <a:pt x="4491355" y="1526539"/>
                </a:lnTo>
                <a:lnTo>
                  <a:pt x="4510405" y="1526539"/>
                </a:lnTo>
                <a:lnTo>
                  <a:pt x="4510405" y="1545589"/>
                </a:lnTo>
                <a:close/>
              </a:path>
              <a:path w="11277600" h="1545589">
                <a:moveTo>
                  <a:pt x="4472305" y="1545589"/>
                </a:moveTo>
                <a:lnTo>
                  <a:pt x="4453255" y="1545589"/>
                </a:lnTo>
                <a:lnTo>
                  <a:pt x="4453255" y="1526539"/>
                </a:lnTo>
                <a:lnTo>
                  <a:pt x="4472305" y="1526539"/>
                </a:lnTo>
                <a:lnTo>
                  <a:pt x="4472305" y="1545589"/>
                </a:lnTo>
                <a:close/>
              </a:path>
              <a:path w="11277600" h="1545589">
                <a:moveTo>
                  <a:pt x="4434205" y="1545589"/>
                </a:moveTo>
                <a:lnTo>
                  <a:pt x="4415155" y="1545589"/>
                </a:lnTo>
                <a:lnTo>
                  <a:pt x="4415155" y="1526539"/>
                </a:lnTo>
                <a:lnTo>
                  <a:pt x="4434205" y="1526539"/>
                </a:lnTo>
                <a:lnTo>
                  <a:pt x="4434205" y="1545589"/>
                </a:lnTo>
                <a:close/>
              </a:path>
              <a:path w="11277600" h="1545589">
                <a:moveTo>
                  <a:pt x="4396105" y="1545589"/>
                </a:moveTo>
                <a:lnTo>
                  <a:pt x="4377055" y="1545589"/>
                </a:lnTo>
                <a:lnTo>
                  <a:pt x="4377055" y="1526539"/>
                </a:lnTo>
                <a:lnTo>
                  <a:pt x="4396105" y="1526539"/>
                </a:lnTo>
                <a:lnTo>
                  <a:pt x="4396105" y="1545589"/>
                </a:lnTo>
                <a:close/>
              </a:path>
              <a:path w="11277600" h="1545589">
                <a:moveTo>
                  <a:pt x="4358005" y="1545589"/>
                </a:moveTo>
                <a:lnTo>
                  <a:pt x="4338955" y="1545589"/>
                </a:lnTo>
                <a:lnTo>
                  <a:pt x="4338955" y="1526539"/>
                </a:lnTo>
                <a:lnTo>
                  <a:pt x="4358005" y="1526539"/>
                </a:lnTo>
                <a:lnTo>
                  <a:pt x="4358005" y="1545589"/>
                </a:lnTo>
                <a:close/>
              </a:path>
              <a:path w="11277600" h="1545589">
                <a:moveTo>
                  <a:pt x="4319905" y="1545589"/>
                </a:moveTo>
                <a:lnTo>
                  <a:pt x="4300855" y="1545589"/>
                </a:lnTo>
                <a:lnTo>
                  <a:pt x="4300855" y="1526539"/>
                </a:lnTo>
                <a:lnTo>
                  <a:pt x="4319905" y="1526539"/>
                </a:lnTo>
                <a:lnTo>
                  <a:pt x="4319905" y="1545589"/>
                </a:lnTo>
                <a:close/>
              </a:path>
              <a:path w="11277600" h="1545589">
                <a:moveTo>
                  <a:pt x="4281805" y="1545589"/>
                </a:moveTo>
                <a:lnTo>
                  <a:pt x="4262755" y="1545589"/>
                </a:lnTo>
                <a:lnTo>
                  <a:pt x="4262755" y="1526539"/>
                </a:lnTo>
                <a:lnTo>
                  <a:pt x="4281805" y="1526539"/>
                </a:lnTo>
                <a:lnTo>
                  <a:pt x="4281805" y="1545589"/>
                </a:lnTo>
                <a:close/>
              </a:path>
              <a:path w="11277600" h="1545589">
                <a:moveTo>
                  <a:pt x="4243705" y="1545589"/>
                </a:moveTo>
                <a:lnTo>
                  <a:pt x="4224655" y="1545589"/>
                </a:lnTo>
                <a:lnTo>
                  <a:pt x="4224655" y="1526539"/>
                </a:lnTo>
                <a:lnTo>
                  <a:pt x="4243705" y="1526539"/>
                </a:lnTo>
                <a:lnTo>
                  <a:pt x="4243705" y="1545589"/>
                </a:lnTo>
                <a:close/>
              </a:path>
              <a:path w="11277600" h="1545589">
                <a:moveTo>
                  <a:pt x="4205605" y="1545589"/>
                </a:moveTo>
                <a:lnTo>
                  <a:pt x="4186554" y="1545589"/>
                </a:lnTo>
                <a:lnTo>
                  <a:pt x="4186554" y="1526539"/>
                </a:lnTo>
                <a:lnTo>
                  <a:pt x="4205605" y="1526539"/>
                </a:lnTo>
                <a:lnTo>
                  <a:pt x="4205605" y="1545589"/>
                </a:lnTo>
                <a:close/>
              </a:path>
              <a:path w="11277600" h="1545589">
                <a:moveTo>
                  <a:pt x="4167504" y="1545589"/>
                </a:moveTo>
                <a:lnTo>
                  <a:pt x="4148454" y="1545589"/>
                </a:lnTo>
                <a:lnTo>
                  <a:pt x="4148454" y="1526539"/>
                </a:lnTo>
                <a:lnTo>
                  <a:pt x="4167504" y="1526539"/>
                </a:lnTo>
                <a:lnTo>
                  <a:pt x="4167504" y="1545589"/>
                </a:lnTo>
                <a:close/>
              </a:path>
              <a:path w="11277600" h="1545589">
                <a:moveTo>
                  <a:pt x="4129404" y="1545589"/>
                </a:moveTo>
                <a:lnTo>
                  <a:pt x="4110354" y="1545589"/>
                </a:lnTo>
                <a:lnTo>
                  <a:pt x="4110354" y="1526539"/>
                </a:lnTo>
                <a:lnTo>
                  <a:pt x="4129404" y="1526539"/>
                </a:lnTo>
                <a:lnTo>
                  <a:pt x="4129404" y="1545589"/>
                </a:lnTo>
                <a:close/>
              </a:path>
              <a:path w="11277600" h="1545589">
                <a:moveTo>
                  <a:pt x="4091304" y="1545589"/>
                </a:moveTo>
                <a:lnTo>
                  <a:pt x="4072254" y="1545589"/>
                </a:lnTo>
                <a:lnTo>
                  <a:pt x="4072254" y="1526539"/>
                </a:lnTo>
                <a:lnTo>
                  <a:pt x="4091304" y="1526539"/>
                </a:lnTo>
                <a:lnTo>
                  <a:pt x="4091304" y="1545589"/>
                </a:lnTo>
                <a:close/>
              </a:path>
              <a:path w="11277600" h="1545589">
                <a:moveTo>
                  <a:pt x="4053204" y="1545589"/>
                </a:moveTo>
                <a:lnTo>
                  <a:pt x="4034154" y="1545589"/>
                </a:lnTo>
                <a:lnTo>
                  <a:pt x="4034154" y="1526539"/>
                </a:lnTo>
                <a:lnTo>
                  <a:pt x="4053204" y="1526539"/>
                </a:lnTo>
                <a:lnTo>
                  <a:pt x="4053204" y="1545589"/>
                </a:lnTo>
                <a:close/>
              </a:path>
              <a:path w="11277600" h="1545589">
                <a:moveTo>
                  <a:pt x="4015104" y="1545589"/>
                </a:moveTo>
                <a:lnTo>
                  <a:pt x="3996054" y="1545589"/>
                </a:lnTo>
                <a:lnTo>
                  <a:pt x="3996054" y="1526539"/>
                </a:lnTo>
                <a:lnTo>
                  <a:pt x="4015104" y="1526539"/>
                </a:lnTo>
                <a:lnTo>
                  <a:pt x="4015104" y="1545589"/>
                </a:lnTo>
                <a:close/>
              </a:path>
              <a:path w="11277600" h="1545589">
                <a:moveTo>
                  <a:pt x="3977004" y="1545589"/>
                </a:moveTo>
                <a:lnTo>
                  <a:pt x="3957954" y="1545589"/>
                </a:lnTo>
                <a:lnTo>
                  <a:pt x="3957954" y="1526539"/>
                </a:lnTo>
                <a:lnTo>
                  <a:pt x="3977004" y="1526539"/>
                </a:lnTo>
                <a:lnTo>
                  <a:pt x="3977004" y="1545589"/>
                </a:lnTo>
                <a:close/>
              </a:path>
              <a:path w="11277600" h="1545589">
                <a:moveTo>
                  <a:pt x="3938904" y="1545589"/>
                </a:moveTo>
                <a:lnTo>
                  <a:pt x="3919854" y="1545589"/>
                </a:lnTo>
                <a:lnTo>
                  <a:pt x="3919854" y="1526539"/>
                </a:lnTo>
                <a:lnTo>
                  <a:pt x="3938904" y="1526539"/>
                </a:lnTo>
                <a:lnTo>
                  <a:pt x="3938904" y="1545589"/>
                </a:lnTo>
                <a:close/>
              </a:path>
              <a:path w="11277600" h="1545589">
                <a:moveTo>
                  <a:pt x="3900804" y="1545589"/>
                </a:moveTo>
                <a:lnTo>
                  <a:pt x="3881754" y="1545589"/>
                </a:lnTo>
                <a:lnTo>
                  <a:pt x="3881754" y="1526539"/>
                </a:lnTo>
                <a:lnTo>
                  <a:pt x="3900804" y="1526539"/>
                </a:lnTo>
                <a:lnTo>
                  <a:pt x="3900804" y="1545589"/>
                </a:lnTo>
                <a:close/>
              </a:path>
              <a:path w="11277600" h="1545589">
                <a:moveTo>
                  <a:pt x="3862704" y="1545589"/>
                </a:moveTo>
                <a:lnTo>
                  <a:pt x="3843654" y="1545589"/>
                </a:lnTo>
                <a:lnTo>
                  <a:pt x="3843654" y="1526539"/>
                </a:lnTo>
                <a:lnTo>
                  <a:pt x="3862704" y="1526539"/>
                </a:lnTo>
                <a:lnTo>
                  <a:pt x="3862704" y="1545589"/>
                </a:lnTo>
                <a:close/>
              </a:path>
              <a:path w="11277600" h="1545589">
                <a:moveTo>
                  <a:pt x="3824604" y="1545589"/>
                </a:moveTo>
                <a:lnTo>
                  <a:pt x="3805554" y="1545589"/>
                </a:lnTo>
                <a:lnTo>
                  <a:pt x="3805554" y="1526539"/>
                </a:lnTo>
                <a:lnTo>
                  <a:pt x="3824604" y="1526539"/>
                </a:lnTo>
                <a:lnTo>
                  <a:pt x="3824604" y="1545589"/>
                </a:lnTo>
                <a:close/>
              </a:path>
              <a:path w="11277600" h="1545589">
                <a:moveTo>
                  <a:pt x="3786504" y="1545589"/>
                </a:moveTo>
                <a:lnTo>
                  <a:pt x="3767454" y="1545589"/>
                </a:lnTo>
                <a:lnTo>
                  <a:pt x="3767454" y="1526539"/>
                </a:lnTo>
                <a:lnTo>
                  <a:pt x="3786504" y="1526539"/>
                </a:lnTo>
                <a:lnTo>
                  <a:pt x="3786504" y="1545589"/>
                </a:lnTo>
                <a:close/>
              </a:path>
              <a:path w="11277600" h="1545589">
                <a:moveTo>
                  <a:pt x="3748404" y="1545589"/>
                </a:moveTo>
                <a:lnTo>
                  <a:pt x="3729354" y="1545589"/>
                </a:lnTo>
                <a:lnTo>
                  <a:pt x="3729354" y="1526539"/>
                </a:lnTo>
                <a:lnTo>
                  <a:pt x="3748404" y="1526539"/>
                </a:lnTo>
                <a:lnTo>
                  <a:pt x="3748404" y="1545589"/>
                </a:lnTo>
                <a:close/>
              </a:path>
              <a:path w="11277600" h="1545589">
                <a:moveTo>
                  <a:pt x="3710304" y="1545589"/>
                </a:moveTo>
                <a:lnTo>
                  <a:pt x="3691254" y="1545589"/>
                </a:lnTo>
                <a:lnTo>
                  <a:pt x="3691254" y="1526539"/>
                </a:lnTo>
                <a:lnTo>
                  <a:pt x="3710304" y="1526539"/>
                </a:lnTo>
                <a:lnTo>
                  <a:pt x="3710304" y="1545589"/>
                </a:lnTo>
                <a:close/>
              </a:path>
              <a:path w="11277600" h="1545589">
                <a:moveTo>
                  <a:pt x="3672204" y="1545589"/>
                </a:moveTo>
                <a:lnTo>
                  <a:pt x="3653154" y="1545589"/>
                </a:lnTo>
                <a:lnTo>
                  <a:pt x="3653154" y="1526539"/>
                </a:lnTo>
                <a:lnTo>
                  <a:pt x="3672204" y="1526539"/>
                </a:lnTo>
                <a:lnTo>
                  <a:pt x="3672204" y="1545589"/>
                </a:lnTo>
                <a:close/>
              </a:path>
              <a:path w="11277600" h="1545589">
                <a:moveTo>
                  <a:pt x="3634104" y="1545589"/>
                </a:moveTo>
                <a:lnTo>
                  <a:pt x="3615054" y="1545589"/>
                </a:lnTo>
                <a:lnTo>
                  <a:pt x="3615054" y="1526539"/>
                </a:lnTo>
                <a:lnTo>
                  <a:pt x="3634104" y="1526539"/>
                </a:lnTo>
                <a:lnTo>
                  <a:pt x="3634104" y="1545589"/>
                </a:lnTo>
                <a:close/>
              </a:path>
              <a:path w="11277600" h="1545589">
                <a:moveTo>
                  <a:pt x="3596004" y="1545589"/>
                </a:moveTo>
                <a:lnTo>
                  <a:pt x="3576954" y="1545589"/>
                </a:lnTo>
                <a:lnTo>
                  <a:pt x="3576954" y="1526539"/>
                </a:lnTo>
                <a:lnTo>
                  <a:pt x="3596004" y="1526539"/>
                </a:lnTo>
                <a:lnTo>
                  <a:pt x="3596004" y="1545589"/>
                </a:lnTo>
                <a:close/>
              </a:path>
              <a:path w="11277600" h="1545589">
                <a:moveTo>
                  <a:pt x="3557904" y="1545589"/>
                </a:moveTo>
                <a:lnTo>
                  <a:pt x="3538854" y="1545589"/>
                </a:lnTo>
                <a:lnTo>
                  <a:pt x="3538854" y="1526539"/>
                </a:lnTo>
                <a:lnTo>
                  <a:pt x="3557904" y="1526539"/>
                </a:lnTo>
                <a:lnTo>
                  <a:pt x="3557904" y="1545589"/>
                </a:lnTo>
                <a:close/>
              </a:path>
              <a:path w="11277600" h="1545589">
                <a:moveTo>
                  <a:pt x="3519804" y="1545589"/>
                </a:moveTo>
                <a:lnTo>
                  <a:pt x="3500754" y="1545589"/>
                </a:lnTo>
                <a:lnTo>
                  <a:pt x="3500754" y="1526539"/>
                </a:lnTo>
                <a:lnTo>
                  <a:pt x="3519804" y="1526539"/>
                </a:lnTo>
                <a:lnTo>
                  <a:pt x="3519804" y="1545589"/>
                </a:lnTo>
                <a:close/>
              </a:path>
              <a:path w="11277600" h="1545589">
                <a:moveTo>
                  <a:pt x="3481704" y="1545589"/>
                </a:moveTo>
                <a:lnTo>
                  <a:pt x="3462654" y="1545589"/>
                </a:lnTo>
                <a:lnTo>
                  <a:pt x="3462654" y="1526539"/>
                </a:lnTo>
                <a:lnTo>
                  <a:pt x="3481704" y="1526539"/>
                </a:lnTo>
                <a:lnTo>
                  <a:pt x="3481704" y="1545589"/>
                </a:lnTo>
                <a:close/>
              </a:path>
              <a:path w="11277600" h="1545589">
                <a:moveTo>
                  <a:pt x="3443604" y="1545589"/>
                </a:moveTo>
                <a:lnTo>
                  <a:pt x="3424554" y="1545589"/>
                </a:lnTo>
                <a:lnTo>
                  <a:pt x="3424554" y="1526539"/>
                </a:lnTo>
                <a:lnTo>
                  <a:pt x="3443604" y="1526539"/>
                </a:lnTo>
                <a:lnTo>
                  <a:pt x="3443604" y="1545589"/>
                </a:lnTo>
                <a:close/>
              </a:path>
              <a:path w="11277600" h="1545589">
                <a:moveTo>
                  <a:pt x="3405504" y="1545589"/>
                </a:moveTo>
                <a:lnTo>
                  <a:pt x="3386454" y="1545589"/>
                </a:lnTo>
                <a:lnTo>
                  <a:pt x="3386454" y="1526539"/>
                </a:lnTo>
                <a:lnTo>
                  <a:pt x="3405504" y="1526539"/>
                </a:lnTo>
                <a:lnTo>
                  <a:pt x="3405504" y="1545589"/>
                </a:lnTo>
                <a:close/>
              </a:path>
              <a:path w="11277600" h="1545589">
                <a:moveTo>
                  <a:pt x="3367404" y="1545589"/>
                </a:moveTo>
                <a:lnTo>
                  <a:pt x="3348354" y="1545589"/>
                </a:lnTo>
                <a:lnTo>
                  <a:pt x="3348354" y="1526539"/>
                </a:lnTo>
                <a:lnTo>
                  <a:pt x="3367404" y="1526539"/>
                </a:lnTo>
                <a:lnTo>
                  <a:pt x="3367404" y="1545589"/>
                </a:lnTo>
                <a:close/>
              </a:path>
              <a:path w="11277600" h="1545589">
                <a:moveTo>
                  <a:pt x="3329304" y="1545589"/>
                </a:moveTo>
                <a:lnTo>
                  <a:pt x="3310254" y="1545589"/>
                </a:lnTo>
                <a:lnTo>
                  <a:pt x="3310254" y="1526539"/>
                </a:lnTo>
                <a:lnTo>
                  <a:pt x="3329304" y="1526539"/>
                </a:lnTo>
                <a:lnTo>
                  <a:pt x="3329304" y="1545589"/>
                </a:lnTo>
                <a:close/>
              </a:path>
              <a:path w="11277600" h="1545589">
                <a:moveTo>
                  <a:pt x="3291204" y="1545589"/>
                </a:moveTo>
                <a:lnTo>
                  <a:pt x="3272154" y="1545589"/>
                </a:lnTo>
                <a:lnTo>
                  <a:pt x="3272154" y="1526539"/>
                </a:lnTo>
                <a:lnTo>
                  <a:pt x="3291204" y="1526539"/>
                </a:lnTo>
                <a:lnTo>
                  <a:pt x="3291204" y="1545589"/>
                </a:lnTo>
                <a:close/>
              </a:path>
              <a:path w="11277600" h="1545589">
                <a:moveTo>
                  <a:pt x="3253104" y="1545589"/>
                </a:moveTo>
                <a:lnTo>
                  <a:pt x="3234054" y="1545589"/>
                </a:lnTo>
                <a:lnTo>
                  <a:pt x="3234054" y="1526539"/>
                </a:lnTo>
                <a:lnTo>
                  <a:pt x="3253104" y="1526539"/>
                </a:lnTo>
                <a:lnTo>
                  <a:pt x="3253104" y="1545589"/>
                </a:lnTo>
                <a:close/>
              </a:path>
              <a:path w="11277600" h="1545589">
                <a:moveTo>
                  <a:pt x="3215004" y="1545589"/>
                </a:moveTo>
                <a:lnTo>
                  <a:pt x="3195954" y="1545589"/>
                </a:lnTo>
                <a:lnTo>
                  <a:pt x="3195954" y="1526539"/>
                </a:lnTo>
                <a:lnTo>
                  <a:pt x="3215004" y="1526539"/>
                </a:lnTo>
                <a:lnTo>
                  <a:pt x="3215004" y="1545589"/>
                </a:lnTo>
                <a:close/>
              </a:path>
              <a:path w="11277600" h="1545589">
                <a:moveTo>
                  <a:pt x="3176904" y="1545589"/>
                </a:moveTo>
                <a:lnTo>
                  <a:pt x="3157854" y="1545589"/>
                </a:lnTo>
                <a:lnTo>
                  <a:pt x="3157854" y="1526539"/>
                </a:lnTo>
                <a:lnTo>
                  <a:pt x="3176904" y="1526539"/>
                </a:lnTo>
                <a:lnTo>
                  <a:pt x="3176904" y="1545589"/>
                </a:lnTo>
                <a:close/>
              </a:path>
              <a:path w="11277600" h="1545589">
                <a:moveTo>
                  <a:pt x="3138804" y="1545589"/>
                </a:moveTo>
                <a:lnTo>
                  <a:pt x="3119754" y="1545589"/>
                </a:lnTo>
                <a:lnTo>
                  <a:pt x="3119754" y="1526539"/>
                </a:lnTo>
                <a:lnTo>
                  <a:pt x="3138804" y="1526539"/>
                </a:lnTo>
                <a:lnTo>
                  <a:pt x="3138804" y="1545589"/>
                </a:lnTo>
                <a:close/>
              </a:path>
              <a:path w="11277600" h="1545589">
                <a:moveTo>
                  <a:pt x="3100704" y="1545589"/>
                </a:moveTo>
                <a:lnTo>
                  <a:pt x="3081654" y="1545589"/>
                </a:lnTo>
                <a:lnTo>
                  <a:pt x="3081654" y="1526539"/>
                </a:lnTo>
                <a:lnTo>
                  <a:pt x="3100704" y="1526539"/>
                </a:lnTo>
                <a:lnTo>
                  <a:pt x="3100704" y="1545589"/>
                </a:lnTo>
                <a:close/>
              </a:path>
              <a:path w="11277600" h="1545589">
                <a:moveTo>
                  <a:pt x="3062604" y="1545589"/>
                </a:moveTo>
                <a:lnTo>
                  <a:pt x="3043554" y="1545589"/>
                </a:lnTo>
                <a:lnTo>
                  <a:pt x="3043554" y="1526539"/>
                </a:lnTo>
                <a:lnTo>
                  <a:pt x="3062604" y="1526539"/>
                </a:lnTo>
                <a:lnTo>
                  <a:pt x="3062604" y="1545589"/>
                </a:lnTo>
                <a:close/>
              </a:path>
              <a:path w="11277600" h="1545589">
                <a:moveTo>
                  <a:pt x="3024504" y="1545589"/>
                </a:moveTo>
                <a:lnTo>
                  <a:pt x="3005454" y="1545589"/>
                </a:lnTo>
                <a:lnTo>
                  <a:pt x="3005454" y="1526539"/>
                </a:lnTo>
                <a:lnTo>
                  <a:pt x="3024504" y="1526539"/>
                </a:lnTo>
                <a:lnTo>
                  <a:pt x="3024504" y="1545589"/>
                </a:lnTo>
                <a:close/>
              </a:path>
              <a:path w="11277600" h="1545589">
                <a:moveTo>
                  <a:pt x="2986404" y="1545589"/>
                </a:moveTo>
                <a:lnTo>
                  <a:pt x="2967354" y="1545589"/>
                </a:lnTo>
                <a:lnTo>
                  <a:pt x="2967354" y="1526539"/>
                </a:lnTo>
                <a:lnTo>
                  <a:pt x="2986404" y="1526539"/>
                </a:lnTo>
                <a:lnTo>
                  <a:pt x="2986404" y="1545589"/>
                </a:lnTo>
                <a:close/>
              </a:path>
              <a:path w="11277600" h="1545589">
                <a:moveTo>
                  <a:pt x="2948304" y="1545589"/>
                </a:moveTo>
                <a:lnTo>
                  <a:pt x="2929254" y="1545589"/>
                </a:lnTo>
                <a:lnTo>
                  <a:pt x="2929254" y="1526539"/>
                </a:lnTo>
                <a:lnTo>
                  <a:pt x="2948304" y="1526539"/>
                </a:lnTo>
                <a:lnTo>
                  <a:pt x="2948304" y="1545589"/>
                </a:lnTo>
                <a:close/>
              </a:path>
              <a:path w="11277600" h="1545589">
                <a:moveTo>
                  <a:pt x="2910204" y="1545589"/>
                </a:moveTo>
                <a:lnTo>
                  <a:pt x="2891154" y="1545589"/>
                </a:lnTo>
                <a:lnTo>
                  <a:pt x="2891154" y="1526539"/>
                </a:lnTo>
                <a:lnTo>
                  <a:pt x="2910204" y="1526539"/>
                </a:lnTo>
                <a:lnTo>
                  <a:pt x="2910204" y="1545589"/>
                </a:lnTo>
                <a:close/>
              </a:path>
              <a:path w="11277600" h="1545589">
                <a:moveTo>
                  <a:pt x="2872104" y="1545589"/>
                </a:moveTo>
                <a:lnTo>
                  <a:pt x="2853055" y="1545589"/>
                </a:lnTo>
                <a:lnTo>
                  <a:pt x="2853055" y="1526539"/>
                </a:lnTo>
                <a:lnTo>
                  <a:pt x="2872104" y="1526539"/>
                </a:lnTo>
                <a:lnTo>
                  <a:pt x="2872104" y="1545589"/>
                </a:lnTo>
                <a:close/>
              </a:path>
              <a:path w="11277600" h="1545589">
                <a:moveTo>
                  <a:pt x="2834005" y="1545589"/>
                </a:moveTo>
                <a:lnTo>
                  <a:pt x="2814955" y="1545589"/>
                </a:lnTo>
                <a:lnTo>
                  <a:pt x="2814955" y="1526539"/>
                </a:lnTo>
                <a:lnTo>
                  <a:pt x="2834005" y="1526539"/>
                </a:lnTo>
                <a:lnTo>
                  <a:pt x="2834005" y="1545589"/>
                </a:lnTo>
                <a:close/>
              </a:path>
              <a:path w="11277600" h="1545589">
                <a:moveTo>
                  <a:pt x="2795905" y="1545589"/>
                </a:moveTo>
                <a:lnTo>
                  <a:pt x="2776855" y="1545589"/>
                </a:lnTo>
                <a:lnTo>
                  <a:pt x="2776855" y="1526539"/>
                </a:lnTo>
                <a:lnTo>
                  <a:pt x="2795905" y="1526539"/>
                </a:lnTo>
                <a:lnTo>
                  <a:pt x="2795905" y="1545589"/>
                </a:lnTo>
                <a:close/>
              </a:path>
              <a:path w="11277600" h="1545589">
                <a:moveTo>
                  <a:pt x="2757805" y="1545589"/>
                </a:moveTo>
                <a:lnTo>
                  <a:pt x="2738755" y="1545589"/>
                </a:lnTo>
                <a:lnTo>
                  <a:pt x="2738755" y="1526539"/>
                </a:lnTo>
                <a:lnTo>
                  <a:pt x="2757805" y="1526539"/>
                </a:lnTo>
                <a:lnTo>
                  <a:pt x="2757805" y="1545589"/>
                </a:lnTo>
                <a:close/>
              </a:path>
              <a:path w="11277600" h="1545589">
                <a:moveTo>
                  <a:pt x="2719705" y="1545589"/>
                </a:moveTo>
                <a:lnTo>
                  <a:pt x="2700655" y="1545589"/>
                </a:lnTo>
                <a:lnTo>
                  <a:pt x="2700655" y="1526539"/>
                </a:lnTo>
                <a:lnTo>
                  <a:pt x="2719705" y="1526539"/>
                </a:lnTo>
                <a:lnTo>
                  <a:pt x="2719705" y="1545589"/>
                </a:lnTo>
                <a:close/>
              </a:path>
              <a:path w="11277600" h="1545589">
                <a:moveTo>
                  <a:pt x="2681605" y="1545589"/>
                </a:moveTo>
                <a:lnTo>
                  <a:pt x="2662555" y="1545589"/>
                </a:lnTo>
                <a:lnTo>
                  <a:pt x="2662555" y="1526539"/>
                </a:lnTo>
                <a:lnTo>
                  <a:pt x="2681605" y="1526539"/>
                </a:lnTo>
                <a:lnTo>
                  <a:pt x="2681605" y="1545589"/>
                </a:lnTo>
                <a:close/>
              </a:path>
              <a:path w="11277600" h="1545589">
                <a:moveTo>
                  <a:pt x="2643505" y="1545589"/>
                </a:moveTo>
                <a:lnTo>
                  <a:pt x="2624455" y="1545589"/>
                </a:lnTo>
                <a:lnTo>
                  <a:pt x="2624455" y="1526539"/>
                </a:lnTo>
                <a:lnTo>
                  <a:pt x="2643505" y="1526539"/>
                </a:lnTo>
                <a:lnTo>
                  <a:pt x="2643505" y="1545589"/>
                </a:lnTo>
                <a:close/>
              </a:path>
              <a:path w="11277600" h="1545589">
                <a:moveTo>
                  <a:pt x="2605405" y="1545589"/>
                </a:moveTo>
                <a:lnTo>
                  <a:pt x="2586355" y="1545589"/>
                </a:lnTo>
                <a:lnTo>
                  <a:pt x="2586355" y="1526539"/>
                </a:lnTo>
                <a:lnTo>
                  <a:pt x="2605405" y="1526539"/>
                </a:lnTo>
                <a:lnTo>
                  <a:pt x="2605405" y="1545589"/>
                </a:lnTo>
                <a:close/>
              </a:path>
              <a:path w="11277600" h="1545589">
                <a:moveTo>
                  <a:pt x="2567305" y="1545589"/>
                </a:moveTo>
                <a:lnTo>
                  <a:pt x="2548255" y="1545589"/>
                </a:lnTo>
                <a:lnTo>
                  <a:pt x="2548255" y="1526539"/>
                </a:lnTo>
                <a:lnTo>
                  <a:pt x="2567305" y="1526539"/>
                </a:lnTo>
                <a:lnTo>
                  <a:pt x="2567305" y="1545589"/>
                </a:lnTo>
                <a:close/>
              </a:path>
              <a:path w="11277600" h="1545589">
                <a:moveTo>
                  <a:pt x="2529205" y="1545589"/>
                </a:moveTo>
                <a:lnTo>
                  <a:pt x="2510155" y="1545589"/>
                </a:lnTo>
                <a:lnTo>
                  <a:pt x="2510155" y="1526539"/>
                </a:lnTo>
                <a:lnTo>
                  <a:pt x="2529205" y="1526539"/>
                </a:lnTo>
                <a:lnTo>
                  <a:pt x="2529205" y="1545589"/>
                </a:lnTo>
                <a:close/>
              </a:path>
              <a:path w="11277600" h="1545589">
                <a:moveTo>
                  <a:pt x="2491105" y="1545589"/>
                </a:moveTo>
                <a:lnTo>
                  <a:pt x="2472055" y="1545589"/>
                </a:lnTo>
                <a:lnTo>
                  <a:pt x="2472055" y="1526539"/>
                </a:lnTo>
                <a:lnTo>
                  <a:pt x="2491105" y="1526539"/>
                </a:lnTo>
                <a:lnTo>
                  <a:pt x="2491105" y="1545589"/>
                </a:lnTo>
                <a:close/>
              </a:path>
              <a:path w="11277600" h="1545589">
                <a:moveTo>
                  <a:pt x="2453005" y="1545589"/>
                </a:moveTo>
                <a:lnTo>
                  <a:pt x="2433955" y="1545589"/>
                </a:lnTo>
                <a:lnTo>
                  <a:pt x="2433955" y="1526539"/>
                </a:lnTo>
                <a:lnTo>
                  <a:pt x="2453005" y="1526539"/>
                </a:lnTo>
                <a:lnTo>
                  <a:pt x="2453005" y="1545589"/>
                </a:lnTo>
                <a:close/>
              </a:path>
              <a:path w="11277600" h="1545589">
                <a:moveTo>
                  <a:pt x="2414905" y="1545589"/>
                </a:moveTo>
                <a:lnTo>
                  <a:pt x="2395855" y="1545589"/>
                </a:lnTo>
                <a:lnTo>
                  <a:pt x="2395855" y="1526539"/>
                </a:lnTo>
                <a:lnTo>
                  <a:pt x="2414905" y="1526539"/>
                </a:lnTo>
                <a:lnTo>
                  <a:pt x="2414905" y="1545589"/>
                </a:lnTo>
                <a:close/>
              </a:path>
              <a:path w="11277600" h="1545589">
                <a:moveTo>
                  <a:pt x="2376805" y="1545589"/>
                </a:moveTo>
                <a:lnTo>
                  <a:pt x="2357755" y="1545589"/>
                </a:lnTo>
                <a:lnTo>
                  <a:pt x="2357755" y="1526539"/>
                </a:lnTo>
                <a:lnTo>
                  <a:pt x="2376805" y="1526539"/>
                </a:lnTo>
                <a:lnTo>
                  <a:pt x="2376805" y="1545589"/>
                </a:lnTo>
                <a:close/>
              </a:path>
              <a:path w="11277600" h="1545589">
                <a:moveTo>
                  <a:pt x="2338705" y="1545589"/>
                </a:moveTo>
                <a:lnTo>
                  <a:pt x="2319655" y="1545589"/>
                </a:lnTo>
                <a:lnTo>
                  <a:pt x="2319655" y="1526539"/>
                </a:lnTo>
                <a:lnTo>
                  <a:pt x="2338705" y="1526539"/>
                </a:lnTo>
                <a:lnTo>
                  <a:pt x="2338705" y="1545589"/>
                </a:lnTo>
                <a:close/>
              </a:path>
              <a:path w="11277600" h="1545589">
                <a:moveTo>
                  <a:pt x="2300605" y="1545589"/>
                </a:moveTo>
                <a:lnTo>
                  <a:pt x="2281555" y="1545589"/>
                </a:lnTo>
                <a:lnTo>
                  <a:pt x="2281555" y="1526539"/>
                </a:lnTo>
                <a:lnTo>
                  <a:pt x="2300605" y="1526539"/>
                </a:lnTo>
                <a:lnTo>
                  <a:pt x="2300605" y="1545589"/>
                </a:lnTo>
                <a:close/>
              </a:path>
              <a:path w="11277600" h="1545589">
                <a:moveTo>
                  <a:pt x="2262505" y="1545589"/>
                </a:moveTo>
                <a:lnTo>
                  <a:pt x="2243455" y="1545589"/>
                </a:lnTo>
                <a:lnTo>
                  <a:pt x="2243455" y="1526539"/>
                </a:lnTo>
                <a:lnTo>
                  <a:pt x="2262505" y="1526539"/>
                </a:lnTo>
                <a:lnTo>
                  <a:pt x="2262505" y="1545589"/>
                </a:lnTo>
                <a:close/>
              </a:path>
              <a:path w="11277600" h="1545589">
                <a:moveTo>
                  <a:pt x="2224405" y="1545589"/>
                </a:moveTo>
                <a:lnTo>
                  <a:pt x="2205355" y="1545589"/>
                </a:lnTo>
                <a:lnTo>
                  <a:pt x="2205355" y="1526539"/>
                </a:lnTo>
                <a:lnTo>
                  <a:pt x="2224405" y="1526539"/>
                </a:lnTo>
                <a:lnTo>
                  <a:pt x="2224405" y="1545589"/>
                </a:lnTo>
                <a:close/>
              </a:path>
              <a:path w="11277600" h="1545589">
                <a:moveTo>
                  <a:pt x="2186305" y="1545589"/>
                </a:moveTo>
                <a:lnTo>
                  <a:pt x="2167255" y="1545589"/>
                </a:lnTo>
                <a:lnTo>
                  <a:pt x="2167255" y="1526539"/>
                </a:lnTo>
                <a:lnTo>
                  <a:pt x="2186305" y="1526539"/>
                </a:lnTo>
                <a:lnTo>
                  <a:pt x="2186305" y="1545589"/>
                </a:lnTo>
                <a:close/>
              </a:path>
              <a:path w="11277600" h="1545589">
                <a:moveTo>
                  <a:pt x="2148205" y="1545589"/>
                </a:moveTo>
                <a:lnTo>
                  <a:pt x="2129155" y="1545589"/>
                </a:lnTo>
                <a:lnTo>
                  <a:pt x="2129155" y="1526539"/>
                </a:lnTo>
                <a:lnTo>
                  <a:pt x="2148205" y="1526539"/>
                </a:lnTo>
                <a:lnTo>
                  <a:pt x="2148205" y="1545589"/>
                </a:lnTo>
                <a:close/>
              </a:path>
              <a:path w="11277600" h="1545589">
                <a:moveTo>
                  <a:pt x="2110105" y="1545589"/>
                </a:moveTo>
                <a:lnTo>
                  <a:pt x="2091055" y="1545589"/>
                </a:lnTo>
                <a:lnTo>
                  <a:pt x="2091055" y="1526539"/>
                </a:lnTo>
                <a:lnTo>
                  <a:pt x="2110105" y="1526539"/>
                </a:lnTo>
                <a:lnTo>
                  <a:pt x="2110105" y="1545589"/>
                </a:lnTo>
                <a:close/>
              </a:path>
              <a:path w="11277600" h="1545589">
                <a:moveTo>
                  <a:pt x="2072005" y="1545589"/>
                </a:moveTo>
                <a:lnTo>
                  <a:pt x="2052955" y="1545589"/>
                </a:lnTo>
                <a:lnTo>
                  <a:pt x="2052955" y="1526539"/>
                </a:lnTo>
                <a:lnTo>
                  <a:pt x="2072005" y="1526539"/>
                </a:lnTo>
                <a:lnTo>
                  <a:pt x="2072005" y="1545589"/>
                </a:lnTo>
                <a:close/>
              </a:path>
              <a:path w="11277600" h="1545589">
                <a:moveTo>
                  <a:pt x="2033905" y="1545589"/>
                </a:moveTo>
                <a:lnTo>
                  <a:pt x="2014855" y="1545589"/>
                </a:lnTo>
                <a:lnTo>
                  <a:pt x="2014855" y="1526539"/>
                </a:lnTo>
                <a:lnTo>
                  <a:pt x="2033905" y="1526539"/>
                </a:lnTo>
                <a:lnTo>
                  <a:pt x="2033905" y="1545589"/>
                </a:lnTo>
                <a:close/>
              </a:path>
              <a:path w="11277600" h="1545589">
                <a:moveTo>
                  <a:pt x="1995805" y="1545589"/>
                </a:moveTo>
                <a:lnTo>
                  <a:pt x="1976755" y="1545589"/>
                </a:lnTo>
                <a:lnTo>
                  <a:pt x="1976755" y="1526539"/>
                </a:lnTo>
                <a:lnTo>
                  <a:pt x="1995805" y="1526539"/>
                </a:lnTo>
                <a:lnTo>
                  <a:pt x="1995805" y="1545589"/>
                </a:lnTo>
                <a:close/>
              </a:path>
              <a:path w="11277600" h="1545589">
                <a:moveTo>
                  <a:pt x="1957705" y="1545589"/>
                </a:moveTo>
                <a:lnTo>
                  <a:pt x="1938655" y="1545589"/>
                </a:lnTo>
                <a:lnTo>
                  <a:pt x="1938655" y="1526539"/>
                </a:lnTo>
                <a:lnTo>
                  <a:pt x="1957705" y="1526539"/>
                </a:lnTo>
                <a:lnTo>
                  <a:pt x="1957705" y="1545589"/>
                </a:lnTo>
                <a:close/>
              </a:path>
              <a:path w="11277600" h="1545589">
                <a:moveTo>
                  <a:pt x="1919605" y="1545589"/>
                </a:moveTo>
                <a:lnTo>
                  <a:pt x="1900555" y="1545589"/>
                </a:lnTo>
                <a:lnTo>
                  <a:pt x="1900555" y="1526539"/>
                </a:lnTo>
                <a:lnTo>
                  <a:pt x="1919605" y="1526539"/>
                </a:lnTo>
                <a:lnTo>
                  <a:pt x="1919605" y="1545589"/>
                </a:lnTo>
                <a:close/>
              </a:path>
              <a:path w="11277600" h="1545589">
                <a:moveTo>
                  <a:pt x="1881505" y="1545589"/>
                </a:moveTo>
                <a:lnTo>
                  <a:pt x="1862455" y="1545589"/>
                </a:lnTo>
                <a:lnTo>
                  <a:pt x="1862455" y="1526539"/>
                </a:lnTo>
                <a:lnTo>
                  <a:pt x="1881505" y="1526539"/>
                </a:lnTo>
                <a:lnTo>
                  <a:pt x="1881505" y="1545589"/>
                </a:lnTo>
                <a:close/>
              </a:path>
              <a:path w="11277600" h="1545589">
                <a:moveTo>
                  <a:pt x="1843405" y="1545589"/>
                </a:moveTo>
                <a:lnTo>
                  <a:pt x="1824355" y="1545589"/>
                </a:lnTo>
                <a:lnTo>
                  <a:pt x="1824355" y="1526539"/>
                </a:lnTo>
                <a:lnTo>
                  <a:pt x="1843405" y="1526539"/>
                </a:lnTo>
                <a:lnTo>
                  <a:pt x="1843405" y="1545589"/>
                </a:lnTo>
                <a:close/>
              </a:path>
              <a:path w="11277600" h="1545589">
                <a:moveTo>
                  <a:pt x="1805305" y="1545589"/>
                </a:moveTo>
                <a:lnTo>
                  <a:pt x="1786255" y="1545589"/>
                </a:lnTo>
                <a:lnTo>
                  <a:pt x="1786255" y="1526539"/>
                </a:lnTo>
                <a:lnTo>
                  <a:pt x="1805305" y="1526539"/>
                </a:lnTo>
                <a:lnTo>
                  <a:pt x="1805305" y="1545589"/>
                </a:lnTo>
                <a:close/>
              </a:path>
              <a:path w="11277600" h="1545589">
                <a:moveTo>
                  <a:pt x="1767205" y="1545589"/>
                </a:moveTo>
                <a:lnTo>
                  <a:pt x="1748155" y="1545589"/>
                </a:lnTo>
                <a:lnTo>
                  <a:pt x="1748155" y="1526539"/>
                </a:lnTo>
                <a:lnTo>
                  <a:pt x="1767205" y="1526539"/>
                </a:lnTo>
                <a:lnTo>
                  <a:pt x="1767205" y="1545589"/>
                </a:lnTo>
                <a:close/>
              </a:path>
              <a:path w="11277600" h="1545589">
                <a:moveTo>
                  <a:pt x="1729105" y="1545589"/>
                </a:moveTo>
                <a:lnTo>
                  <a:pt x="1710055" y="1545589"/>
                </a:lnTo>
                <a:lnTo>
                  <a:pt x="1710055" y="1526539"/>
                </a:lnTo>
                <a:lnTo>
                  <a:pt x="1729105" y="1526539"/>
                </a:lnTo>
                <a:lnTo>
                  <a:pt x="1729105" y="1545589"/>
                </a:lnTo>
                <a:close/>
              </a:path>
              <a:path w="11277600" h="1545589">
                <a:moveTo>
                  <a:pt x="1691005" y="1545589"/>
                </a:moveTo>
                <a:lnTo>
                  <a:pt x="1671955" y="1545589"/>
                </a:lnTo>
                <a:lnTo>
                  <a:pt x="1671955" y="1526539"/>
                </a:lnTo>
                <a:lnTo>
                  <a:pt x="1691005" y="1526539"/>
                </a:lnTo>
                <a:lnTo>
                  <a:pt x="1691005" y="1545589"/>
                </a:lnTo>
                <a:close/>
              </a:path>
              <a:path w="11277600" h="1545589">
                <a:moveTo>
                  <a:pt x="1652905" y="1545589"/>
                </a:moveTo>
                <a:lnTo>
                  <a:pt x="1633855" y="1545589"/>
                </a:lnTo>
                <a:lnTo>
                  <a:pt x="1633855" y="1526539"/>
                </a:lnTo>
                <a:lnTo>
                  <a:pt x="1652905" y="1526539"/>
                </a:lnTo>
                <a:lnTo>
                  <a:pt x="1652905" y="1545589"/>
                </a:lnTo>
                <a:close/>
              </a:path>
              <a:path w="11277600" h="1545589">
                <a:moveTo>
                  <a:pt x="1614805" y="1545589"/>
                </a:moveTo>
                <a:lnTo>
                  <a:pt x="1595755" y="1545589"/>
                </a:lnTo>
                <a:lnTo>
                  <a:pt x="1595755" y="1526539"/>
                </a:lnTo>
                <a:lnTo>
                  <a:pt x="1614805" y="1526539"/>
                </a:lnTo>
                <a:lnTo>
                  <a:pt x="1614805" y="1545589"/>
                </a:lnTo>
                <a:close/>
              </a:path>
              <a:path w="11277600" h="1545589">
                <a:moveTo>
                  <a:pt x="1576705" y="1545589"/>
                </a:moveTo>
                <a:lnTo>
                  <a:pt x="1557655" y="1545589"/>
                </a:lnTo>
                <a:lnTo>
                  <a:pt x="1557655" y="1526539"/>
                </a:lnTo>
                <a:lnTo>
                  <a:pt x="1576705" y="1526539"/>
                </a:lnTo>
                <a:lnTo>
                  <a:pt x="1576705" y="1545589"/>
                </a:lnTo>
                <a:close/>
              </a:path>
              <a:path w="11277600" h="1545589">
                <a:moveTo>
                  <a:pt x="1538605" y="1545589"/>
                </a:moveTo>
                <a:lnTo>
                  <a:pt x="1519555" y="1545589"/>
                </a:lnTo>
                <a:lnTo>
                  <a:pt x="1519555" y="1526539"/>
                </a:lnTo>
                <a:lnTo>
                  <a:pt x="1538605" y="1526539"/>
                </a:lnTo>
                <a:lnTo>
                  <a:pt x="1538605" y="1545589"/>
                </a:lnTo>
                <a:close/>
              </a:path>
              <a:path w="11277600" h="1545589">
                <a:moveTo>
                  <a:pt x="1500505" y="1545589"/>
                </a:moveTo>
                <a:lnTo>
                  <a:pt x="1481455" y="1545589"/>
                </a:lnTo>
                <a:lnTo>
                  <a:pt x="1481455" y="1526539"/>
                </a:lnTo>
                <a:lnTo>
                  <a:pt x="1500505" y="1526539"/>
                </a:lnTo>
                <a:lnTo>
                  <a:pt x="1500505" y="1545589"/>
                </a:lnTo>
                <a:close/>
              </a:path>
              <a:path w="11277600" h="1545589">
                <a:moveTo>
                  <a:pt x="1462405" y="1545589"/>
                </a:moveTo>
                <a:lnTo>
                  <a:pt x="1443355" y="1545589"/>
                </a:lnTo>
                <a:lnTo>
                  <a:pt x="1443355" y="1526539"/>
                </a:lnTo>
                <a:lnTo>
                  <a:pt x="1462405" y="1526539"/>
                </a:lnTo>
                <a:lnTo>
                  <a:pt x="1462405" y="1545589"/>
                </a:lnTo>
                <a:close/>
              </a:path>
              <a:path w="11277600" h="1545589">
                <a:moveTo>
                  <a:pt x="1424305" y="1545589"/>
                </a:moveTo>
                <a:lnTo>
                  <a:pt x="1405255" y="1545589"/>
                </a:lnTo>
                <a:lnTo>
                  <a:pt x="1405255" y="1526539"/>
                </a:lnTo>
                <a:lnTo>
                  <a:pt x="1424305" y="1526539"/>
                </a:lnTo>
                <a:lnTo>
                  <a:pt x="1424305" y="1545589"/>
                </a:lnTo>
                <a:close/>
              </a:path>
              <a:path w="11277600" h="1545589">
                <a:moveTo>
                  <a:pt x="1386205" y="1545589"/>
                </a:moveTo>
                <a:lnTo>
                  <a:pt x="1367155" y="1545589"/>
                </a:lnTo>
                <a:lnTo>
                  <a:pt x="1367155" y="1526539"/>
                </a:lnTo>
                <a:lnTo>
                  <a:pt x="1386205" y="1526539"/>
                </a:lnTo>
                <a:lnTo>
                  <a:pt x="1386205" y="1545589"/>
                </a:lnTo>
                <a:close/>
              </a:path>
              <a:path w="11277600" h="1545589">
                <a:moveTo>
                  <a:pt x="1348105" y="1545589"/>
                </a:moveTo>
                <a:lnTo>
                  <a:pt x="1329055" y="1545589"/>
                </a:lnTo>
                <a:lnTo>
                  <a:pt x="1329055" y="1526539"/>
                </a:lnTo>
                <a:lnTo>
                  <a:pt x="1348105" y="1526539"/>
                </a:lnTo>
                <a:lnTo>
                  <a:pt x="1348105" y="1545589"/>
                </a:lnTo>
                <a:close/>
              </a:path>
              <a:path w="11277600" h="1545589">
                <a:moveTo>
                  <a:pt x="1310005" y="1545589"/>
                </a:moveTo>
                <a:lnTo>
                  <a:pt x="1290955" y="1545589"/>
                </a:lnTo>
                <a:lnTo>
                  <a:pt x="1290955" y="1526539"/>
                </a:lnTo>
                <a:lnTo>
                  <a:pt x="1310005" y="1526539"/>
                </a:lnTo>
                <a:lnTo>
                  <a:pt x="1310005" y="1545589"/>
                </a:lnTo>
                <a:close/>
              </a:path>
              <a:path w="11277600" h="1545589">
                <a:moveTo>
                  <a:pt x="1271905" y="1545589"/>
                </a:moveTo>
                <a:lnTo>
                  <a:pt x="1252855" y="1545589"/>
                </a:lnTo>
                <a:lnTo>
                  <a:pt x="1252855" y="1526539"/>
                </a:lnTo>
                <a:lnTo>
                  <a:pt x="1271905" y="1526539"/>
                </a:lnTo>
                <a:lnTo>
                  <a:pt x="1271905" y="1545589"/>
                </a:lnTo>
                <a:close/>
              </a:path>
              <a:path w="11277600" h="1545589">
                <a:moveTo>
                  <a:pt x="1233805" y="1545589"/>
                </a:moveTo>
                <a:lnTo>
                  <a:pt x="1214755" y="1545589"/>
                </a:lnTo>
                <a:lnTo>
                  <a:pt x="1214755" y="1526539"/>
                </a:lnTo>
                <a:lnTo>
                  <a:pt x="1233805" y="1526539"/>
                </a:lnTo>
                <a:lnTo>
                  <a:pt x="1233805" y="1545589"/>
                </a:lnTo>
                <a:close/>
              </a:path>
              <a:path w="11277600" h="1545589">
                <a:moveTo>
                  <a:pt x="1195705" y="1545589"/>
                </a:moveTo>
                <a:lnTo>
                  <a:pt x="1176655" y="1545589"/>
                </a:lnTo>
                <a:lnTo>
                  <a:pt x="1176655" y="1526539"/>
                </a:lnTo>
                <a:lnTo>
                  <a:pt x="1195705" y="1526539"/>
                </a:lnTo>
                <a:lnTo>
                  <a:pt x="1195705" y="1545589"/>
                </a:lnTo>
                <a:close/>
              </a:path>
              <a:path w="11277600" h="1545589">
                <a:moveTo>
                  <a:pt x="1157605" y="1545589"/>
                </a:moveTo>
                <a:lnTo>
                  <a:pt x="1138555" y="1545589"/>
                </a:lnTo>
                <a:lnTo>
                  <a:pt x="1138555" y="1526539"/>
                </a:lnTo>
                <a:lnTo>
                  <a:pt x="1157605" y="1526539"/>
                </a:lnTo>
                <a:lnTo>
                  <a:pt x="1157605" y="1545589"/>
                </a:lnTo>
                <a:close/>
              </a:path>
              <a:path w="11277600" h="1545589">
                <a:moveTo>
                  <a:pt x="1119505" y="1545589"/>
                </a:moveTo>
                <a:lnTo>
                  <a:pt x="1100455" y="1545589"/>
                </a:lnTo>
                <a:lnTo>
                  <a:pt x="1100455" y="1526539"/>
                </a:lnTo>
                <a:lnTo>
                  <a:pt x="1119505" y="1526539"/>
                </a:lnTo>
                <a:lnTo>
                  <a:pt x="1119505" y="1545589"/>
                </a:lnTo>
                <a:close/>
              </a:path>
              <a:path w="11277600" h="1545589">
                <a:moveTo>
                  <a:pt x="1081405" y="1545589"/>
                </a:moveTo>
                <a:lnTo>
                  <a:pt x="1062355" y="1545589"/>
                </a:lnTo>
                <a:lnTo>
                  <a:pt x="1062355" y="1526539"/>
                </a:lnTo>
                <a:lnTo>
                  <a:pt x="1081405" y="1526539"/>
                </a:lnTo>
                <a:lnTo>
                  <a:pt x="1081405" y="1545589"/>
                </a:lnTo>
                <a:close/>
              </a:path>
              <a:path w="11277600" h="1545589">
                <a:moveTo>
                  <a:pt x="1043305" y="1545589"/>
                </a:moveTo>
                <a:lnTo>
                  <a:pt x="1024255" y="1545589"/>
                </a:lnTo>
                <a:lnTo>
                  <a:pt x="1024255" y="1526539"/>
                </a:lnTo>
                <a:lnTo>
                  <a:pt x="1043305" y="1526539"/>
                </a:lnTo>
                <a:lnTo>
                  <a:pt x="1043305" y="1545589"/>
                </a:lnTo>
                <a:close/>
              </a:path>
              <a:path w="11277600" h="1545589">
                <a:moveTo>
                  <a:pt x="1005205" y="1545589"/>
                </a:moveTo>
                <a:lnTo>
                  <a:pt x="986155" y="1545589"/>
                </a:lnTo>
                <a:lnTo>
                  <a:pt x="986155" y="1526539"/>
                </a:lnTo>
                <a:lnTo>
                  <a:pt x="1005205" y="1526539"/>
                </a:lnTo>
                <a:lnTo>
                  <a:pt x="1005205" y="1545589"/>
                </a:lnTo>
                <a:close/>
              </a:path>
              <a:path w="11277600" h="1545589">
                <a:moveTo>
                  <a:pt x="967105" y="1545589"/>
                </a:moveTo>
                <a:lnTo>
                  <a:pt x="948055" y="1545589"/>
                </a:lnTo>
                <a:lnTo>
                  <a:pt x="948055" y="1526539"/>
                </a:lnTo>
                <a:lnTo>
                  <a:pt x="967105" y="1526539"/>
                </a:lnTo>
                <a:lnTo>
                  <a:pt x="967105" y="1545589"/>
                </a:lnTo>
                <a:close/>
              </a:path>
              <a:path w="11277600" h="1545589">
                <a:moveTo>
                  <a:pt x="929005" y="1545589"/>
                </a:moveTo>
                <a:lnTo>
                  <a:pt x="909955" y="1545589"/>
                </a:lnTo>
                <a:lnTo>
                  <a:pt x="909955" y="1526539"/>
                </a:lnTo>
                <a:lnTo>
                  <a:pt x="929005" y="1526539"/>
                </a:lnTo>
                <a:lnTo>
                  <a:pt x="929005" y="1545589"/>
                </a:lnTo>
                <a:close/>
              </a:path>
              <a:path w="11277600" h="1545589">
                <a:moveTo>
                  <a:pt x="890905" y="1545589"/>
                </a:moveTo>
                <a:lnTo>
                  <a:pt x="871855" y="1545589"/>
                </a:lnTo>
                <a:lnTo>
                  <a:pt x="871855" y="1526539"/>
                </a:lnTo>
                <a:lnTo>
                  <a:pt x="890905" y="1526539"/>
                </a:lnTo>
                <a:lnTo>
                  <a:pt x="890905" y="1545589"/>
                </a:lnTo>
                <a:close/>
              </a:path>
              <a:path w="11277600" h="1545589">
                <a:moveTo>
                  <a:pt x="852805" y="1545589"/>
                </a:moveTo>
                <a:lnTo>
                  <a:pt x="833755" y="1545589"/>
                </a:lnTo>
                <a:lnTo>
                  <a:pt x="833755" y="1526539"/>
                </a:lnTo>
                <a:lnTo>
                  <a:pt x="852805" y="1526539"/>
                </a:lnTo>
                <a:lnTo>
                  <a:pt x="852805" y="1545589"/>
                </a:lnTo>
                <a:close/>
              </a:path>
              <a:path w="11277600" h="1545589">
                <a:moveTo>
                  <a:pt x="814705" y="1545589"/>
                </a:moveTo>
                <a:lnTo>
                  <a:pt x="795655" y="1545589"/>
                </a:lnTo>
                <a:lnTo>
                  <a:pt x="795655" y="1526539"/>
                </a:lnTo>
                <a:lnTo>
                  <a:pt x="814705" y="1526539"/>
                </a:lnTo>
                <a:lnTo>
                  <a:pt x="814705" y="1545589"/>
                </a:lnTo>
                <a:close/>
              </a:path>
              <a:path w="11277600" h="1545589">
                <a:moveTo>
                  <a:pt x="776605" y="1545589"/>
                </a:moveTo>
                <a:lnTo>
                  <a:pt x="757555" y="1545589"/>
                </a:lnTo>
                <a:lnTo>
                  <a:pt x="757555" y="1526539"/>
                </a:lnTo>
                <a:lnTo>
                  <a:pt x="776605" y="1526539"/>
                </a:lnTo>
                <a:lnTo>
                  <a:pt x="776605" y="1545589"/>
                </a:lnTo>
                <a:close/>
              </a:path>
              <a:path w="11277600" h="1545589">
                <a:moveTo>
                  <a:pt x="738505" y="1545589"/>
                </a:moveTo>
                <a:lnTo>
                  <a:pt x="719455" y="1545589"/>
                </a:lnTo>
                <a:lnTo>
                  <a:pt x="719455" y="1526539"/>
                </a:lnTo>
                <a:lnTo>
                  <a:pt x="738505" y="1526539"/>
                </a:lnTo>
                <a:lnTo>
                  <a:pt x="738505" y="1545589"/>
                </a:lnTo>
                <a:close/>
              </a:path>
              <a:path w="11277600" h="1545589">
                <a:moveTo>
                  <a:pt x="700405" y="1545589"/>
                </a:moveTo>
                <a:lnTo>
                  <a:pt x="681355" y="1545589"/>
                </a:lnTo>
                <a:lnTo>
                  <a:pt x="681355" y="1526539"/>
                </a:lnTo>
                <a:lnTo>
                  <a:pt x="700405" y="1526539"/>
                </a:lnTo>
                <a:lnTo>
                  <a:pt x="700405" y="1545589"/>
                </a:lnTo>
                <a:close/>
              </a:path>
              <a:path w="11277600" h="1545589">
                <a:moveTo>
                  <a:pt x="662305" y="1545589"/>
                </a:moveTo>
                <a:lnTo>
                  <a:pt x="643255" y="1545589"/>
                </a:lnTo>
                <a:lnTo>
                  <a:pt x="643255" y="1526539"/>
                </a:lnTo>
                <a:lnTo>
                  <a:pt x="662305" y="1526539"/>
                </a:lnTo>
                <a:lnTo>
                  <a:pt x="662305" y="1545589"/>
                </a:lnTo>
                <a:close/>
              </a:path>
              <a:path w="11277600" h="1545589">
                <a:moveTo>
                  <a:pt x="624205" y="1545589"/>
                </a:moveTo>
                <a:lnTo>
                  <a:pt x="605155" y="1545589"/>
                </a:lnTo>
                <a:lnTo>
                  <a:pt x="605155" y="1526539"/>
                </a:lnTo>
                <a:lnTo>
                  <a:pt x="624205" y="1526539"/>
                </a:lnTo>
                <a:lnTo>
                  <a:pt x="624205" y="1545589"/>
                </a:lnTo>
                <a:close/>
              </a:path>
              <a:path w="11277600" h="1545589">
                <a:moveTo>
                  <a:pt x="586105" y="1545589"/>
                </a:moveTo>
                <a:lnTo>
                  <a:pt x="567055" y="1545589"/>
                </a:lnTo>
                <a:lnTo>
                  <a:pt x="567055" y="1526539"/>
                </a:lnTo>
                <a:lnTo>
                  <a:pt x="586105" y="1526539"/>
                </a:lnTo>
                <a:lnTo>
                  <a:pt x="586105" y="1545589"/>
                </a:lnTo>
                <a:close/>
              </a:path>
              <a:path w="11277600" h="1545589">
                <a:moveTo>
                  <a:pt x="548005" y="1545589"/>
                </a:moveTo>
                <a:lnTo>
                  <a:pt x="528955" y="1545589"/>
                </a:lnTo>
                <a:lnTo>
                  <a:pt x="528955" y="1526539"/>
                </a:lnTo>
                <a:lnTo>
                  <a:pt x="548005" y="1526539"/>
                </a:lnTo>
                <a:lnTo>
                  <a:pt x="548005" y="1545589"/>
                </a:lnTo>
                <a:close/>
              </a:path>
              <a:path w="11277600" h="1545589">
                <a:moveTo>
                  <a:pt x="509905" y="1545589"/>
                </a:moveTo>
                <a:lnTo>
                  <a:pt x="490855" y="1545589"/>
                </a:lnTo>
                <a:lnTo>
                  <a:pt x="490855" y="1526539"/>
                </a:lnTo>
                <a:lnTo>
                  <a:pt x="509905" y="1526539"/>
                </a:lnTo>
                <a:lnTo>
                  <a:pt x="509905" y="1545589"/>
                </a:lnTo>
                <a:close/>
              </a:path>
              <a:path w="11277600" h="1545589">
                <a:moveTo>
                  <a:pt x="471805" y="1545589"/>
                </a:moveTo>
                <a:lnTo>
                  <a:pt x="452755" y="1545589"/>
                </a:lnTo>
                <a:lnTo>
                  <a:pt x="452755" y="1526539"/>
                </a:lnTo>
                <a:lnTo>
                  <a:pt x="471805" y="1526539"/>
                </a:lnTo>
                <a:lnTo>
                  <a:pt x="471805" y="1545589"/>
                </a:lnTo>
                <a:close/>
              </a:path>
              <a:path w="11277600" h="1545589">
                <a:moveTo>
                  <a:pt x="433705" y="1545589"/>
                </a:moveTo>
                <a:lnTo>
                  <a:pt x="414655" y="1545589"/>
                </a:lnTo>
                <a:lnTo>
                  <a:pt x="414655" y="1526539"/>
                </a:lnTo>
                <a:lnTo>
                  <a:pt x="433705" y="1526539"/>
                </a:lnTo>
                <a:lnTo>
                  <a:pt x="433705" y="1545589"/>
                </a:lnTo>
                <a:close/>
              </a:path>
              <a:path w="11277600" h="1545589">
                <a:moveTo>
                  <a:pt x="395605" y="1545589"/>
                </a:moveTo>
                <a:lnTo>
                  <a:pt x="376555" y="1545589"/>
                </a:lnTo>
                <a:lnTo>
                  <a:pt x="376555" y="1526539"/>
                </a:lnTo>
                <a:lnTo>
                  <a:pt x="395605" y="1526539"/>
                </a:lnTo>
                <a:lnTo>
                  <a:pt x="395605" y="1545589"/>
                </a:lnTo>
                <a:close/>
              </a:path>
              <a:path w="11277600" h="1545589">
                <a:moveTo>
                  <a:pt x="357505" y="1545589"/>
                </a:moveTo>
                <a:lnTo>
                  <a:pt x="338455" y="1545589"/>
                </a:lnTo>
                <a:lnTo>
                  <a:pt x="338455" y="1526539"/>
                </a:lnTo>
                <a:lnTo>
                  <a:pt x="357505" y="1526539"/>
                </a:lnTo>
                <a:lnTo>
                  <a:pt x="357505" y="1545589"/>
                </a:lnTo>
                <a:close/>
              </a:path>
              <a:path w="11277600" h="1545589">
                <a:moveTo>
                  <a:pt x="319405" y="1545589"/>
                </a:moveTo>
                <a:lnTo>
                  <a:pt x="300355" y="1545589"/>
                </a:lnTo>
                <a:lnTo>
                  <a:pt x="300355" y="1526539"/>
                </a:lnTo>
                <a:lnTo>
                  <a:pt x="319405" y="1526539"/>
                </a:lnTo>
                <a:lnTo>
                  <a:pt x="319405" y="1545589"/>
                </a:lnTo>
                <a:close/>
              </a:path>
              <a:path w="11277600" h="1545589">
                <a:moveTo>
                  <a:pt x="281305" y="1545589"/>
                </a:moveTo>
                <a:lnTo>
                  <a:pt x="262255" y="1545589"/>
                </a:lnTo>
                <a:lnTo>
                  <a:pt x="262255" y="1526539"/>
                </a:lnTo>
                <a:lnTo>
                  <a:pt x="281305" y="1526539"/>
                </a:lnTo>
                <a:lnTo>
                  <a:pt x="281305" y="1545589"/>
                </a:lnTo>
                <a:close/>
              </a:path>
              <a:path w="11277600" h="1545589">
                <a:moveTo>
                  <a:pt x="243204" y="1545589"/>
                </a:moveTo>
                <a:lnTo>
                  <a:pt x="224154" y="1545589"/>
                </a:lnTo>
                <a:lnTo>
                  <a:pt x="224154" y="1526539"/>
                </a:lnTo>
                <a:lnTo>
                  <a:pt x="243204" y="1526539"/>
                </a:lnTo>
                <a:lnTo>
                  <a:pt x="243204" y="1545589"/>
                </a:lnTo>
                <a:close/>
              </a:path>
              <a:path w="11277600" h="1545589">
                <a:moveTo>
                  <a:pt x="205104" y="1545589"/>
                </a:moveTo>
                <a:lnTo>
                  <a:pt x="186054" y="1545589"/>
                </a:lnTo>
                <a:lnTo>
                  <a:pt x="186054" y="1526539"/>
                </a:lnTo>
                <a:lnTo>
                  <a:pt x="205104" y="1526539"/>
                </a:lnTo>
                <a:lnTo>
                  <a:pt x="205104" y="1545589"/>
                </a:lnTo>
                <a:close/>
              </a:path>
              <a:path w="11277600" h="1545589">
                <a:moveTo>
                  <a:pt x="167004" y="1545589"/>
                </a:moveTo>
                <a:lnTo>
                  <a:pt x="147954" y="1545589"/>
                </a:lnTo>
                <a:lnTo>
                  <a:pt x="147954" y="1526539"/>
                </a:lnTo>
                <a:lnTo>
                  <a:pt x="167004" y="1526539"/>
                </a:lnTo>
                <a:lnTo>
                  <a:pt x="167004" y="1545589"/>
                </a:lnTo>
                <a:close/>
              </a:path>
              <a:path w="11277600" h="1545589">
                <a:moveTo>
                  <a:pt x="128904" y="1545589"/>
                </a:moveTo>
                <a:lnTo>
                  <a:pt x="109854" y="1545589"/>
                </a:lnTo>
                <a:lnTo>
                  <a:pt x="109854" y="1526539"/>
                </a:lnTo>
                <a:lnTo>
                  <a:pt x="128904" y="1526539"/>
                </a:lnTo>
                <a:lnTo>
                  <a:pt x="128904" y="1545589"/>
                </a:lnTo>
                <a:close/>
              </a:path>
              <a:path w="11277600" h="1545589">
                <a:moveTo>
                  <a:pt x="90804" y="1545589"/>
                </a:moveTo>
                <a:lnTo>
                  <a:pt x="71754" y="1545589"/>
                </a:lnTo>
                <a:lnTo>
                  <a:pt x="71754" y="1526539"/>
                </a:lnTo>
                <a:lnTo>
                  <a:pt x="90804" y="1526539"/>
                </a:lnTo>
                <a:lnTo>
                  <a:pt x="90804" y="1545589"/>
                </a:lnTo>
                <a:close/>
              </a:path>
              <a:path w="11277600" h="1545589">
                <a:moveTo>
                  <a:pt x="52704" y="1545589"/>
                </a:moveTo>
                <a:lnTo>
                  <a:pt x="33654" y="1545589"/>
                </a:lnTo>
                <a:lnTo>
                  <a:pt x="33654" y="1526539"/>
                </a:lnTo>
                <a:lnTo>
                  <a:pt x="52704" y="1526539"/>
                </a:lnTo>
                <a:lnTo>
                  <a:pt x="52704" y="1545589"/>
                </a:lnTo>
                <a:close/>
              </a:path>
            </a:pathLst>
          </a:custGeom>
          <a:solidFill>
            <a:srgbClr val="5F95E6"/>
          </a:solidFill>
        </p:spPr>
        <p:txBody>
          <a:bodyPr wrap="square" lIns="0" tIns="0" rIns="0" bIns="0" rtlCol="0"/>
          <a:lstStyle/>
          <a:p>
            <a:endParaRPr/>
          </a:p>
        </p:txBody>
      </p:sp>
      <p:sp>
        <p:nvSpPr>
          <p:cNvPr id="5" name="object 5"/>
          <p:cNvSpPr txBox="1"/>
          <p:nvPr/>
        </p:nvSpPr>
        <p:spPr>
          <a:xfrm>
            <a:off x="626109" y="1520537"/>
            <a:ext cx="10944225" cy="4083050"/>
          </a:xfrm>
          <a:prstGeom prst="rect">
            <a:avLst/>
          </a:prstGeom>
        </p:spPr>
        <p:txBody>
          <a:bodyPr vert="horz" wrap="square" lIns="0" tIns="184785" rIns="0" bIns="0" rtlCol="0">
            <a:spAutoFit/>
          </a:bodyPr>
          <a:lstStyle/>
          <a:p>
            <a:pPr marL="12700">
              <a:lnSpc>
                <a:spcPct val="100000"/>
              </a:lnSpc>
              <a:spcBef>
                <a:spcPts val="1455"/>
              </a:spcBef>
            </a:pPr>
            <a:r>
              <a:rPr sz="2000" b="1" spc="-5" dirty="0">
                <a:latin typeface="Microsoft JhengHei"/>
                <a:cs typeface="Microsoft JhengHei"/>
              </a:rPr>
              <a:t>挖掘反向思维：从非传统角度切入</a:t>
            </a:r>
            <a:endParaRPr sz="2000">
              <a:latin typeface="Microsoft JhengHei"/>
              <a:cs typeface="Microsoft JhengHei"/>
            </a:endParaRPr>
          </a:p>
          <a:p>
            <a:pPr marL="13970">
              <a:lnSpc>
                <a:spcPct val="100000"/>
              </a:lnSpc>
              <a:spcBef>
                <a:spcPts val="1215"/>
              </a:spcBef>
            </a:pPr>
            <a:r>
              <a:rPr sz="1800" spc="-10" dirty="0">
                <a:latin typeface="宋体"/>
                <a:cs typeface="宋体"/>
              </a:rPr>
              <a:t>创新设计策略：</a:t>
            </a:r>
            <a:endParaRPr sz="1800">
              <a:latin typeface="宋体"/>
              <a:cs typeface="宋体"/>
            </a:endParaRPr>
          </a:p>
          <a:p>
            <a:pPr marL="158750" indent="-144780">
              <a:lnSpc>
                <a:spcPct val="100000"/>
              </a:lnSpc>
              <a:spcBef>
                <a:spcPts val="645"/>
              </a:spcBef>
              <a:buFont typeface="Arial"/>
              <a:buChar char="▪"/>
              <a:tabLst>
                <a:tab pos="158750" algn="l"/>
              </a:tabLst>
            </a:pPr>
            <a:r>
              <a:rPr sz="1800" dirty="0">
                <a:latin typeface="宋体"/>
                <a:cs typeface="宋体"/>
              </a:rPr>
              <a:t>设定逆向任务：提示语可以引导</a:t>
            </a:r>
            <a:r>
              <a:rPr sz="1800" spc="-10" dirty="0">
                <a:latin typeface="Arial"/>
                <a:cs typeface="Arial"/>
              </a:rPr>
              <a:t>AI</a:t>
            </a:r>
            <a:r>
              <a:rPr sz="1800" spc="-5" dirty="0">
                <a:latin typeface="宋体"/>
                <a:cs typeface="宋体"/>
              </a:rPr>
              <a:t>从相反的角度处理问题，提供不同于传统生成的内容。</a:t>
            </a:r>
            <a:endParaRPr sz="1800">
              <a:latin typeface="宋体"/>
              <a:cs typeface="宋体"/>
            </a:endParaRPr>
          </a:p>
          <a:p>
            <a:pPr marL="158750" indent="-144780">
              <a:lnSpc>
                <a:spcPct val="100000"/>
              </a:lnSpc>
              <a:spcBef>
                <a:spcPts val="645"/>
              </a:spcBef>
              <a:buFont typeface="Arial"/>
              <a:buChar char="▪"/>
              <a:tabLst>
                <a:tab pos="158750" algn="l"/>
              </a:tabLst>
            </a:pPr>
            <a:r>
              <a:rPr sz="1800" dirty="0">
                <a:latin typeface="宋体"/>
                <a:cs typeface="宋体"/>
              </a:rPr>
              <a:t>挑战预设思维模式：通过打破任务的常规设定，促使</a:t>
            </a:r>
            <a:r>
              <a:rPr sz="1800" spc="-10" dirty="0">
                <a:latin typeface="Arial"/>
                <a:cs typeface="Arial"/>
              </a:rPr>
              <a:t>AI</a:t>
            </a:r>
            <a:r>
              <a:rPr sz="1800" spc="-5" dirty="0">
                <a:latin typeface="宋体"/>
                <a:cs typeface="宋体"/>
              </a:rPr>
              <a:t>生成具有挑战性和创新性的内容。</a:t>
            </a:r>
            <a:endParaRPr sz="1800">
              <a:latin typeface="宋体"/>
              <a:cs typeface="宋体"/>
            </a:endParaRPr>
          </a:p>
          <a:p>
            <a:pPr>
              <a:lnSpc>
                <a:spcPct val="100000"/>
              </a:lnSpc>
              <a:buFont typeface="Arial"/>
              <a:buChar char="▪"/>
            </a:pPr>
            <a:endParaRPr sz="2500">
              <a:latin typeface="宋体"/>
              <a:cs typeface="宋体"/>
            </a:endParaRPr>
          </a:p>
          <a:p>
            <a:pPr marL="41275">
              <a:lnSpc>
                <a:spcPct val="100000"/>
              </a:lnSpc>
              <a:spcBef>
                <a:spcPts val="1815"/>
              </a:spcBef>
            </a:pPr>
            <a:r>
              <a:rPr sz="2000" b="1" dirty="0">
                <a:latin typeface="Microsoft JhengHei"/>
                <a:cs typeface="Microsoft JhengHei"/>
              </a:rPr>
              <a:t>灵活运用任务开放性：给</a:t>
            </a:r>
            <a:r>
              <a:rPr sz="2000" b="1" spc="-10" dirty="0">
                <a:latin typeface="Arial"/>
                <a:cs typeface="Arial"/>
              </a:rPr>
              <a:t>AI</a:t>
            </a:r>
            <a:r>
              <a:rPr sz="2000" b="1" spc="-10" dirty="0">
                <a:latin typeface="Microsoft JhengHei"/>
                <a:cs typeface="Microsoft JhengHei"/>
              </a:rPr>
              <a:t>自由发挥的空间</a:t>
            </a:r>
            <a:endParaRPr sz="2000">
              <a:latin typeface="Microsoft JhengHei"/>
              <a:cs typeface="Microsoft JhengHei"/>
            </a:endParaRPr>
          </a:p>
          <a:p>
            <a:pPr marL="42545">
              <a:lnSpc>
                <a:spcPct val="100000"/>
              </a:lnSpc>
              <a:spcBef>
                <a:spcPts val="1215"/>
              </a:spcBef>
            </a:pPr>
            <a:r>
              <a:rPr sz="1800" spc="-10" dirty="0">
                <a:latin typeface="宋体"/>
                <a:cs typeface="宋体"/>
              </a:rPr>
              <a:t>创新设计策略：</a:t>
            </a:r>
            <a:endParaRPr sz="1800">
              <a:latin typeface="宋体"/>
              <a:cs typeface="宋体"/>
            </a:endParaRPr>
          </a:p>
          <a:p>
            <a:pPr marL="222250" marR="5080" indent="-179705">
              <a:lnSpc>
                <a:spcPct val="129900"/>
              </a:lnSpc>
              <a:buFont typeface="Arial"/>
              <a:buChar char="▪"/>
              <a:tabLst>
                <a:tab pos="187325" algn="l"/>
              </a:tabLst>
            </a:pPr>
            <a:r>
              <a:rPr sz="1800" spc="-5" dirty="0">
                <a:latin typeface="宋体"/>
                <a:cs typeface="宋体"/>
              </a:rPr>
              <a:t>设定基本框架，留出探索余地：提示语应提供一个结构化的框架，包含具体的生成目标，但不应过度限制表</a:t>
            </a:r>
            <a:r>
              <a:rPr sz="1800" dirty="0">
                <a:latin typeface="宋体"/>
                <a:cs typeface="宋体"/>
              </a:rPr>
              <a:t>达方式或细节内容，给</a:t>
            </a:r>
            <a:r>
              <a:rPr sz="1800" spc="-10" dirty="0">
                <a:latin typeface="Arial"/>
                <a:cs typeface="Arial"/>
              </a:rPr>
              <a:t>AI</a:t>
            </a:r>
            <a:r>
              <a:rPr sz="1800" spc="-5" dirty="0">
                <a:latin typeface="宋体"/>
                <a:cs typeface="宋体"/>
              </a:rPr>
              <a:t>足够的空间进行创造。</a:t>
            </a:r>
            <a:endParaRPr sz="1800">
              <a:latin typeface="宋体"/>
              <a:cs typeface="宋体"/>
            </a:endParaRPr>
          </a:p>
          <a:p>
            <a:pPr marL="187325" indent="-144780">
              <a:lnSpc>
                <a:spcPct val="100000"/>
              </a:lnSpc>
              <a:spcBef>
                <a:spcPts val="640"/>
              </a:spcBef>
              <a:buFont typeface="Arial"/>
              <a:buChar char="▪"/>
              <a:tabLst>
                <a:tab pos="187325" algn="l"/>
              </a:tabLst>
            </a:pPr>
            <a:r>
              <a:rPr sz="1800" dirty="0">
                <a:latin typeface="宋体"/>
                <a:cs typeface="宋体"/>
              </a:rPr>
              <a:t>多维度任务引导：通过引导</a:t>
            </a:r>
            <a:r>
              <a:rPr sz="1800" spc="-10" dirty="0">
                <a:latin typeface="Arial"/>
                <a:cs typeface="Arial"/>
              </a:rPr>
              <a:t>AI</a:t>
            </a:r>
            <a:r>
              <a:rPr sz="1800" spc="-5" dirty="0">
                <a:latin typeface="宋体"/>
                <a:cs typeface="宋体"/>
              </a:rPr>
              <a:t>从多个角度看待问题，激发其对生成内容的多样化思考。</a:t>
            </a:r>
            <a:endParaRPr sz="1800">
              <a:latin typeface="宋体"/>
              <a:cs typeface="宋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469" y="0"/>
            <a:ext cx="6767830" cy="634365"/>
          </a:xfrm>
          <a:prstGeom prst="rect">
            <a:avLst/>
          </a:prstGeom>
        </p:spPr>
        <p:txBody>
          <a:bodyPr vert="horz" wrap="square" lIns="0" tIns="12065" rIns="0" bIns="0" rtlCol="0">
            <a:spAutoFit/>
          </a:bodyPr>
          <a:lstStyle/>
          <a:p>
            <a:pPr marL="12700">
              <a:lnSpc>
                <a:spcPct val="100000"/>
              </a:lnSpc>
              <a:spcBef>
                <a:spcPts val="95"/>
              </a:spcBef>
              <a:tabLst>
                <a:tab pos="4606925" algn="l"/>
              </a:tabLst>
            </a:pPr>
            <a:r>
              <a:rPr sz="4000" spc="145" dirty="0">
                <a:solidFill>
                  <a:srgbClr val="000000"/>
                </a:solidFill>
              </a:rPr>
              <a:t>AI</a:t>
            </a:r>
            <a:r>
              <a:rPr sz="4000" spc="270" dirty="0">
                <a:solidFill>
                  <a:srgbClr val="000000"/>
                </a:solidFill>
              </a:rPr>
              <a:t>缺陷：臆造之</a:t>
            </a:r>
            <a:r>
              <a:rPr sz="4000" spc="-50" dirty="0">
                <a:solidFill>
                  <a:srgbClr val="000000"/>
                </a:solidFill>
              </a:rPr>
              <a:t>辞</a:t>
            </a:r>
            <a:r>
              <a:rPr sz="4000" dirty="0">
                <a:solidFill>
                  <a:srgbClr val="000000"/>
                </a:solidFill>
              </a:rPr>
              <a:t>	</a:t>
            </a:r>
            <a:r>
              <a:rPr sz="4000" spc="270" dirty="0">
                <a:solidFill>
                  <a:srgbClr val="000000"/>
                </a:solidFill>
              </a:rPr>
              <a:t>概率幻</a:t>
            </a:r>
            <a:r>
              <a:rPr sz="4000" spc="-50" dirty="0">
                <a:solidFill>
                  <a:srgbClr val="000000"/>
                </a:solidFill>
              </a:rPr>
              <a:t>觉</a:t>
            </a:r>
            <a:endParaRPr sz="4000"/>
          </a:p>
        </p:txBody>
      </p:sp>
      <p:pic>
        <p:nvPicPr>
          <p:cNvPr id="3" name="object 3"/>
          <p:cNvPicPr/>
          <p:nvPr/>
        </p:nvPicPr>
        <p:blipFill>
          <a:blip r:embed="rId2" cstate="print"/>
          <a:stretch>
            <a:fillRect/>
          </a:stretch>
        </p:blipFill>
        <p:spPr>
          <a:xfrm>
            <a:off x="738938" y="1001860"/>
            <a:ext cx="5561364" cy="1749114"/>
          </a:xfrm>
          <a:prstGeom prst="rect">
            <a:avLst/>
          </a:prstGeom>
        </p:spPr>
      </p:pic>
      <p:sp>
        <p:nvSpPr>
          <p:cNvPr id="4" name="object 4"/>
          <p:cNvSpPr txBox="1"/>
          <p:nvPr/>
        </p:nvSpPr>
        <p:spPr>
          <a:xfrm>
            <a:off x="827405" y="977265"/>
            <a:ext cx="5283200" cy="1671320"/>
          </a:xfrm>
          <a:prstGeom prst="rect">
            <a:avLst/>
          </a:prstGeom>
        </p:spPr>
        <p:txBody>
          <a:bodyPr vert="horz" wrap="square" lIns="0" tIns="12700" rIns="0" bIns="0" rtlCol="0">
            <a:spAutoFit/>
          </a:bodyPr>
          <a:lstStyle/>
          <a:p>
            <a:pPr marL="12700" marR="5080" indent="149860">
              <a:lnSpc>
                <a:spcPct val="150000"/>
              </a:lnSpc>
              <a:spcBef>
                <a:spcPts val="100"/>
              </a:spcBef>
            </a:pPr>
            <a:r>
              <a:rPr sz="1800" b="1" spc="-70" dirty="0">
                <a:latin typeface="Microsoft JhengHei"/>
                <a:cs typeface="Microsoft JhengHei"/>
              </a:rPr>
              <a:t>AI</a:t>
            </a:r>
            <a:r>
              <a:rPr sz="1800" b="1" dirty="0">
                <a:latin typeface="Microsoft JhengHei"/>
                <a:cs typeface="Microsoft JhengHei"/>
              </a:rPr>
              <a:t>幻觉（AI </a:t>
            </a:r>
            <a:r>
              <a:rPr sz="1800" b="1" spc="-40" dirty="0">
                <a:latin typeface="Microsoft JhengHei"/>
                <a:cs typeface="Microsoft JhengHei"/>
              </a:rPr>
              <a:t>Hallucinations）</a:t>
            </a:r>
            <a:r>
              <a:rPr sz="1800" spc="-10" dirty="0">
                <a:latin typeface="宋体"/>
                <a:cs typeface="宋体"/>
              </a:rPr>
              <a:t>是指生成式人工智能</a:t>
            </a:r>
            <a:r>
              <a:rPr sz="1800" spc="-5" dirty="0">
                <a:latin typeface="宋体"/>
                <a:cs typeface="宋体"/>
              </a:rPr>
              <a:t>模型在生成文本或回答问题时，尽管表面上呈现出逻辑性和语法正确的形式，但其输出内容可能包含完全虚构、不准确或与事实不符的信息。</a:t>
            </a:r>
            <a:endParaRPr sz="1800">
              <a:latin typeface="宋体"/>
              <a:cs typeface="宋体"/>
            </a:endParaRPr>
          </a:p>
        </p:txBody>
      </p:sp>
      <p:sp>
        <p:nvSpPr>
          <p:cNvPr id="5" name="object 5"/>
          <p:cNvSpPr/>
          <p:nvPr/>
        </p:nvSpPr>
        <p:spPr>
          <a:xfrm>
            <a:off x="498475" y="897889"/>
            <a:ext cx="370205" cy="349885"/>
          </a:xfrm>
          <a:custGeom>
            <a:avLst/>
            <a:gdLst/>
            <a:ahLst/>
            <a:cxnLst/>
            <a:rect l="l" t="t" r="r" b="b"/>
            <a:pathLst>
              <a:path w="370205" h="349884">
                <a:moveTo>
                  <a:pt x="370205" y="349885"/>
                </a:moveTo>
                <a:lnTo>
                  <a:pt x="214363" y="349885"/>
                </a:lnTo>
                <a:lnTo>
                  <a:pt x="214363" y="226987"/>
                </a:lnTo>
                <a:lnTo>
                  <a:pt x="217344" y="159881"/>
                </a:lnTo>
                <a:lnTo>
                  <a:pt x="226288" y="108978"/>
                </a:lnTo>
                <a:lnTo>
                  <a:pt x="240072" y="71631"/>
                </a:lnTo>
                <a:lnTo>
                  <a:pt x="264134" y="38569"/>
                </a:lnTo>
                <a:lnTo>
                  <a:pt x="294527" y="14055"/>
                </a:lnTo>
                <a:lnTo>
                  <a:pt x="332511" y="0"/>
                </a:lnTo>
                <a:lnTo>
                  <a:pt x="354698" y="52158"/>
                </a:lnTo>
                <a:lnTo>
                  <a:pt x="339434" y="58533"/>
                </a:lnTo>
                <a:lnTo>
                  <a:pt x="325923" y="65290"/>
                </a:lnTo>
                <a:lnTo>
                  <a:pt x="285869" y="106755"/>
                </a:lnTo>
                <a:lnTo>
                  <a:pt x="275780" y="155371"/>
                </a:lnTo>
                <a:lnTo>
                  <a:pt x="370205" y="155371"/>
                </a:lnTo>
                <a:lnTo>
                  <a:pt x="370205" y="349885"/>
                </a:lnTo>
                <a:close/>
              </a:path>
              <a:path w="370205" h="349884">
                <a:moveTo>
                  <a:pt x="155841" y="349885"/>
                </a:moveTo>
                <a:lnTo>
                  <a:pt x="0" y="349885"/>
                </a:lnTo>
                <a:lnTo>
                  <a:pt x="0" y="226987"/>
                </a:lnTo>
                <a:lnTo>
                  <a:pt x="2981" y="159881"/>
                </a:lnTo>
                <a:lnTo>
                  <a:pt x="11925" y="108978"/>
                </a:lnTo>
                <a:lnTo>
                  <a:pt x="25719" y="71631"/>
                </a:lnTo>
                <a:lnTo>
                  <a:pt x="49771" y="38569"/>
                </a:lnTo>
                <a:lnTo>
                  <a:pt x="80170" y="14055"/>
                </a:lnTo>
                <a:lnTo>
                  <a:pt x="118160" y="0"/>
                </a:lnTo>
                <a:lnTo>
                  <a:pt x="140334" y="52158"/>
                </a:lnTo>
                <a:lnTo>
                  <a:pt x="125078" y="58533"/>
                </a:lnTo>
                <a:lnTo>
                  <a:pt x="111571" y="65290"/>
                </a:lnTo>
                <a:lnTo>
                  <a:pt x="71518" y="106755"/>
                </a:lnTo>
                <a:lnTo>
                  <a:pt x="61429" y="155371"/>
                </a:lnTo>
                <a:lnTo>
                  <a:pt x="155841" y="155371"/>
                </a:lnTo>
                <a:lnTo>
                  <a:pt x="155841" y="349885"/>
                </a:lnTo>
                <a:close/>
              </a:path>
            </a:pathLst>
          </a:custGeom>
          <a:solidFill>
            <a:srgbClr val="44536A"/>
          </a:solidFill>
        </p:spPr>
        <p:txBody>
          <a:bodyPr wrap="square" lIns="0" tIns="0" rIns="0" bIns="0" rtlCol="0"/>
          <a:lstStyle/>
          <a:p>
            <a:endParaRPr/>
          </a:p>
        </p:txBody>
      </p:sp>
      <p:sp>
        <p:nvSpPr>
          <p:cNvPr id="6" name="object 6"/>
          <p:cNvSpPr/>
          <p:nvPr/>
        </p:nvSpPr>
        <p:spPr>
          <a:xfrm>
            <a:off x="734377" y="3591877"/>
            <a:ext cx="5555615" cy="1964055"/>
          </a:xfrm>
          <a:custGeom>
            <a:avLst/>
            <a:gdLst/>
            <a:ahLst/>
            <a:cxnLst/>
            <a:rect l="l" t="t" r="r" b="b"/>
            <a:pathLst>
              <a:path w="5555615" h="1964054">
                <a:moveTo>
                  <a:pt x="14287" y="1949704"/>
                </a:moveTo>
                <a:lnTo>
                  <a:pt x="0" y="1949704"/>
                </a:lnTo>
                <a:lnTo>
                  <a:pt x="0" y="1921129"/>
                </a:lnTo>
                <a:lnTo>
                  <a:pt x="28575" y="1921129"/>
                </a:lnTo>
                <a:lnTo>
                  <a:pt x="28575" y="1935416"/>
                </a:lnTo>
                <a:lnTo>
                  <a:pt x="14287" y="1935416"/>
                </a:lnTo>
                <a:lnTo>
                  <a:pt x="14287" y="1949704"/>
                </a:lnTo>
                <a:close/>
              </a:path>
              <a:path w="5555615" h="1964054">
                <a:moveTo>
                  <a:pt x="23050" y="1963991"/>
                </a:moveTo>
                <a:lnTo>
                  <a:pt x="14287" y="1963991"/>
                </a:lnTo>
                <a:lnTo>
                  <a:pt x="14287" y="1935416"/>
                </a:lnTo>
                <a:lnTo>
                  <a:pt x="23050" y="1935416"/>
                </a:lnTo>
                <a:lnTo>
                  <a:pt x="23050" y="1963991"/>
                </a:lnTo>
                <a:close/>
              </a:path>
              <a:path w="5555615" h="1964054">
                <a:moveTo>
                  <a:pt x="28575" y="1949704"/>
                </a:moveTo>
                <a:lnTo>
                  <a:pt x="23050" y="1949704"/>
                </a:lnTo>
                <a:lnTo>
                  <a:pt x="23050" y="1935416"/>
                </a:lnTo>
                <a:lnTo>
                  <a:pt x="28575" y="1935416"/>
                </a:lnTo>
                <a:lnTo>
                  <a:pt x="28575" y="1949704"/>
                </a:lnTo>
                <a:close/>
              </a:path>
              <a:path w="5555615" h="1964054">
                <a:moveTo>
                  <a:pt x="28575" y="1892554"/>
                </a:moveTo>
                <a:lnTo>
                  <a:pt x="0" y="1892554"/>
                </a:lnTo>
                <a:lnTo>
                  <a:pt x="0" y="1863979"/>
                </a:lnTo>
                <a:lnTo>
                  <a:pt x="28575" y="1863979"/>
                </a:lnTo>
                <a:lnTo>
                  <a:pt x="28575" y="1892554"/>
                </a:lnTo>
                <a:close/>
              </a:path>
              <a:path w="5555615" h="1964054">
                <a:moveTo>
                  <a:pt x="28575" y="1835404"/>
                </a:moveTo>
                <a:lnTo>
                  <a:pt x="0" y="1835404"/>
                </a:lnTo>
                <a:lnTo>
                  <a:pt x="0" y="1806829"/>
                </a:lnTo>
                <a:lnTo>
                  <a:pt x="28575" y="1806829"/>
                </a:lnTo>
                <a:lnTo>
                  <a:pt x="28575" y="1835404"/>
                </a:lnTo>
                <a:close/>
              </a:path>
              <a:path w="5555615" h="1964054">
                <a:moveTo>
                  <a:pt x="28575" y="1778254"/>
                </a:moveTo>
                <a:lnTo>
                  <a:pt x="0" y="1778254"/>
                </a:lnTo>
                <a:lnTo>
                  <a:pt x="0" y="1749679"/>
                </a:lnTo>
                <a:lnTo>
                  <a:pt x="28575" y="1749679"/>
                </a:lnTo>
                <a:lnTo>
                  <a:pt x="28575" y="1778254"/>
                </a:lnTo>
                <a:close/>
              </a:path>
              <a:path w="5555615" h="1964054">
                <a:moveTo>
                  <a:pt x="28575" y="1721104"/>
                </a:moveTo>
                <a:lnTo>
                  <a:pt x="0" y="1721104"/>
                </a:lnTo>
                <a:lnTo>
                  <a:pt x="0" y="1692529"/>
                </a:lnTo>
                <a:lnTo>
                  <a:pt x="28575" y="1692529"/>
                </a:lnTo>
                <a:lnTo>
                  <a:pt x="28575" y="1721104"/>
                </a:lnTo>
                <a:close/>
              </a:path>
              <a:path w="5555615" h="1964054">
                <a:moveTo>
                  <a:pt x="28575" y="1663954"/>
                </a:moveTo>
                <a:lnTo>
                  <a:pt x="0" y="1663954"/>
                </a:lnTo>
                <a:lnTo>
                  <a:pt x="0" y="1635379"/>
                </a:lnTo>
                <a:lnTo>
                  <a:pt x="28575" y="1635379"/>
                </a:lnTo>
                <a:lnTo>
                  <a:pt x="28575" y="1663954"/>
                </a:lnTo>
                <a:close/>
              </a:path>
              <a:path w="5555615" h="1964054">
                <a:moveTo>
                  <a:pt x="28575" y="1606804"/>
                </a:moveTo>
                <a:lnTo>
                  <a:pt x="0" y="1606804"/>
                </a:lnTo>
                <a:lnTo>
                  <a:pt x="0" y="1578229"/>
                </a:lnTo>
                <a:lnTo>
                  <a:pt x="28575" y="1578229"/>
                </a:lnTo>
                <a:lnTo>
                  <a:pt x="28575" y="1606804"/>
                </a:lnTo>
                <a:close/>
              </a:path>
              <a:path w="5555615" h="1964054">
                <a:moveTo>
                  <a:pt x="28575" y="1549654"/>
                </a:moveTo>
                <a:lnTo>
                  <a:pt x="0" y="1549654"/>
                </a:lnTo>
                <a:lnTo>
                  <a:pt x="0" y="1521079"/>
                </a:lnTo>
                <a:lnTo>
                  <a:pt x="28575" y="1521079"/>
                </a:lnTo>
                <a:lnTo>
                  <a:pt x="28575" y="1549654"/>
                </a:lnTo>
                <a:close/>
              </a:path>
              <a:path w="5555615" h="1964054">
                <a:moveTo>
                  <a:pt x="28575" y="1492504"/>
                </a:moveTo>
                <a:lnTo>
                  <a:pt x="0" y="1492504"/>
                </a:lnTo>
                <a:lnTo>
                  <a:pt x="0" y="1463929"/>
                </a:lnTo>
                <a:lnTo>
                  <a:pt x="28575" y="1463929"/>
                </a:lnTo>
                <a:lnTo>
                  <a:pt x="28575" y="1492504"/>
                </a:lnTo>
                <a:close/>
              </a:path>
              <a:path w="5555615" h="1964054">
                <a:moveTo>
                  <a:pt x="28575" y="1435354"/>
                </a:moveTo>
                <a:lnTo>
                  <a:pt x="0" y="1435354"/>
                </a:lnTo>
                <a:lnTo>
                  <a:pt x="0" y="1406779"/>
                </a:lnTo>
                <a:lnTo>
                  <a:pt x="28575" y="1406779"/>
                </a:lnTo>
                <a:lnTo>
                  <a:pt x="28575" y="1435354"/>
                </a:lnTo>
                <a:close/>
              </a:path>
              <a:path w="5555615" h="1964054">
                <a:moveTo>
                  <a:pt x="28575" y="1378204"/>
                </a:moveTo>
                <a:lnTo>
                  <a:pt x="0" y="1378204"/>
                </a:lnTo>
                <a:lnTo>
                  <a:pt x="0" y="1349629"/>
                </a:lnTo>
                <a:lnTo>
                  <a:pt x="28575" y="1349629"/>
                </a:lnTo>
                <a:lnTo>
                  <a:pt x="28575" y="1378204"/>
                </a:lnTo>
                <a:close/>
              </a:path>
              <a:path w="5555615" h="1964054">
                <a:moveTo>
                  <a:pt x="28575" y="1321054"/>
                </a:moveTo>
                <a:lnTo>
                  <a:pt x="0" y="1321054"/>
                </a:lnTo>
                <a:lnTo>
                  <a:pt x="0" y="1292479"/>
                </a:lnTo>
                <a:lnTo>
                  <a:pt x="28575" y="1292479"/>
                </a:lnTo>
                <a:lnTo>
                  <a:pt x="28575" y="1321054"/>
                </a:lnTo>
                <a:close/>
              </a:path>
              <a:path w="5555615" h="1964054">
                <a:moveTo>
                  <a:pt x="28575" y="1263904"/>
                </a:moveTo>
                <a:lnTo>
                  <a:pt x="0" y="1263904"/>
                </a:lnTo>
                <a:lnTo>
                  <a:pt x="0" y="1235329"/>
                </a:lnTo>
                <a:lnTo>
                  <a:pt x="28575" y="1235329"/>
                </a:lnTo>
                <a:lnTo>
                  <a:pt x="28575" y="1263904"/>
                </a:lnTo>
                <a:close/>
              </a:path>
              <a:path w="5555615" h="1964054">
                <a:moveTo>
                  <a:pt x="28575" y="1206754"/>
                </a:moveTo>
                <a:lnTo>
                  <a:pt x="0" y="1206754"/>
                </a:lnTo>
                <a:lnTo>
                  <a:pt x="0" y="1178179"/>
                </a:lnTo>
                <a:lnTo>
                  <a:pt x="28575" y="1178179"/>
                </a:lnTo>
                <a:lnTo>
                  <a:pt x="28575" y="1206754"/>
                </a:lnTo>
                <a:close/>
              </a:path>
              <a:path w="5555615" h="1964054">
                <a:moveTo>
                  <a:pt x="28575" y="1149604"/>
                </a:moveTo>
                <a:lnTo>
                  <a:pt x="0" y="1149604"/>
                </a:lnTo>
                <a:lnTo>
                  <a:pt x="0" y="1121029"/>
                </a:lnTo>
                <a:lnTo>
                  <a:pt x="28575" y="1121029"/>
                </a:lnTo>
                <a:lnTo>
                  <a:pt x="28575" y="1149604"/>
                </a:lnTo>
                <a:close/>
              </a:path>
              <a:path w="5555615" h="1964054">
                <a:moveTo>
                  <a:pt x="28575" y="1092454"/>
                </a:moveTo>
                <a:lnTo>
                  <a:pt x="0" y="1092454"/>
                </a:lnTo>
                <a:lnTo>
                  <a:pt x="0" y="1063879"/>
                </a:lnTo>
                <a:lnTo>
                  <a:pt x="28575" y="1063879"/>
                </a:lnTo>
                <a:lnTo>
                  <a:pt x="28575" y="1092454"/>
                </a:lnTo>
                <a:close/>
              </a:path>
              <a:path w="5555615" h="1964054">
                <a:moveTo>
                  <a:pt x="28575" y="1035304"/>
                </a:moveTo>
                <a:lnTo>
                  <a:pt x="0" y="1035304"/>
                </a:lnTo>
                <a:lnTo>
                  <a:pt x="0" y="1006729"/>
                </a:lnTo>
                <a:lnTo>
                  <a:pt x="28575" y="1006729"/>
                </a:lnTo>
                <a:lnTo>
                  <a:pt x="28575" y="1035304"/>
                </a:lnTo>
                <a:close/>
              </a:path>
              <a:path w="5555615" h="1964054">
                <a:moveTo>
                  <a:pt x="28575" y="978154"/>
                </a:moveTo>
                <a:lnTo>
                  <a:pt x="0" y="978154"/>
                </a:lnTo>
                <a:lnTo>
                  <a:pt x="0" y="949579"/>
                </a:lnTo>
                <a:lnTo>
                  <a:pt x="28575" y="949579"/>
                </a:lnTo>
                <a:lnTo>
                  <a:pt x="28575" y="978154"/>
                </a:lnTo>
                <a:close/>
              </a:path>
              <a:path w="5555615" h="1964054">
                <a:moveTo>
                  <a:pt x="28575" y="921004"/>
                </a:moveTo>
                <a:lnTo>
                  <a:pt x="0" y="921004"/>
                </a:lnTo>
                <a:lnTo>
                  <a:pt x="0" y="892429"/>
                </a:lnTo>
                <a:lnTo>
                  <a:pt x="28575" y="892429"/>
                </a:lnTo>
                <a:lnTo>
                  <a:pt x="28575" y="921004"/>
                </a:lnTo>
                <a:close/>
              </a:path>
              <a:path w="5555615" h="1964054">
                <a:moveTo>
                  <a:pt x="28575" y="863854"/>
                </a:moveTo>
                <a:lnTo>
                  <a:pt x="0" y="863854"/>
                </a:lnTo>
                <a:lnTo>
                  <a:pt x="0" y="835279"/>
                </a:lnTo>
                <a:lnTo>
                  <a:pt x="28575" y="835279"/>
                </a:lnTo>
                <a:lnTo>
                  <a:pt x="28575" y="863854"/>
                </a:lnTo>
                <a:close/>
              </a:path>
              <a:path w="5555615" h="1964054">
                <a:moveTo>
                  <a:pt x="28575" y="806704"/>
                </a:moveTo>
                <a:lnTo>
                  <a:pt x="0" y="806704"/>
                </a:lnTo>
                <a:lnTo>
                  <a:pt x="0" y="778129"/>
                </a:lnTo>
                <a:lnTo>
                  <a:pt x="28575" y="778129"/>
                </a:lnTo>
                <a:lnTo>
                  <a:pt x="28575" y="806704"/>
                </a:lnTo>
                <a:close/>
              </a:path>
              <a:path w="5555615" h="1964054">
                <a:moveTo>
                  <a:pt x="28575" y="749554"/>
                </a:moveTo>
                <a:lnTo>
                  <a:pt x="0" y="749554"/>
                </a:lnTo>
                <a:lnTo>
                  <a:pt x="0" y="720979"/>
                </a:lnTo>
                <a:lnTo>
                  <a:pt x="28575" y="720979"/>
                </a:lnTo>
                <a:lnTo>
                  <a:pt x="28575" y="749554"/>
                </a:lnTo>
                <a:close/>
              </a:path>
              <a:path w="5555615" h="1964054">
                <a:moveTo>
                  <a:pt x="28575" y="692404"/>
                </a:moveTo>
                <a:lnTo>
                  <a:pt x="0" y="692404"/>
                </a:lnTo>
                <a:lnTo>
                  <a:pt x="0" y="663829"/>
                </a:lnTo>
                <a:lnTo>
                  <a:pt x="28575" y="663829"/>
                </a:lnTo>
                <a:lnTo>
                  <a:pt x="28575" y="692404"/>
                </a:lnTo>
                <a:close/>
              </a:path>
              <a:path w="5555615" h="1964054">
                <a:moveTo>
                  <a:pt x="28575" y="635254"/>
                </a:moveTo>
                <a:lnTo>
                  <a:pt x="0" y="635254"/>
                </a:lnTo>
                <a:lnTo>
                  <a:pt x="0" y="606679"/>
                </a:lnTo>
                <a:lnTo>
                  <a:pt x="28575" y="606679"/>
                </a:lnTo>
                <a:lnTo>
                  <a:pt x="28575" y="635254"/>
                </a:lnTo>
                <a:close/>
              </a:path>
              <a:path w="5555615" h="1964054">
                <a:moveTo>
                  <a:pt x="28575" y="578104"/>
                </a:moveTo>
                <a:lnTo>
                  <a:pt x="0" y="578104"/>
                </a:lnTo>
                <a:lnTo>
                  <a:pt x="0" y="549529"/>
                </a:lnTo>
                <a:lnTo>
                  <a:pt x="28575" y="549529"/>
                </a:lnTo>
                <a:lnTo>
                  <a:pt x="28575" y="578104"/>
                </a:lnTo>
                <a:close/>
              </a:path>
              <a:path w="5555615" h="1964054">
                <a:moveTo>
                  <a:pt x="28575" y="520954"/>
                </a:moveTo>
                <a:lnTo>
                  <a:pt x="0" y="520954"/>
                </a:lnTo>
                <a:lnTo>
                  <a:pt x="0" y="492379"/>
                </a:lnTo>
                <a:lnTo>
                  <a:pt x="28575" y="492379"/>
                </a:lnTo>
                <a:lnTo>
                  <a:pt x="28575" y="520954"/>
                </a:lnTo>
                <a:close/>
              </a:path>
              <a:path w="5555615" h="1964054">
                <a:moveTo>
                  <a:pt x="28575" y="463804"/>
                </a:moveTo>
                <a:lnTo>
                  <a:pt x="0" y="463804"/>
                </a:lnTo>
                <a:lnTo>
                  <a:pt x="0" y="435229"/>
                </a:lnTo>
                <a:lnTo>
                  <a:pt x="28575" y="435229"/>
                </a:lnTo>
                <a:lnTo>
                  <a:pt x="28575" y="463804"/>
                </a:lnTo>
                <a:close/>
              </a:path>
              <a:path w="5555615" h="1964054">
                <a:moveTo>
                  <a:pt x="28575" y="406654"/>
                </a:moveTo>
                <a:lnTo>
                  <a:pt x="0" y="406654"/>
                </a:lnTo>
                <a:lnTo>
                  <a:pt x="0" y="378079"/>
                </a:lnTo>
                <a:lnTo>
                  <a:pt x="28575" y="378079"/>
                </a:lnTo>
                <a:lnTo>
                  <a:pt x="28575" y="406654"/>
                </a:lnTo>
                <a:close/>
              </a:path>
              <a:path w="5555615" h="1964054">
                <a:moveTo>
                  <a:pt x="28575" y="349504"/>
                </a:moveTo>
                <a:lnTo>
                  <a:pt x="0" y="349504"/>
                </a:lnTo>
                <a:lnTo>
                  <a:pt x="0" y="320929"/>
                </a:lnTo>
                <a:lnTo>
                  <a:pt x="28575" y="320929"/>
                </a:lnTo>
                <a:lnTo>
                  <a:pt x="28575" y="349504"/>
                </a:lnTo>
                <a:close/>
              </a:path>
              <a:path w="5555615" h="1964054">
                <a:moveTo>
                  <a:pt x="28575" y="292354"/>
                </a:moveTo>
                <a:lnTo>
                  <a:pt x="0" y="292354"/>
                </a:lnTo>
                <a:lnTo>
                  <a:pt x="0" y="263779"/>
                </a:lnTo>
                <a:lnTo>
                  <a:pt x="28575" y="263779"/>
                </a:lnTo>
                <a:lnTo>
                  <a:pt x="28575" y="292354"/>
                </a:lnTo>
                <a:close/>
              </a:path>
              <a:path w="5555615" h="1964054">
                <a:moveTo>
                  <a:pt x="28575" y="235204"/>
                </a:moveTo>
                <a:lnTo>
                  <a:pt x="0" y="235204"/>
                </a:lnTo>
                <a:lnTo>
                  <a:pt x="0" y="206629"/>
                </a:lnTo>
                <a:lnTo>
                  <a:pt x="28575" y="206629"/>
                </a:lnTo>
                <a:lnTo>
                  <a:pt x="28575" y="235204"/>
                </a:lnTo>
                <a:close/>
              </a:path>
              <a:path w="5555615" h="1964054">
                <a:moveTo>
                  <a:pt x="28575" y="178054"/>
                </a:moveTo>
                <a:lnTo>
                  <a:pt x="0" y="178054"/>
                </a:lnTo>
                <a:lnTo>
                  <a:pt x="0" y="149479"/>
                </a:lnTo>
                <a:lnTo>
                  <a:pt x="28575" y="149479"/>
                </a:lnTo>
                <a:lnTo>
                  <a:pt x="28575" y="178054"/>
                </a:lnTo>
                <a:close/>
              </a:path>
              <a:path w="5555615" h="1964054">
                <a:moveTo>
                  <a:pt x="28575" y="120904"/>
                </a:moveTo>
                <a:lnTo>
                  <a:pt x="0" y="120904"/>
                </a:lnTo>
                <a:lnTo>
                  <a:pt x="0" y="92329"/>
                </a:lnTo>
                <a:lnTo>
                  <a:pt x="28575" y="92329"/>
                </a:lnTo>
                <a:lnTo>
                  <a:pt x="28575" y="120904"/>
                </a:lnTo>
                <a:close/>
              </a:path>
              <a:path w="5555615" h="1964054">
                <a:moveTo>
                  <a:pt x="28575" y="63754"/>
                </a:moveTo>
                <a:lnTo>
                  <a:pt x="0" y="63754"/>
                </a:lnTo>
                <a:lnTo>
                  <a:pt x="0" y="35179"/>
                </a:lnTo>
                <a:lnTo>
                  <a:pt x="28575" y="35179"/>
                </a:lnTo>
                <a:lnTo>
                  <a:pt x="28575" y="63754"/>
                </a:lnTo>
                <a:close/>
              </a:path>
              <a:path w="5555615" h="1964054">
                <a:moveTo>
                  <a:pt x="50545" y="28575"/>
                </a:moveTo>
                <a:lnTo>
                  <a:pt x="21970" y="28575"/>
                </a:lnTo>
                <a:lnTo>
                  <a:pt x="21970" y="0"/>
                </a:lnTo>
                <a:lnTo>
                  <a:pt x="50545" y="0"/>
                </a:lnTo>
                <a:lnTo>
                  <a:pt x="50545" y="28575"/>
                </a:lnTo>
                <a:close/>
              </a:path>
              <a:path w="5555615" h="1964054">
                <a:moveTo>
                  <a:pt x="107696" y="28575"/>
                </a:moveTo>
                <a:lnTo>
                  <a:pt x="79121" y="28575"/>
                </a:lnTo>
                <a:lnTo>
                  <a:pt x="79121" y="0"/>
                </a:lnTo>
                <a:lnTo>
                  <a:pt x="107696" y="0"/>
                </a:lnTo>
                <a:lnTo>
                  <a:pt x="107696" y="28575"/>
                </a:lnTo>
                <a:close/>
              </a:path>
              <a:path w="5555615" h="1964054">
                <a:moveTo>
                  <a:pt x="164846" y="28575"/>
                </a:moveTo>
                <a:lnTo>
                  <a:pt x="136271" y="28575"/>
                </a:lnTo>
                <a:lnTo>
                  <a:pt x="136271" y="0"/>
                </a:lnTo>
                <a:lnTo>
                  <a:pt x="164846" y="0"/>
                </a:lnTo>
                <a:lnTo>
                  <a:pt x="164846" y="28575"/>
                </a:lnTo>
                <a:close/>
              </a:path>
              <a:path w="5555615" h="1964054">
                <a:moveTo>
                  <a:pt x="221996" y="28575"/>
                </a:moveTo>
                <a:lnTo>
                  <a:pt x="193421" y="28575"/>
                </a:lnTo>
                <a:lnTo>
                  <a:pt x="193421" y="0"/>
                </a:lnTo>
                <a:lnTo>
                  <a:pt x="221996" y="0"/>
                </a:lnTo>
                <a:lnTo>
                  <a:pt x="221996" y="28575"/>
                </a:lnTo>
                <a:close/>
              </a:path>
              <a:path w="5555615" h="1964054">
                <a:moveTo>
                  <a:pt x="279146" y="28575"/>
                </a:moveTo>
                <a:lnTo>
                  <a:pt x="250571" y="28575"/>
                </a:lnTo>
                <a:lnTo>
                  <a:pt x="250571" y="0"/>
                </a:lnTo>
                <a:lnTo>
                  <a:pt x="279146" y="0"/>
                </a:lnTo>
                <a:lnTo>
                  <a:pt x="279146" y="28575"/>
                </a:lnTo>
                <a:close/>
              </a:path>
              <a:path w="5555615" h="1964054">
                <a:moveTo>
                  <a:pt x="336296" y="28575"/>
                </a:moveTo>
                <a:lnTo>
                  <a:pt x="307721" y="28575"/>
                </a:lnTo>
                <a:lnTo>
                  <a:pt x="307721" y="0"/>
                </a:lnTo>
                <a:lnTo>
                  <a:pt x="336296" y="0"/>
                </a:lnTo>
                <a:lnTo>
                  <a:pt x="336296" y="28575"/>
                </a:lnTo>
                <a:close/>
              </a:path>
              <a:path w="5555615" h="1964054">
                <a:moveTo>
                  <a:pt x="393446" y="28575"/>
                </a:moveTo>
                <a:lnTo>
                  <a:pt x="364871" y="28575"/>
                </a:lnTo>
                <a:lnTo>
                  <a:pt x="364871" y="0"/>
                </a:lnTo>
                <a:lnTo>
                  <a:pt x="393446" y="0"/>
                </a:lnTo>
                <a:lnTo>
                  <a:pt x="393446" y="28575"/>
                </a:lnTo>
                <a:close/>
              </a:path>
              <a:path w="5555615" h="1964054">
                <a:moveTo>
                  <a:pt x="450596" y="28575"/>
                </a:moveTo>
                <a:lnTo>
                  <a:pt x="422021" y="28575"/>
                </a:lnTo>
                <a:lnTo>
                  <a:pt x="422021" y="0"/>
                </a:lnTo>
                <a:lnTo>
                  <a:pt x="450596" y="0"/>
                </a:lnTo>
                <a:lnTo>
                  <a:pt x="450596" y="28575"/>
                </a:lnTo>
                <a:close/>
              </a:path>
              <a:path w="5555615" h="1964054">
                <a:moveTo>
                  <a:pt x="507746" y="28575"/>
                </a:moveTo>
                <a:lnTo>
                  <a:pt x="479171" y="28575"/>
                </a:lnTo>
                <a:lnTo>
                  <a:pt x="479171" y="0"/>
                </a:lnTo>
                <a:lnTo>
                  <a:pt x="507746" y="0"/>
                </a:lnTo>
                <a:lnTo>
                  <a:pt x="507746" y="28575"/>
                </a:lnTo>
                <a:close/>
              </a:path>
              <a:path w="5555615" h="1964054">
                <a:moveTo>
                  <a:pt x="564896" y="28575"/>
                </a:moveTo>
                <a:lnTo>
                  <a:pt x="536321" y="28575"/>
                </a:lnTo>
                <a:lnTo>
                  <a:pt x="536321" y="0"/>
                </a:lnTo>
                <a:lnTo>
                  <a:pt x="564896" y="0"/>
                </a:lnTo>
                <a:lnTo>
                  <a:pt x="564896" y="28575"/>
                </a:lnTo>
                <a:close/>
              </a:path>
              <a:path w="5555615" h="1964054">
                <a:moveTo>
                  <a:pt x="622046" y="28575"/>
                </a:moveTo>
                <a:lnTo>
                  <a:pt x="593471" y="28575"/>
                </a:lnTo>
                <a:lnTo>
                  <a:pt x="593471" y="0"/>
                </a:lnTo>
                <a:lnTo>
                  <a:pt x="622046" y="0"/>
                </a:lnTo>
                <a:lnTo>
                  <a:pt x="622046" y="28575"/>
                </a:lnTo>
                <a:close/>
              </a:path>
              <a:path w="5555615" h="1964054">
                <a:moveTo>
                  <a:pt x="679196" y="28575"/>
                </a:moveTo>
                <a:lnTo>
                  <a:pt x="650621" y="28575"/>
                </a:lnTo>
                <a:lnTo>
                  <a:pt x="650621" y="0"/>
                </a:lnTo>
                <a:lnTo>
                  <a:pt x="679196" y="0"/>
                </a:lnTo>
                <a:lnTo>
                  <a:pt x="679196" y="28575"/>
                </a:lnTo>
                <a:close/>
              </a:path>
              <a:path w="5555615" h="1964054">
                <a:moveTo>
                  <a:pt x="736346" y="28575"/>
                </a:moveTo>
                <a:lnTo>
                  <a:pt x="707771" y="28575"/>
                </a:lnTo>
                <a:lnTo>
                  <a:pt x="707771" y="0"/>
                </a:lnTo>
                <a:lnTo>
                  <a:pt x="736346" y="0"/>
                </a:lnTo>
                <a:lnTo>
                  <a:pt x="736346" y="28575"/>
                </a:lnTo>
                <a:close/>
              </a:path>
              <a:path w="5555615" h="1964054">
                <a:moveTo>
                  <a:pt x="793496" y="28575"/>
                </a:moveTo>
                <a:lnTo>
                  <a:pt x="764921" y="28575"/>
                </a:lnTo>
                <a:lnTo>
                  <a:pt x="764921" y="0"/>
                </a:lnTo>
                <a:lnTo>
                  <a:pt x="793496" y="0"/>
                </a:lnTo>
                <a:lnTo>
                  <a:pt x="793496" y="28575"/>
                </a:lnTo>
                <a:close/>
              </a:path>
              <a:path w="5555615" h="1964054">
                <a:moveTo>
                  <a:pt x="850646" y="28575"/>
                </a:moveTo>
                <a:lnTo>
                  <a:pt x="822071" y="28575"/>
                </a:lnTo>
                <a:lnTo>
                  <a:pt x="822071" y="0"/>
                </a:lnTo>
                <a:lnTo>
                  <a:pt x="850646" y="0"/>
                </a:lnTo>
                <a:lnTo>
                  <a:pt x="850646" y="28575"/>
                </a:lnTo>
                <a:close/>
              </a:path>
              <a:path w="5555615" h="1964054">
                <a:moveTo>
                  <a:pt x="907796" y="28575"/>
                </a:moveTo>
                <a:lnTo>
                  <a:pt x="879221" y="28575"/>
                </a:lnTo>
                <a:lnTo>
                  <a:pt x="879221" y="0"/>
                </a:lnTo>
                <a:lnTo>
                  <a:pt x="907796" y="0"/>
                </a:lnTo>
                <a:lnTo>
                  <a:pt x="907796" y="28575"/>
                </a:lnTo>
                <a:close/>
              </a:path>
              <a:path w="5555615" h="1964054">
                <a:moveTo>
                  <a:pt x="964946" y="28575"/>
                </a:moveTo>
                <a:lnTo>
                  <a:pt x="936371" y="28575"/>
                </a:lnTo>
                <a:lnTo>
                  <a:pt x="936371" y="0"/>
                </a:lnTo>
                <a:lnTo>
                  <a:pt x="964946" y="0"/>
                </a:lnTo>
                <a:lnTo>
                  <a:pt x="964946" y="28575"/>
                </a:lnTo>
                <a:close/>
              </a:path>
              <a:path w="5555615" h="1964054">
                <a:moveTo>
                  <a:pt x="1022096" y="28575"/>
                </a:moveTo>
                <a:lnTo>
                  <a:pt x="993521" y="28575"/>
                </a:lnTo>
                <a:lnTo>
                  <a:pt x="993521" y="0"/>
                </a:lnTo>
                <a:lnTo>
                  <a:pt x="1022096" y="0"/>
                </a:lnTo>
                <a:lnTo>
                  <a:pt x="1022096" y="28575"/>
                </a:lnTo>
                <a:close/>
              </a:path>
              <a:path w="5555615" h="1964054">
                <a:moveTo>
                  <a:pt x="1079246" y="28575"/>
                </a:moveTo>
                <a:lnTo>
                  <a:pt x="1050671" y="28575"/>
                </a:lnTo>
                <a:lnTo>
                  <a:pt x="1050671" y="0"/>
                </a:lnTo>
                <a:lnTo>
                  <a:pt x="1079246" y="0"/>
                </a:lnTo>
                <a:lnTo>
                  <a:pt x="1079246" y="28575"/>
                </a:lnTo>
                <a:close/>
              </a:path>
              <a:path w="5555615" h="1964054">
                <a:moveTo>
                  <a:pt x="1136396" y="28575"/>
                </a:moveTo>
                <a:lnTo>
                  <a:pt x="1107821" y="28575"/>
                </a:lnTo>
                <a:lnTo>
                  <a:pt x="1107821" y="0"/>
                </a:lnTo>
                <a:lnTo>
                  <a:pt x="1136396" y="0"/>
                </a:lnTo>
                <a:lnTo>
                  <a:pt x="1136396" y="28575"/>
                </a:lnTo>
                <a:close/>
              </a:path>
              <a:path w="5555615" h="1964054">
                <a:moveTo>
                  <a:pt x="1193546" y="28575"/>
                </a:moveTo>
                <a:lnTo>
                  <a:pt x="1164971" y="28575"/>
                </a:lnTo>
                <a:lnTo>
                  <a:pt x="1164971" y="0"/>
                </a:lnTo>
                <a:lnTo>
                  <a:pt x="1193546" y="0"/>
                </a:lnTo>
                <a:lnTo>
                  <a:pt x="1193546" y="28575"/>
                </a:lnTo>
                <a:close/>
              </a:path>
              <a:path w="5555615" h="1964054">
                <a:moveTo>
                  <a:pt x="1250696" y="28575"/>
                </a:moveTo>
                <a:lnTo>
                  <a:pt x="1222121" y="28575"/>
                </a:lnTo>
                <a:lnTo>
                  <a:pt x="1222121" y="0"/>
                </a:lnTo>
                <a:lnTo>
                  <a:pt x="1250696" y="0"/>
                </a:lnTo>
                <a:lnTo>
                  <a:pt x="1250696" y="28575"/>
                </a:lnTo>
                <a:close/>
              </a:path>
              <a:path w="5555615" h="1964054">
                <a:moveTo>
                  <a:pt x="1307846" y="28575"/>
                </a:moveTo>
                <a:lnTo>
                  <a:pt x="1279271" y="28575"/>
                </a:lnTo>
                <a:lnTo>
                  <a:pt x="1279271" y="0"/>
                </a:lnTo>
                <a:lnTo>
                  <a:pt x="1307846" y="0"/>
                </a:lnTo>
                <a:lnTo>
                  <a:pt x="1307846" y="28575"/>
                </a:lnTo>
                <a:close/>
              </a:path>
              <a:path w="5555615" h="1964054">
                <a:moveTo>
                  <a:pt x="1364996" y="28575"/>
                </a:moveTo>
                <a:lnTo>
                  <a:pt x="1336421" y="28575"/>
                </a:lnTo>
                <a:lnTo>
                  <a:pt x="1336421" y="0"/>
                </a:lnTo>
                <a:lnTo>
                  <a:pt x="1364996" y="0"/>
                </a:lnTo>
                <a:lnTo>
                  <a:pt x="1364996" y="28575"/>
                </a:lnTo>
                <a:close/>
              </a:path>
              <a:path w="5555615" h="1964054">
                <a:moveTo>
                  <a:pt x="1422146" y="28575"/>
                </a:moveTo>
                <a:lnTo>
                  <a:pt x="1393571" y="28575"/>
                </a:lnTo>
                <a:lnTo>
                  <a:pt x="1393571" y="0"/>
                </a:lnTo>
                <a:lnTo>
                  <a:pt x="1422146" y="0"/>
                </a:lnTo>
                <a:lnTo>
                  <a:pt x="1422146" y="28575"/>
                </a:lnTo>
                <a:close/>
              </a:path>
              <a:path w="5555615" h="1964054">
                <a:moveTo>
                  <a:pt x="1479296" y="28575"/>
                </a:moveTo>
                <a:lnTo>
                  <a:pt x="1450721" y="28575"/>
                </a:lnTo>
                <a:lnTo>
                  <a:pt x="1450721" y="0"/>
                </a:lnTo>
                <a:lnTo>
                  <a:pt x="1479296" y="0"/>
                </a:lnTo>
                <a:lnTo>
                  <a:pt x="1479296" y="28575"/>
                </a:lnTo>
                <a:close/>
              </a:path>
              <a:path w="5555615" h="1964054">
                <a:moveTo>
                  <a:pt x="1536446" y="28575"/>
                </a:moveTo>
                <a:lnTo>
                  <a:pt x="1507871" y="28575"/>
                </a:lnTo>
                <a:lnTo>
                  <a:pt x="1507871" y="0"/>
                </a:lnTo>
                <a:lnTo>
                  <a:pt x="1536446" y="0"/>
                </a:lnTo>
                <a:lnTo>
                  <a:pt x="1536446" y="28575"/>
                </a:lnTo>
                <a:close/>
              </a:path>
              <a:path w="5555615" h="1964054">
                <a:moveTo>
                  <a:pt x="1593596" y="28575"/>
                </a:moveTo>
                <a:lnTo>
                  <a:pt x="1565021" y="28575"/>
                </a:lnTo>
                <a:lnTo>
                  <a:pt x="1565021" y="0"/>
                </a:lnTo>
                <a:lnTo>
                  <a:pt x="1593596" y="0"/>
                </a:lnTo>
                <a:lnTo>
                  <a:pt x="1593596" y="28575"/>
                </a:lnTo>
                <a:close/>
              </a:path>
              <a:path w="5555615" h="1964054">
                <a:moveTo>
                  <a:pt x="1650746" y="28575"/>
                </a:moveTo>
                <a:lnTo>
                  <a:pt x="1622171" y="28575"/>
                </a:lnTo>
                <a:lnTo>
                  <a:pt x="1622171" y="0"/>
                </a:lnTo>
                <a:lnTo>
                  <a:pt x="1650746" y="0"/>
                </a:lnTo>
                <a:lnTo>
                  <a:pt x="1650746" y="28575"/>
                </a:lnTo>
                <a:close/>
              </a:path>
              <a:path w="5555615" h="1964054">
                <a:moveTo>
                  <a:pt x="1707896" y="28575"/>
                </a:moveTo>
                <a:lnTo>
                  <a:pt x="1679321" y="28575"/>
                </a:lnTo>
                <a:lnTo>
                  <a:pt x="1679321" y="0"/>
                </a:lnTo>
                <a:lnTo>
                  <a:pt x="1707896" y="0"/>
                </a:lnTo>
                <a:lnTo>
                  <a:pt x="1707896" y="28575"/>
                </a:lnTo>
                <a:close/>
              </a:path>
              <a:path w="5555615" h="1964054">
                <a:moveTo>
                  <a:pt x="1765046" y="28575"/>
                </a:moveTo>
                <a:lnTo>
                  <a:pt x="1736471" y="28575"/>
                </a:lnTo>
                <a:lnTo>
                  <a:pt x="1736471" y="0"/>
                </a:lnTo>
                <a:lnTo>
                  <a:pt x="1765046" y="0"/>
                </a:lnTo>
                <a:lnTo>
                  <a:pt x="1765046" y="28575"/>
                </a:lnTo>
                <a:close/>
              </a:path>
              <a:path w="5555615" h="1964054">
                <a:moveTo>
                  <a:pt x="1822196" y="28575"/>
                </a:moveTo>
                <a:lnTo>
                  <a:pt x="1793621" y="28575"/>
                </a:lnTo>
                <a:lnTo>
                  <a:pt x="1793621" y="0"/>
                </a:lnTo>
                <a:lnTo>
                  <a:pt x="1822196" y="0"/>
                </a:lnTo>
                <a:lnTo>
                  <a:pt x="1822196" y="28575"/>
                </a:lnTo>
                <a:close/>
              </a:path>
              <a:path w="5555615" h="1964054">
                <a:moveTo>
                  <a:pt x="1879346" y="28575"/>
                </a:moveTo>
                <a:lnTo>
                  <a:pt x="1850771" y="28575"/>
                </a:lnTo>
                <a:lnTo>
                  <a:pt x="1850771" y="0"/>
                </a:lnTo>
                <a:lnTo>
                  <a:pt x="1879346" y="0"/>
                </a:lnTo>
                <a:lnTo>
                  <a:pt x="1879346" y="28575"/>
                </a:lnTo>
                <a:close/>
              </a:path>
              <a:path w="5555615" h="1964054">
                <a:moveTo>
                  <a:pt x="1936496" y="28575"/>
                </a:moveTo>
                <a:lnTo>
                  <a:pt x="1907921" y="28575"/>
                </a:lnTo>
                <a:lnTo>
                  <a:pt x="1907921" y="0"/>
                </a:lnTo>
                <a:lnTo>
                  <a:pt x="1936496" y="0"/>
                </a:lnTo>
                <a:lnTo>
                  <a:pt x="1936496" y="28575"/>
                </a:lnTo>
                <a:close/>
              </a:path>
              <a:path w="5555615" h="1964054">
                <a:moveTo>
                  <a:pt x="1993646" y="28575"/>
                </a:moveTo>
                <a:lnTo>
                  <a:pt x="1965071" y="28575"/>
                </a:lnTo>
                <a:lnTo>
                  <a:pt x="1965071" y="0"/>
                </a:lnTo>
                <a:lnTo>
                  <a:pt x="1993646" y="0"/>
                </a:lnTo>
                <a:lnTo>
                  <a:pt x="1993646" y="28575"/>
                </a:lnTo>
                <a:close/>
              </a:path>
              <a:path w="5555615" h="1964054">
                <a:moveTo>
                  <a:pt x="2050796" y="28575"/>
                </a:moveTo>
                <a:lnTo>
                  <a:pt x="2022221" y="28575"/>
                </a:lnTo>
                <a:lnTo>
                  <a:pt x="2022221" y="0"/>
                </a:lnTo>
                <a:lnTo>
                  <a:pt x="2050796" y="0"/>
                </a:lnTo>
                <a:lnTo>
                  <a:pt x="2050796" y="28575"/>
                </a:lnTo>
                <a:close/>
              </a:path>
              <a:path w="5555615" h="1964054">
                <a:moveTo>
                  <a:pt x="2107946" y="28575"/>
                </a:moveTo>
                <a:lnTo>
                  <a:pt x="2079371" y="28575"/>
                </a:lnTo>
                <a:lnTo>
                  <a:pt x="2079371" y="0"/>
                </a:lnTo>
                <a:lnTo>
                  <a:pt x="2107946" y="0"/>
                </a:lnTo>
                <a:lnTo>
                  <a:pt x="2107946" y="28575"/>
                </a:lnTo>
                <a:close/>
              </a:path>
              <a:path w="5555615" h="1964054">
                <a:moveTo>
                  <a:pt x="2165096" y="28575"/>
                </a:moveTo>
                <a:lnTo>
                  <a:pt x="2136521" y="28575"/>
                </a:lnTo>
                <a:lnTo>
                  <a:pt x="2136521" y="0"/>
                </a:lnTo>
                <a:lnTo>
                  <a:pt x="2165096" y="0"/>
                </a:lnTo>
                <a:lnTo>
                  <a:pt x="2165096" y="28575"/>
                </a:lnTo>
                <a:close/>
              </a:path>
              <a:path w="5555615" h="1964054">
                <a:moveTo>
                  <a:pt x="2222246" y="28575"/>
                </a:moveTo>
                <a:lnTo>
                  <a:pt x="2193671" y="28575"/>
                </a:lnTo>
                <a:lnTo>
                  <a:pt x="2193671" y="0"/>
                </a:lnTo>
                <a:lnTo>
                  <a:pt x="2222246" y="0"/>
                </a:lnTo>
                <a:lnTo>
                  <a:pt x="2222246" y="28575"/>
                </a:lnTo>
                <a:close/>
              </a:path>
              <a:path w="5555615" h="1964054">
                <a:moveTo>
                  <a:pt x="2279396" y="28575"/>
                </a:moveTo>
                <a:lnTo>
                  <a:pt x="2250821" y="28575"/>
                </a:lnTo>
                <a:lnTo>
                  <a:pt x="2250821" y="0"/>
                </a:lnTo>
                <a:lnTo>
                  <a:pt x="2279396" y="0"/>
                </a:lnTo>
                <a:lnTo>
                  <a:pt x="2279396" y="28575"/>
                </a:lnTo>
                <a:close/>
              </a:path>
              <a:path w="5555615" h="1964054">
                <a:moveTo>
                  <a:pt x="2336546" y="28575"/>
                </a:moveTo>
                <a:lnTo>
                  <a:pt x="2307971" y="28575"/>
                </a:lnTo>
                <a:lnTo>
                  <a:pt x="2307971" y="0"/>
                </a:lnTo>
                <a:lnTo>
                  <a:pt x="2336546" y="0"/>
                </a:lnTo>
                <a:lnTo>
                  <a:pt x="2336546" y="28575"/>
                </a:lnTo>
                <a:close/>
              </a:path>
              <a:path w="5555615" h="1964054">
                <a:moveTo>
                  <a:pt x="2393696" y="28575"/>
                </a:moveTo>
                <a:lnTo>
                  <a:pt x="2365121" y="28575"/>
                </a:lnTo>
                <a:lnTo>
                  <a:pt x="2365121" y="0"/>
                </a:lnTo>
                <a:lnTo>
                  <a:pt x="2393696" y="0"/>
                </a:lnTo>
                <a:lnTo>
                  <a:pt x="2393696" y="28575"/>
                </a:lnTo>
                <a:close/>
              </a:path>
              <a:path w="5555615" h="1964054">
                <a:moveTo>
                  <a:pt x="2450846" y="28575"/>
                </a:moveTo>
                <a:lnTo>
                  <a:pt x="2422271" y="28575"/>
                </a:lnTo>
                <a:lnTo>
                  <a:pt x="2422271" y="0"/>
                </a:lnTo>
                <a:lnTo>
                  <a:pt x="2450846" y="0"/>
                </a:lnTo>
                <a:lnTo>
                  <a:pt x="2450846" y="28575"/>
                </a:lnTo>
                <a:close/>
              </a:path>
              <a:path w="5555615" h="1964054">
                <a:moveTo>
                  <a:pt x="2507996" y="28575"/>
                </a:moveTo>
                <a:lnTo>
                  <a:pt x="2479421" y="28575"/>
                </a:lnTo>
                <a:lnTo>
                  <a:pt x="2479421" y="0"/>
                </a:lnTo>
                <a:lnTo>
                  <a:pt x="2507996" y="0"/>
                </a:lnTo>
                <a:lnTo>
                  <a:pt x="2507996" y="28575"/>
                </a:lnTo>
                <a:close/>
              </a:path>
              <a:path w="5555615" h="1964054">
                <a:moveTo>
                  <a:pt x="2565146" y="28575"/>
                </a:moveTo>
                <a:lnTo>
                  <a:pt x="2536571" y="28575"/>
                </a:lnTo>
                <a:lnTo>
                  <a:pt x="2536571" y="0"/>
                </a:lnTo>
                <a:lnTo>
                  <a:pt x="2565146" y="0"/>
                </a:lnTo>
                <a:lnTo>
                  <a:pt x="2565146" y="28575"/>
                </a:lnTo>
                <a:close/>
              </a:path>
              <a:path w="5555615" h="1964054">
                <a:moveTo>
                  <a:pt x="2622296" y="28575"/>
                </a:moveTo>
                <a:lnTo>
                  <a:pt x="2593721" y="28575"/>
                </a:lnTo>
                <a:lnTo>
                  <a:pt x="2593721" y="0"/>
                </a:lnTo>
                <a:lnTo>
                  <a:pt x="2622296" y="0"/>
                </a:lnTo>
                <a:lnTo>
                  <a:pt x="2622296" y="28575"/>
                </a:lnTo>
                <a:close/>
              </a:path>
              <a:path w="5555615" h="1964054">
                <a:moveTo>
                  <a:pt x="2679446" y="28575"/>
                </a:moveTo>
                <a:lnTo>
                  <a:pt x="2650871" y="28575"/>
                </a:lnTo>
                <a:lnTo>
                  <a:pt x="2650871" y="0"/>
                </a:lnTo>
                <a:lnTo>
                  <a:pt x="2679446" y="0"/>
                </a:lnTo>
                <a:lnTo>
                  <a:pt x="2679446" y="28575"/>
                </a:lnTo>
                <a:close/>
              </a:path>
              <a:path w="5555615" h="1964054">
                <a:moveTo>
                  <a:pt x="2736596" y="28575"/>
                </a:moveTo>
                <a:lnTo>
                  <a:pt x="2708021" y="28575"/>
                </a:lnTo>
                <a:lnTo>
                  <a:pt x="2708021" y="0"/>
                </a:lnTo>
                <a:lnTo>
                  <a:pt x="2736596" y="0"/>
                </a:lnTo>
                <a:lnTo>
                  <a:pt x="2736596" y="28575"/>
                </a:lnTo>
                <a:close/>
              </a:path>
              <a:path w="5555615" h="1964054">
                <a:moveTo>
                  <a:pt x="2793746" y="28575"/>
                </a:moveTo>
                <a:lnTo>
                  <a:pt x="2765171" y="28575"/>
                </a:lnTo>
                <a:lnTo>
                  <a:pt x="2765171" y="0"/>
                </a:lnTo>
                <a:lnTo>
                  <a:pt x="2793746" y="0"/>
                </a:lnTo>
                <a:lnTo>
                  <a:pt x="2793746" y="28575"/>
                </a:lnTo>
                <a:close/>
              </a:path>
              <a:path w="5555615" h="1964054">
                <a:moveTo>
                  <a:pt x="2850896" y="28575"/>
                </a:moveTo>
                <a:lnTo>
                  <a:pt x="2822321" y="28575"/>
                </a:lnTo>
                <a:lnTo>
                  <a:pt x="2822321" y="0"/>
                </a:lnTo>
                <a:lnTo>
                  <a:pt x="2850896" y="0"/>
                </a:lnTo>
                <a:lnTo>
                  <a:pt x="2850896" y="28575"/>
                </a:lnTo>
                <a:close/>
              </a:path>
              <a:path w="5555615" h="1964054">
                <a:moveTo>
                  <a:pt x="2908046" y="28575"/>
                </a:moveTo>
                <a:lnTo>
                  <a:pt x="2879471" y="28575"/>
                </a:lnTo>
                <a:lnTo>
                  <a:pt x="2879471" y="0"/>
                </a:lnTo>
                <a:lnTo>
                  <a:pt x="2908046" y="0"/>
                </a:lnTo>
                <a:lnTo>
                  <a:pt x="2908046" y="28575"/>
                </a:lnTo>
                <a:close/>
              </a:path>
              <a:path w="5555615" h="1964054">
                <a:moveTo>
                  <a:pt x="2965196" y="28575"/>
                </a:moveTo>
                <a:lnTo>
                  <a:pt x="2936621" y="28575"/>
                </a:lnTo>
                <a:lnTo>
                  <a:pt x="2936621" y="0"/>
                </a:lnTo>
                <a:lnTo>
                  <a:pt x="2965196" y="0"/>
                </a:lnTo>
                <a:lnTo>
                  <a:pt x="2965196" y="28575"/>
                </a:lnTo>
                <a:close/>
              </a:path>
              <a:path w="5555615" h="1964054">
                <a:moveTo>
                  <a:pt x="3022346" y="28575"/>
                </a:moveTo>
                <a:lnTo>
                  <a:pt x="2993771" y="28575"/>
                </a:lnTo>
                <a:lnTo>
                  <a:pt x="2993771" y="0"/>
                </a:lnTo>
                <a:lnTo>
                  <a:pt x="3022346" y="0"/>
                </a:lnTo>
                <a:lnTo>
                  <a:pt x="3022346" y="28575"/>
                </a:lnTo>
                <a:close/>
              </a:path>
              <a:path w="5555615" h="1964054">
                <a:moveTo>
                  <a:pt x="3079496" y="28575"/>
                </a:moveTo>
                <a:lnTo>
                  <a:pt x="3050921" y="28575"/>
                </a:lnTo>
                <a:lnTo>
                  <a:pt x="3050921" y="0"/>
                </a:lnTo>
                <a:lnTo>
                  <a:pt x="3079496" y="0"/>
                </a:lnTo>
                <a:lnTo>
                  <a:pt x="3079496" y="28575"/>
                </a:lnTo>
                <a:close/>
              </a:path>
              <a:path w="5555615" h="1964054">
                <a:moveTo>
                  <a:pt x="3136646" y="28575"/>
                </a:moveTo>
                <a:lnTo>
                  <a:pt x="3108071" y="28575"/>
                </a:lnTo>
                <a:lnTo>
                  <a:pt x="3108071" y="0"/>
                </a:lnTo>
                <a:lnTo>
                  <a:pt x="3136646" y="0"/>
                </a:lnTo>
                <a:lnTo>
                  <a:pt x="3136646" y="28575"/>
                </a:lnTo>
                <a:close/>
              </a:path>
              <a:path w="5555615" h="1964054">
                <a:moveTo>
                  <a:pt x="3193796" y="28575"/>
                </a:moveTo>
                <a:lnTo>
                  <a:pt x="3165221" y="28575"/>
                </a:lnTo>
                <a:lnTo>
                  <a:pt x="3165221" y="0"/>
                </a:lnTo>
                <a:lnTo>
                  <a:pt x="3193796" y="0"/>
                </a:lnTo>
                <a:lnTo>
                  <a:pt x="3193796" y="28575"/>
                </a:lnTo>
                <a:close/>
              </a:path>
              <a:path w="5555615" h="1964054">
                <a:moveTo>
                  <a:pt x="3250946" y="28575"/>
                </a:moveTo>
                <a:lnTo>
                  <a:pt x="3222371" y="28575"/>
                </a:lnTo>
                <a:lnTo>
                  <a:pt x="3222371" y="0"/>
                </a:lnTo>
                <a:lnTo>
                  <a:pt x="3250946" y="0"/>
                </a:lnTo>
                <a:lnTo>
                  <a:pt x="3250946" y="28575"/>
                </a:lnTo>
                <a:close/>
              </a:path>
              <a:path w="5555615" h="1964054">
                <a:moveTo>
                  <a:pt x="3308096" y="28575"/>
                </a:moveTo>
                <a:lnTo>
                  <a:pt x="3279521" y="28575"/>
                </a:lnTo>
                <a:lnTo>
                  <a:pt x="3279521" y="0"/>
                </a:lnTo>
                <a:lnTo>
                  <a:pt x="3308096" y="0"/>
                </a:lnTo>
                <a:lnTo>
                  <a:pt x="3308096" y="28575"/>
                </a:lnTo>
                <a:close/>
              </a:path>
              <a:path w="5555615" h="1964054">
                <a:moveTo>
                  <a:pt x="3365246" y="28575"/>
                </a:moveTo>
                <a:lnTo>
                  <a:pt x="3336671" y="28575"/>
                </a:lnTo>
                <a:lnTo>
                  <a:pt x="3336671" y="0"/>
                </a:lnTo>
                <a:lnTo>
                  <a:pt x="3365246" y="0"/>
                </a:lnTo>
                <a:lnTo>
                  <a:pt x="3365246" y="28575"/>
                </a:lnTo>
                <a:close/>
              </a:path>
              <a:path w="5555615" h="1964054">
                <a:moveTo>
                  <a:pt x="3422396" y="28575"/>
                </a:moveTo>
                <a:lnTo>
                  <a:pt x="3393821" y="28575"/>
                </a:lnTo>
                <a:lnTo>
                  <a:pt x="3393821" y="0"/>
                </a:lnTo>
                <a:lnTo>
                  <a:pt x="3422396" y="0"/>
                </a:lnTo>
                <a:lnTo>
                  <a:pt x="3422396" y="28575"/>
                </a:lnTo>
                <a:close/>
              </a:path>
              <a:path w="5555615" h="1964054">
                <a:moveTo>
                  <a:pt x="3479546" y="28575"/>
                </a:moveTo>
                <a:lnTo>
                  <a:pt x="3450971" y="28575"/>
                </a:lnTo>
                <a:lnTo>
                  <a:pt x="3450971" y="0"/>
                </a:lnTo>
                <a:lnTo>
                  <a:pt x="3479546" y="0"/>
                </a:lnTo>
                <a:lnTo>
                  <a:pt x="3479546" y="28575"/>
                </a:lnTo>
                <a:close/>
              </a:path>
              <a:path w="5555615" h="1964054">
                <a:moveTo>
                  <a:pt x="3536696" y="28575"/>
                </a:moveTo>
                <a:lnTo>
                  <a:pt x="3508121" y="28575"/>
                </a:lnTo>
                <a:lnTo>
                  <a:pt x="3508121" y="0"/>
                </a:lnTo>
                <a:lnTo>
                  <a:pt x="3536696" y="0"/>
                </a:lnTo>
                <a:lnTo>
                  <a:pt x="3536696" y="28575"/>
                </a:lnTo>
                <a:close/>
              </a:path>
              <a:path w="5555615" h="1964054">
                <a:moveTo>
                  <a:pt x="3593846" y="28575"/>
                </a:moveTo>
                <a:lnTo>
                  <a:pt x="3565271" y="28575"/>
                </a:lnTo>
                <a:lnTo>
                  <a:pt x="3565271" y="0"/>
                </a:lnTo>
                <a:lnTo>
                  <a:pt x="3593846" y="0"/>
                </a:lnTo>
                <a:lnTo>
                  <a:pt x="3593846" y="28575"/>
                </a:lnTo>
                <a:close/>
              </a:path>
              <a:path w="5555615" h="1964054">
                <a:moveTo>
                  <a:pt x="3650996" y="28575"/>
                </a:moveTo>
                <a:lnTo>
                  <a:pt x="3622421" y="28575"/>
                </a:lnTo>
                <a:lnTo>
                  <a:pt x="3622421" y="0"/>
                </a:lnTo>
                <a:lnTo>
                  <a:pt x="3650996" y="0"/>
                </a:lnTo>
                <a:lnTo>
                  <a:pt x="3650996" y="28575"/>
                </a:lnTo>
                <a:close/>
              </a:path>
              <a:path w="5555615" h="1964054">
                <a:moveTo>
                  <a:pt x="3708146" y="28575"/>
                </a:moveTo>
                <a:lnTo>
                  <a:pt x="3679571" y="28575"/>
                </a:lnTo>
                <a:lnTo>
                  <a:pt x="3679571" y="0"/>
                </a:lnTo>
                <a:lnTo>
                  <a:pt x="3708146" y="0"/>
                </a:lnTo>
                <a:lnTo>
                  <a:pt x="3708146" y="28575"/>
                </a:lnTo>
                <a:close/>
              </a:path>
              <a:path w="5555615" h="1964054">
                <a:moveTo>
                  <a:pt x="3765296" y="28575"/>
                </a:moveTo>
                <a:lnTo>
                  <a:pt x="3736721" y="28575"/>
                </a:lnTo>
                <a:lnTo>
                  <a:pt x="3736721" y="0"/>
                </a:lnTo>
                <a:lnTo>
                  <a:pt x="3765296" y="0"/>
                </a:lnTo>
                <a:lnTo>
                  <a:pt x="3765296" y="28575"/>
                </a:lnTo>
                <a:close/>
              </a:path>
              <a:path w="5555615" h="1964054">
                <a:moveTo>
                  <a:pt x="3822446" y="28575"/>
                </a:moveTo>
                <a:lnTo>
                  <a:pt x="3793871" y="28575"/>
                </a:lnTo>
                <a:lnTo>
                  <a:pt x="3793871" y="0"/>
                </a:lnTo>
                <a:lnTo>
                  <a:pt x="3822446" y="0"/>
                </a:lnTo>
                <a:lnTo>
                  <a:pt x="3822446" y="28575"/>
                </a:lnTo>
                <a:close/>
              </a:path>
              <a:path w="5555615" h="1964054">
                <a:moveTo>
                  <a:pt x="3879596" y="28575"/>
                </a:moveTo>
                <a:lnTo>
                  <a:pt x="3851021" y="28575"/>
                </a:lnTo>
                <a:lnTo>
                  <a:pt x="3851021" y="0"/>
                </a:lnTo>
                <a:lnTo>
                  <a:pt x="3879596" y="0"/>
                </a:lnTo>
                <a:lnTo>
                  <a:pt x="3879596" y="28575"/>
                </a:lnTo>
                <a:close/>
              </a:path>
              <a:path w="5555615" h="1964054">
                <a:moveTo>
                  <a:pt x="3936746" y="28575"/>
                </a:moveTo>
                <a:lnTo>
                  <a:pt x="3908171" y="28575"/>
                </a:lnTo>
                <a:lnTo>
                  <a:pt x="3908171" y="0"/>
                </a:lnTo>
                <a:lnTo>
                  <a:pt x="3936746" y="0"/>
                </a:lnTo>
                <a:lnTo>
                  <a:pt x="3936746" y="28575"/>
                </a:lnTo>
                <a:close/>
              </a:path>
              <a:path w="5555615" h="1964054">
                <a:moveTo>
                  <a:pt x="3993896" y="28575"/>
                </a:moveTo>
                <a:lnTo>
                  <a:pt x="3965321" y="28575"/>
                </a:lnTo>
                <a:lnTo>
                  <a:pt x="3965321" y="0"/>
                </a:lnTo>
                <a:lnTo>
                  <a:pt x="3993896" y="0"/>
                </a:lnTo>
                <a:lnTo>
                  <a:pt x="3993896" y="28575"/>
                </a:lnTo>
                <a:close/>
              </a:path>
              <a:path w="5555615" h="1964054">
                <a:moveTo>
                  <a:pt x="4051046" y="28575"/>
                </a:moveTo>
                <a:lnTo>
                  <a:pt x="4022471" y="28575"/>
                </a:lnTo>
                <a:lnTo>
                  <a:pt x="4022471" y="0"/>
                </a:lnTo>
                <a:lnTo>
                  <a:pt x="4051046" y="0"/>
                </a:lnTo>
                <a:lnTo>
                  <a:pt x="4051046" y="28575"/>
                </a:lnTo>
                <a:close/>
              </a:path>
              <a:path w="5555615" h="1964054">
                <a:moveTo>
                  <a:pt x="4108196" y="28575"/>
                </a:moveTo>
                <a:lnTo>
                  <a:pt x="4079621" y="28575"/>
                </a:lnTo>
                <a:lnTo>
                  <a:pt x="4079621" y="0"/>
                </a:lnTo>
                <a:lnTo>
                  <a:pt x="4108196" y="0"/>
                </a:lnTo>
                <a:lnTo>
                  <a:pt x="4108196" y="28575"/>
                </a:lnTo>
                <a:close/>
              </a:path>
              <a:path w="5555615" h="1964054">
                <a:moveTo>
                  <a:pt x="4165346" y="28575"/>
                </a:moveTo>
                <a:lnTo>
                  <a:pt x="4136771" y="28575"/>
                </a:lnTo>
                <a:lnTo>
                  <a:pt x="4136771" y="0"/>
                </a:lnTo>
                <a:lnTo>
                  <a:pt x="4165346" y="0"/>
                </a:lnTo>
                <a:lnTo>
                  <a:pt x="4165346" y="28575"/>
                </a:lnTo>
                <a:close/>
              </a:path>
              <a:path w="5555615" h="1964054">
                <a:moveTo>
                  <a:pt x="4222496" y="28575"/>
                </a:moveTo>
                <a:lnTo>
                  <a:pt x="4193921" y="28575"/>
                </a:lnTo>
                <a:lnTo>
                  <a:pt x="4193921" y="0"/>
                </a:lnTo>
                <a:lnTo>
                  <a:pt x="4222496" y="0"/>
                </a:lnTo>
                <a:lnTo>
                  <a:pt x="4222496" y="28575"/>
                </a:lnTo>
                <a:close/>
              </a:path>
              <a:path w="5555615" h="1964054">
                <a:moveTo>
                  <a:pt x="4279646" y="28575"/>
                </a:moveTo>
                <a:lnTo>
                  <a:pt x="4251071" y="28575"/>
                </a:lnTo>
                <a:lnTo>
                  <a:pt x="4251071" y="0"/>
                </a:lnTo>
                <a:lnTo>
                  <a:pt x="4279646" y="0"/>
                </a:lnTo>
                <a:lnTo>
                  <a:pt x="4279646" y="28575"/>
                </a:lnTo>
                <a:close/>
              </a:path>
              <a:path w="5555615" h="1964054">
                <a:moveTo>
                  <a:pt x="4336796" y="28575"/>
                </a:moveTo>
                <a:lnTo>
                  <a:pt x="4308221" y="28575"/>
                </a:lnTo>
                <a:lnTo>
                  <a:pt x="4308221" y="0"/>
                </a:lnTo>
                <a:lnTo>
                  <a:pt x="4336796" y="0"/>
                </a:lnTo>
                <a:lnTo>
                  <a:pt x="4336796" y="28575"/>
                </a:lnTo>
                <a:close/>
              </a:path>
              <a:path w="5555615" h="1964054">
                <a:moveTo>
                  <a:pt x="4393946" y="28575"/>
                </a:moveTo>
                <a:lnTo>
                  <a:pt x="4365371" y="28575"/>
                </a:lnTo>
                <a:lnTo>
                  <a:pt x="4365371" y="0"/>
                </a:lnTo>
                <a:lnTo>
                  <a:pt x="4393946" y="0"/>
                </a:lnTo>
                <a:lnTo>
                  <a:pt x="4393946" y="28575"/>
                </a:lnTo>
                <a:close/>
              </a:path>
              <a:path w="5555615" h="1964054">
                <a:moveTo>
                  <a:pt x="4451096" y="28575"/>
                </a:moveTo>
                <a:lnTo>
                  <a:pt x="4422521" y="28575"/>
                </a:lnTo>
                <a:lnTo>
                  <a:pt x="4422521" y="0"/>
                </a:lnTo>
                <a:lnTo>
                  <a:pt x="4451096" y="0"/>
                </a:lnTo>
                <a:lnTo>
                  <a:pt x="4451096" y="28575"/>
                </a:lnTo>
                <a:close/>
              </a:path>
              <a:path w="5555615" h="1964054">
                <a:moveTo>
                  <a:pt x="4508246" y="28575"/>
                </a:moveTo>
                <a:lnTo>
                  <a:pt x="4479671" y="28575"/>
                </a:lnTo>
                <a:lnTo>
                  <a:pt x="4479671" y="0"/>
                </a:lnTo>
                <a:lnTo>
                  <a:pt x="4508246" y="0"/>
                </a:lnTo>
                <a:lnTo>
                  <a:pt x="4508246" y="28575"/>
                </a:lnTo>
                <a:close/>
              </a:path>
              <a:path w="5555615" h="1964054">
                <a:moveTo>
                  <a:pt x="4565396" y="28575"/>
                </a:moveTo>
                <a:lnTo>
                  <a:pt x="4536821" y="28575"/>
                </a:lnTo>
                <a:lnTo>
                  <a:pt x="4536821" y="0"/>
                </a:lnTo>
                <a:lnTo>
                  <a:pt x="4565396" y="0"/>
                </a:lnTo>
                <a:lnTo>
                  <a:pt x="4565396" y="28575"/>
                </a:lnTo>
                <a:close/>
              </a:path>
              <a:path w="5555615" h="1964054">
                <a:moveTo>
                  <a:pt x="4622546" y="28575"/>
                </a:moveTo>
                <a:lnTo>
                  <a:pt x="4593971" y="28575"/>
                </a:lnTo>
                <a:lnTo>
                  <a:pt x="4593971" y="0"/>
                </a:lnTo>
                <a:lnTo>
                  <a:pt x="4622546" y="0"/>
                </a:lnTo>
                <a:lnTo>
                  <a:pt x="4622546" y="28575"/>
                </a:lnTo>
                <a:close/>
              </a:path>
              <a:path w="5555615" h="1964054">
                <a:moveTo>
                  <a:pt x="4679696" y="28575"/>
                </a:moveTo>
                <a:lnTo>
                  <a:pt x="4651121" y="28575"/>
                </a:lnTo>
                <a:lnTo>
                  <a:pt x="4651121" y="0"/>
                </a:lnTo>
                <a:lnTo>
                  <a:pt x="4679696" y="0"/>
                </a:lnTo>
                <a:lnTo>
                  <a:pt x="4679696" y="28575"/>
                </a:lnTo>
                <a:close/>
              </a:path>
              <a:path w="5555615" h="1964054">
                <a:moveTo>
                  <a:pt x="4736846" y="28575"/>
                </a:moveTo>
                <a:lnTo>
                  <a:pt x="4708271" y="28575"/>
                </a:lnTo>
                <a:lnTo>
                  <a:pt x="4708271" y="0"/>
                </a:lnTo>
                <a:lnTo>
                  <a:pt x="4736846" y="0"/>
                </a:lnTo>
                <a:lnTo>
                  <a:pt x="4736846" y="28575"/>
                </a:lnTo>
                <a:close/>
              </a:path>
              <a:path w="5555615" h="1964054">
                <a:moveTo>
                  <a:pt x="4793996" y="28575"/>
                </a:moveTo>
                <a:lnTo>
                  <a:pt x="4765421" y="28575"/>
                </a:lnTo>
                <a:lnTo>
                  <a:pt x="4765421" y="0"/>
                </a:lnTo>
                <a:lnTo>
                  <a:pt x="4793996" y="0"/>
                </a:lnTo>
                <a:lnTo>
                  <a:pt x="4793996" y="28575"/>
                </a:lnTo>
                <a:close/>
              </a:path>
              <a:path w="5555615" h="1964054">
                <a:moveTo>
                  <a:pt x="4851146" y="28575"/>
                </a:moveTo>
                <a:lnTo>
                  <a:pt x="4822571" y="28575"/>
                </a:lnTo>
                <a:lnTo>
                  <a:pt x="4822571" y="0"/>
                </a:lnTo>
                <a:lnTo>
                  <a:pt x="4851146" y="0"/>
                </a:lnTo>
                <a:lnTo>
                  <a:pt x="4851146" y="28575"/>
                </a:lnTo>
                <a:close/>
              </a:path>
              <a:path w="5555615" h="1964054">
                <a:moveTo>
                  <a:pt x="4908296" y="28575"/>
                </a:moveTo>
                <a:lnTo>
                  <a:pt x="4879721" y="28575"/>
                </a:lnTo>
                <a:lnTo>
                  <a:pt x="4879721" y="0"/>
                </a:lnTo>
                <a:lnTo>
                  <a:pt x="4908296" y="0"/>
                </a:lnTo>
                <a:lnTo>
                  <a:pt x="4908296" y="28575"/>
                </a:lnTo>
                <a:close/>
              </a:path>
              <a:path w="5555615" h="1964054">
                <a:moveTo>
                  <a:pt x="4965446" y="28575"/>
                </a:moveTo>
                <a:lnTo>
                  <a:pt x="4936871" y="28575"/>
                </a:lnTo>
                <a:lnTo>
                  <a:pt x="4936871" y="0"/>
                </a:lnTo>
                <a:lnTo>
                  <a:pt x="4965446" y="0"/>
                </a:lnTo>
                <a:lnTo>
                  <a:pt x="4965446" y="28575"/>
                </a:lnTo>
                <a:close/>
              </a:path>
              <a:path w="5555615" h="1964054">
                <a:moveTo>
                  <a:pt x="5022596" y="28575"/>
                </a:moveTo>
                <a:lnTo>
                  <a:pt x="4994021" y="28575"/>
                </a:lnTo>
                <a:lnTo>
                  <a:pt x="4994021" y="0"/>
                </a:lnTo>
                <a:lnTo>
                  <a:pt x="5022596" y="0"/>
                </a:lnTo>
                <a:lnTo>
                  <a:pt x="5022596" y="28575"/>
                </a:lnTo>
                <a:close/>
              </a:path>
              <a:path w="5555615" h="1964054">
                <a:moveTo>
                  <a:pt x="5079746" y="28575"/>
                </a:moveTo>
                <a:lnTo>
                  <a:pt x="5051171" y="28575"/>
                </a:lnTo>
                <a:lnTo>
                  <a:pt x="5051171" y="0"/>
                </a:lnTo>
                <a:lnTo>
                  <a:pt x="5079746" y="0"/>
                </a:lnTo>
                <a:lnTo>
                  <a:pt x="5079746" y="28575"/>
                </a:lnTo>
                <a:close/>
              </a:path>
              <a:path w="5555615" h="1964054">
                <a:moveTo>
                  <a:pt x="5136896" y="28575"/>
                </a:moveTo>
                <a:lnTo>
                  <a:pt x="5108321" y="28575"/>
                </a:lnTo>
                <a:lnTo>
                  <a:pt x="5108321" y="0"/>
                </a:lnTo>
                <a:lnTo>
                  <a:pt x="5136896" y="0"/>
                </a:lnTo>
                <a:lnTo>
                  <a:pt x="5136896" y="28575"/>
                </a:lnTo>
                <a:close/>
              </a:path>
              <a:path w="5555615" h="1964054">
                <a:moveTo>
                  <a:pt x="5194046" y="28575"/>
                </a:moveTo>
                <a:lnTo>
                  <a:pt x="5165471" y="28575"/>
                </a:lnTo>
                <a:lnTo>
                  <a:pt x="5165471" y="0"/>
                </a:lnTo>
                <a:lnTo>
                  <a:pt x="5194046" y="0"/>
                </a:lnTo>
                <a:lnTo>
                  <a:pt x="5194046" y="28575"/>
                </a:lnTo>
                <a:close/>
              </a:path>
              <a:path w="5555615" h="1964054">
                <a:moveTo>
                  <a:pt x="5251196" y="28575"/>
                </a:moveTo>
                <a:lnTo>
                  <a:pt x="5222621" y="28575"/>
                </a:lnTo>
                <a:lnTo>
                  <a:pt x="5222621" y="0"/>
                </a:lnTo>
                <a:lnTo>
                  <a:pt x="5251196" y="0"/>
                </a:lnTo>
                <a:lnTo>
                  <a:pt x="5251196" y="28575"/>
                </a:lnTo>
                <a:close/>
              </a:path>
              <a:path w="5555615" h="1964054">
                <a:moveTo>
                  <a:pt x="5308346" y="28575"/>
                </a:moveTo>
                <a:lnTo>
                  <a:pt x="5279771" y="28575"/>
                </a:lnTo>
                <a:lnTo>
                  <a:pt x="5279771" y="0"/>
                </a:lnTo>
                <a:lnTo>
                  <a:pt x="5308346" y="0"/>
                </a:lnTo>
                <a:lnTo>
                  <a:pt x="5308346" y="28575"/>
                </a:lnTo>
                <a:close/>
              </a:path>
              <a:path w="5555615" h="1964054">
                <a:moveTo>
                  <a:pt x="5365496" y="28575"/>
                </a:moveTo>
                <a:lnTo>
                  <a:pt x="5336921" y="28575"/>
                </a:lnTo>
                <a:lnTo>
                  <a:pt x="5336921" y="0"/>
                </a:lnTo>
                <a:lnTo>
                  <a:pt x="5365496" y="0"/>
                </a:lnTo>
                <a:lnTo>
                  <a:pt x="5365496" y="28575"/>
                </a:lnTo>
                <a:close/>
              </a:path>
              <a:path w="5555615" h="1964054">
                <a:moveTo>
                  <a:pt x="5422646" y="28575"/>
                </a:moveTo>
                <a:lnTo>
                  <a:pt x="5394071" y="28575"/>
                </a:lnTo>
                <a:lnTo>
                  <a:pt x="5394071" y="0"/>
                </a:lnTo>
                <a:lnTo>
                  <a:pt x="5422646" y="0"/>
                </a:lnTo>
                <a:lnTo>
                  <a:pt x="5422646" y="28575"/>
                </a:lnTo>
                <a:close/>
              </a:path>
              <a:path w="5555615" h="1964054">
                <a:moveTo>
                  <a:pt x="5479796" y="28575"/>
                </a:moveTo>
                <a:lnTo>
                  <a:pt x="5451221" y="28575"/>
                </a:lnTo>
                <a:lnTo>
                  <a:pt x="5451221" y="0"/>
                </a:lnTo>
                <a:lnTo>
                  <a:pt x="5479796" y="0"/>
                </a:lnTo>
                <a:lnTo>
                  <a:pt x="5479796" y="28575"/>
                </a:lnTo>
                <a:close/>
              </a:path>
              <a:path w="5555615" h="1964054">
                <a:moveTo>
                  <a:pt x="5536946" y="28575"/>
                </a:moveTo>
                <a:lnTo>
                  <a:pt x="5508371" y="28575"/>
                </a:lnTo>
                <a:lnTo>
                  <a:pt x="5508371" y="0"/>
                </a:lnTo>
                <a:lnTo>
                  <a:pt x="5536946" y="0"/>
                </a:lnTo>
                <a:lnTo>
                  <a:pt x="5536946" y="28575"/>
                </a:lnTo>
                <a:close/>
              </a:path>
              <a:path w="5555615" h="1964054">
                <a:moveTo>
                  <a:pt x="5555615" y="67056"/>
                </a:moveTo>
                <a:lnTo>
                  <a:pt x="5527040" y="67056"/>
                </a:lnTo>
                <a:lnTo>
                  <a:pt x="5527040" y="38481"/>
                </a:lnTo>
                <a:lnTo>
                  <a:pt x="5555615" y="38481"/>
                </a:lnTo>
                <a:lnTo>
                  <a:pt x="5555615" y="67056"/>
                </a:lnTo>
                <a:close/>
              </a:path>
              <a:path w="5555615" h="1964054">
                <a:moveTo>
                  <a:pt x="5555615" y="124206"/>
                </a:moveTo>
                <a:lnTo>
                  <a:pt x="5527040" y="124206"/>
                </a:lnTo>
                <a:lnTo>
                  <a:pt x="5527040" y="95631"/>
                </a:lnTo>
                <a:lnTo>
                  <a:pt x="5555615" y="95631"/>
                </a:lnTo>
                <a:lnTo>
                  <a:pt x="5555615" y="124206"/>
                </a:lnTo>
                <a:close/>
              </a:path>
              <a:path w="5555615" h="1964054">
                <a:moveTo>
                  <a:pt x="5555615" y="181356"/>
                </a:moveTo>
                <a:lnTo>
                  <a:pt x="5527040" y="181356"/>
                </a:lnTo>
                <a:lnTo>
                  <a:pt x="5527040" y="152781"/>
                </a:lnTo>
                <a:lnTo>
                  <a:pt x="5555615" y="152781"/>
                </a:lnTo>
                <a:lnTo>
                  <a:pt x="5555615" y="181356"/>
                </a:lnTo>
                <a:close/>
              </a:path>
              <a:path w="5555615" h="1964054">
                <a:moveTo>
                  <a:pt x="5555615" y="238506"/>
                </a:moveTo>
                <a:lnTo>
                  <a:pt x="5527040" y="238506"/>
                </a:lnTo>
                <a:lnTo>
                  <a:pt x="5527040" y="209931"/>
                </a:lnTo>
                <a:lnTo>
                  <a:pt x="5555615" y="209931"/>
                </a:lnTo>
                <a:lnTo>
                  <a:pt x="5555615" y="238506"/>
                </a:lnTo>
                <a:close/>
              </a:path>
              <a:path w="5555615" h="1964054">
                <a:moveTo>
                  <a:pt x="5555615" y="295656"/>
                </a:moveTo>
                <a:lnTo>
                  <a:pt x="5527040" y="295656"/>
                </a:lnTo>
                <a:lnTo>
                  <a:pt x="5527040" y="267081"/>
                </a:lnTo>
                <a:lnTo>
                  <a:pt x="5555615" y="267081"/>
                </a:lnTo>
                <a:lnTo>
                  <a:pt x="5555615" y="295656"/>
                </a:lnTo>
                <a:close/>
              </a:path>
              <a:path w="5555615" h="1964054">
                <a:moveTo>
                  <a:pt x="5555615" y="352806"/>
                </a:moveTo>
                <a:lnTo>
                  <a:pt x="5527040" y="352806"/>
                </a:lnTo>
                <a:lnTo>
                  <a:pt x="5527040" y="324231"/>
                </a:lnTo>
                <a:lnTo>
                  <a:pt x="5555615" y="324231"/>
                </a:lnTo>
                <a:lnTo>
                  <a:pt x="5555615" y="352806"/>
                </a:lnTo>
                <a:close/>
              </a:path>
              <a:path w="5555615" h="1964054">
                <a:moveTo>
                  <a:pt x="5555615" y="409956"/>
                </a:moveTo>
                <a:lnTo>
                  <a:pt x="5527040" y="409956"/>
                </a:lnTo>
                <a:lnTo>
                  <a:pt x="5527040" y="381381"/>
                </a:lnTo>
                <a:lnTo>
                  <a:pt x="5555615" y="381381"/>
                </a:lnTo>
                <a:lnTo>
                  <a:pt x="5555615" y="409956"/>
                </a:lnTo>
                <a:close/>
              </a:path>
              <a:path w="5555615" h="1964054">
                <a:moveTo>
                  <a:pt x="5555615" y="467106"/>
                </a:moveTo>
                <a:lnTo>
                  <a:pt x="5527040" y="467106"/>
                </a:lnTo>
                <a:lnTo>
                  <a:pt x="5527040" y="438531"/>
                </a:lnTo>
                <a:lnTo>
                  <a:pt x="5555615" y="438531"/>
                </a:lnTo>
                <a:lnTo>
                  <a:pt x="5555615" y="467106"/>
                </a:lnTo>
                <a:close/>
              </a:path>
              <a:path w="5555615" h="1964054">
                <a:moveTo>
                  <a:pt x="5555615" y="524256"/>
                </a:moveTo>
                <a:lnTo>
                  <a:pt x="5527040" y="524256"/>
                </a:lnTo>
                <a:lnTo>
                  <a:pt x="5527040" y="495681"/>
                </a:lnTo>
                <a:lnTo>
                  <a:pt x="5555615" y="495681"/>
                </a:lnTo>
                <a:lnTo>
                  <a:pt x="5555615" y="524256"/>
                </a:lnTo>
                <a:close/>
              </a:path>
              <a:path w="5555615" h="1964054">
                <a:moveTo>
                  <a:pt x="5555615" y="581406"/>
                </a:moveTo>
                <a:lnTo>
                  <a:pt x="5527040" y="581406"/>
                </a:lnTo>
                <a:lnTo>
                  <a:pt x="5527040" y="552831"/>
                </a:lnTo>
                <a:lnTo>
                  <a:pt x="5555615" y="552831"/>
                </a:lnTo>
                <a:lnTo>
                  <a:pt x="5555615" y="581406"/>
                </a:lnTo>
                <a:close/>
              </a:path>
              <a:path w="5555615" h="1964054">
                <a:moveTo>
                  <a:pt x="5555615" y="638556"/>
                </a:moveTo>
                <a:lnTo>
                  <a:pt x="5527040" y="638556"/>
                </a:lnTo>
                <a:lnTo>
                  <a:pt x="5527040" y="609981"/>
                </a:lnTo>
                <a:lnTo>
                  <a:pt x="5555615" y="609981"/>
                </a:lnTo>
                <a:lnTo>
                  <a:pt x="5555615" y="638556"/>
                </a:lnTo>
                <a:close/>
              </a:path>
              <a:path w="5555615" h="1964054">
                <a:moveTo>
                  <a:pt x="5555615" y="695706"/>
                </a:moveTo>
                <a:lnTo>
                  <a:pt x="5527040" y="695706"/>
                </a:lnTo>
                <a:lnTo>
                  <a:pt x="5527040" y="667131"/>
                </a:lnTo>
                <a:lnTo>
                  <a:pt x="5555615" y="667131"/>
                </a:lnTo>
                <a:lnTo>
                  <a:pt x="5555615" y="695706"/>
                </a:lnTo>
                <a:close/>
              </a:path>
              <a:path w="5555615" h="1964054">
                <a:moveTo>
                  <a:pt x="5555615" y="752856"/>
                </a:moveTo>
                <a:lnTo>
                  <a:pt x="5527040" y="752856"/>
                </a:lnTo>
                <a:lnTo>
                  <a:pt x="5527040" y="724281"/>
                </a:lnTo>
                <a:lnTo>
                  <a:pt x="5555615" y="724281"/>
                </a:lnTo>
                <a:lnTo>
                  <a:pt x="5555615" y="752856"/>
                </a:lnTo>
                <a:close/>
              </a:path>
              <a:path w="5555615" h="1964054">
                <a:moveTo>
                  <a:pt x="5555615" y="810006"/>
                </a:moveTo>
                <a:lnTo>
                  <a:pt x="5527040" y="810006"/>
                </a:lnTo>
                <a:lnTo>
                  <a:pt x="5527040" y="781431"/>
                </a:lnTo>
                <a:lnTo>
                  <a:pt x="5555615" y="781431"/>
                </a:lnTo>
                <a:lnTo>
                  <a:pt x="5555615" y="810006"/>
                </a:lnTo>
                <a:close/>
              </a:path>
              <a:path w="5555615" h="1964054">
                <a:moveTo>
                  <a:pt x="5555615" y="867156"/>
                </a:moveTo>
                <a:lnTo>
                  <a:pt x="5527040" y="867156"/>
                </a:lnTo>
                <a:lnTo>
                  <a:pt x="5527040" y="838581"/>
                </a:lnTo>
                <a:lnTo>
                  <a:pt x="5555615" y="838581"/>
                </a:lnTo>
                <a:lnTo>
                  <a:pt x="5555615" y="867156"/>
                </a:lnTo>
                <a:close/>
              </a:path>
              <a:path w="5555615" h="1964054">
                <a:moveTo>
                  <a:pt x="5555615" y="924306"/>
                </a:moveTo>
                <a:lnTo>
                  <a:pt x="5527040" y="924306"/>
                </a:lnTo>
                <a:lnTo>
                  <a:pt x="5527040" y="895731"/>
                </a:lnTo>
                <a:lnTo>
                  <a:pt x="5555615" y="895731"/>
                </a:lnTo>
                <a:lnTo>
                  <a:pt x="5555615" y="924306"/>
                </a:lnTo>
                <a:close/>
              </a:path>
              <a:path w="5555615" h="1964054">
                <a:moveTo>
                  <a:pt x="5555615" y="981456"/>
                </a:moveTo>
                <a:lnTo>
                  <a:pt x="5527040" y="981456"/>
                </a:lnTo>
                <a:lnTo>
                  <a:pt x="5527040" y="952881"/>
                </a:lnTo>
                <a:lnTo>
                  <a:pt x="5555615" y="952881"/>
                </a:lnTo>
                <a:lnTo>
                  <a:pt x="5555615" y="981456"/>
                </a:lnTo>
                <a:close/>
              </a:path>
              <a:path w="5555615" h="1964054">
                <a:moveTo>
                  <a:pt x="5555615" y="1038606"/>
                </a:moveTo>
                <a:lnTo>
                  <a:pt x="5527040" y="1038606"/>
                </a:lnTo>
                <a:lnTo>
                  <a:pt x="5527040" y="1010031"/>
                </a:lnTo>
                <a:lnTo>
                  <a:pt x="5555615" y="1010031"/>
                </a:lnTo>
                <a:lnTo>
                  <a:pt x="5555615" y="1038606"/>
                </a:lnTo>
                <a:close/>
              </a:path>
              <a:path w="5555615" h="1964054">
                <a:moveTo>
                  <a:pt x="5555615" y="1095756"/>
                </a:moveTo>
                <a:lnTo>
                  <a:pt x="5527040" y="1095756"/>
                </a:lnTo>
                <a:lnTo>
                  <a:pt x="5527040" y="1067181"/>
                </a:lnTo>
                <a:lnTo>
                  <a:pt x="5555615" y="1067181"/>
                </a:lnTo>
                <a:lnTo>
                  <a:pt x="5555615" y="1095756"/>
                </a:lnTo>
                <a:close/>
              </a:path>
              <a:path w="5555615" h="1964054">
                <a:moveTo>
                  <a:pt x="5555615" y="1152906"/>
                </a:moveTo>
                <a:lnTo>
                  <a:pt x="5527040" y="1152906"/>
                </a:lnTo>
                <a:lnTo>
                  <a:pt x="5527040" y="1124331"/>
                </a:lnTo>
                <a:lnTo>
                  <a:pt x="5555615" y="1124331"/>
                </a:lnTo>
                <a:lnTo>
                  <a:pt x="5555615" y="1152906"/>
                </a:lnTo>
                <a:close/>
              </a:path>
              <a:path w="5555615" h="1964054">
                <a:moveTo>
                  <a:pt x="5555615" y="1210056"/>
                </a:moveTo>
                <a:lnTo>
                  <a:pt x="5527040" y="1210056"/>
                </a:lnTo>
                <a:lnTo>
                  <a:pt x="5527040" y="1181481"/>
                </a:lnTo>
                <a:lnTo>
                  <a:pt x="5555615" y="1181481"/>
                </a:lnTo>
                <a:lnTo>
                  <a:pt x="5555615" y="1210056"/>
                </a:lnTo>
                <a:close/>
              </a:path>
              <a:path w="5555615" h="1964054">
                <a:moveTo>
                  <a:pt x="5555615" y="1267206"/>
                </a:moveTo>
                <a:lnTo>
                  <a:pt x="5527040" y="1267206"/>
                </a:lnTo>
                <a:lnTo>
                  <a:pt x="5527040" y="1238631"/>
                </a:lnTo>
                <a:lnTo>
                  <a:pt x="5555615" y="1238631"/>
                </a:lnTo>
                <a:lnTo>
                  <a:pt x="5555615" y="1267206"/>
                </a:lnTo>
                <a:close/>
              </a:path>
              <a:path w="5555615" h="1964054">
                <a:moveTo>
                  <a:pt x="5555615" y="1324356"/>
                </a:moveTo>
                <a:lnTo>
                  <a:pt x="5527040" y="1324356"/>
                </a:lnTo>
                <a:lnTo>
                  <a:pt x="5527040" y="1295781"/>
                </a:lnTo>
                <a:lnTo>
                  <a:pt x="5555615" y="1295781"/>
                </a:lnTo>
                <a:lnTo>
                  <a:pt x="5555615" y="1324356"/>
                </a:lnTo>
                <a:close/>
              </a:path>
              <a:path w="5555615" h="1964054">
                <a:moveTo>
                  <a:pt x="5555615" y="1381506"/>
                </a:moveTo>
                <a:lnTo>
                  <a:pt x="5527040" y="1381506"/>
                </a:lnTo>
                <a:lnTo>
                  <a:pt x="5527040" y="1352931"/>
                </a:lnTo>
                <a:lnTo>
                  <a:pt x="5555615" y="1352931"/>
                </a:lnTo>
                <a:lnTo>
                  <a:pt x="5555615" y="1381506"/>
                </a:lnTo>
                <a:close/>
              </a:path>
              <a:path w="5555615" h="1964054">
                <a:moveTo>
                  <a:pt x="5555615" y="1438656"/>
                </a:moveTo>
                <a:lnTo>
                  <a:pt x="5527040" y="1438656"/>
                </a:lnTo>
                <a:lnTo>
                  <a:pt x="5527040" y="1410081"/>
                </a:lnTo>
                <a:lnTo>
                  <a:pt x="5555615" y="1410081"/>
                </a:lnTo>
                <a:lnTo>
                  <a:pt x="5555615" y="1438656"/>
                </a:lnTo>
                <a:close/>
              </a:path>
              <a:path w="5555615" h="1964054">
                <a:moveTo>
                  <a:pt x="5555615" y="1495806"/>
                </a:moveTo>
                <a:lnTo>
                  <a:pt x="5527040" y="1495806"/>
                </a:lnTo>
                <a:lnTo>
                  <a:pt x="5527040" y="1467231"/>
                </a:lnTo>
                <a:lnTo>
                  <a:pt x="5555615" y="1467231"/>
                </a:lnTo>
                <a:lnTo>
                  <a:pt x="5555615" y="1495806"/>
                </a:lnTo>
                <a:close/>
              </a:path>
              <a:path w="5555615" h="1964054">
                <a:moveTo>
                  <a:pt x="5555615" y="1552956"/>
                </a:moveTo>
                <a:lnTo>
                  <a:pt x="5527040" y="1552956"/>
                </a:lnTo>
                <a:lnTo>
                  <a:pt x="5527040" y="1524381"/>
                </a:lnTo>
                <a:lnTo>
                  <a:pt x="5555615" y="1524381"/>
                </a:lnTo>
                <a:lnTo>
                  <a:pt x="5555615" y="1552956"/>
                </a:lnTo>
                <a:close/>
              </a:path>
              <a:path w="5555615" h="1964054">
                <a:moveTo>
                  <a:pt x="5555615" y="1610106"/>
                </a:moveTo>
                <a:lnTo>
                  <a:pt x="5527040" y="1610106"/>
                </a:lnTo>
                <a:lnTo>
                  <a:pt x="5527040" y="1581531"/>
                </a:lnTo>
                <a:lnTo>
                  <a:pt x="5555615" y="1581531"/>
                </a:lnTo>
                <a:lnTo>
                  <a:pt x="5555615" y="1610106"/>
                </a:lnTo>
                <a:close/>
              </a:path>
              <a:path w="5555615" h="1964054">
                <a:moveTo>
                  <a:pt x="5555615" y="1667256"/>
                </a:moveTo>
                <a:lnTo>
                  <a:pt x="5527040" y="1667256"/>
                </a:lnTo>
                <a:lnTo>
                  <a:pt x="5527040" y="1638681"/>
                </a:lnTo>
                <a:lnTo>
                  <a:pt x="5555615" y="1638681"/>
                </a:lnTo>
                <a:lnTo>
                  <a:pt x="5555615" y="1667256"/>
                </a:lnTo>
                <a:close/>
              </a:path>
              <a:path w="5555615" h="1964054">
                <a:moveTo>
                  <a:pt x="5555615" y="1724406"/>
                </a:moveTo>
                <a:lnTo>
                  <a:pt x="5527040" y="1724406"/>
                </a:lnTo>
                <a:lnTo>
                  <a:pt x="5527040" y="1695831"/>
                </a:lnTo>
                <a:lnTo>
                  <a:pt x="5555615" y="1695831"/>
                </a:lnTo>
                <a:lnTo>
                  <a:pt x="5555615" y="1724406"/>
                </a:lnTo>
                <a:close/>
              </a:path>
              <a:path w="5555615" h="1964054">
                <a:moveTo>
                  <a:pt x="5555615" y="1781556"/>
                </a:moveTo>
                <a:lnTo>
                  <a:pt x="5527040" y="1781556"/>
                </a:lnTo>
                <a:lnTo>
                  <a:pt x="5527040" y="1752981"/>
                </a:lnTo>
                <a:lnTo>
                  <a:pt x="5555615" y="1752981"/>
                </a:lnTo>
                <a:lnTo>
                  <a:pt x="5555615" y="1781556"/>
                </a:lnTo>
                <a:close/>
              </a:path>
              <a:path w="5555615" h="1964054">
                <a:moveTo>
                  <a:pt x="5555615" y="1838706"/>
                </a:moveTo>
                <a:lnTo>
                  <a:pt x="5527040" y="1838706"/>
                </a:lnTo>
                <a:lnTo>
                  <a:pt x="5527040" y="1810131"/>
                </a:lnTo>
                <a:lnTo>
                  <a:pt x="5555615" y="1810131"/>
                </a:lnTo>
                <a:lnTo>
                  <a:pt x="5555615" y="1838706"/>
                </a:lnTo>
                <a:close/>
              </a:path>
              <a:path w="5555615" h="1964054">
                <a:moveTo>
                  <a:pt x="5555615" y="1895856"/>
                </a:moveTo>
                <a:lnTo>
                  <a:pt x="5527040" y="1895856"/>
                </a:lnTo>
                <a:lnTo>
                  <a:pt x="5527040" y="1867281"/>
                </a:lnTo>
                <a:lnTo>
                  <a:pt x="5555615" y="1867281"/>
                </a:lnTo>
                <a:lnTo>
                  <a:pt x="5555615" y="1895856"/>
                </a:lnTo>
                <a:close/>
              </a:path>
              <a:path w="5555615" h="1964054">
                <a:moveTo>
                  <a:pt x="5527040" y="1949704"/>
                </a:moveTo>
                <a:lnTo>
                  <a:pt x="5527040" y="1924431"/>
                </a:lnTo>
                <a:lnTo>
                  <a:pt x="5555615" y="1924431"/>
                </a:lnTo>
                <a:lnTo>
                  <a:pt x="5555615" y="1935416"/>
                </a:lnTo>
                <a:lnTo>
                  <a:pt x="5538025" y="1935416"/>
                </a:lnTo>
                <a:lnTo>
                  <a:pt x="5538025" y="1938718"/>
                </a:lnTo>
                <a:lnTo>
                  <a:pt x="5527040" y="1949704"/>
                </a:lnTo>
                <a:close/>
              </a:path>
              <a:path w="5555615" h="1964054">
                <a:moveTo>
                  <a:pt x="5538025" y="1938718"/>
                </a:moveTo>
                <a:lnTo>
                  <a:pt x="5538025" y="1935416"/>
                </a:lnTo>
                <a:lnTo>
                  <a:pt x="5541327" y="1935416"/>
                </a:lnTo>
                <a:lnTo>
                  <a:pt x="5538025" y="1938718"/>
                </a:lnTo>
                <a:close/>
              </a:path>
              <a:path w="5555615" h="1964054">
                <a:moveTo>
                  <a:pt x="5555615" y="1963991"/>
                </a:moveTo>
                <a:lnTo>
                  <a:pt x="5538025" y="1963991"/>
                </a:lnTo>
                <a:lnTo>
                  <a:pt x="5538025" y="1938718"/>
                </a:lnTo>
                <a:lnTo>
                  <a:pt x="5541327" y="1935416"/>
                </a:lnTo>
                <a:lnTo>
                  <a:pt x="5555615" y="1935416"/>
                </a:lnTo>
                <a:lnTo>
                  <a:pt x="5555615" y="1963991"/>
                </a:lnTo>
                <a:close/>
              </a:path>
              <a:path w="5555615" h="1964054">
                <a:moveTo>
                  <a:pt x="5509450" y="1963991"/>
                </a:moveTo>
                <a:lnTo>
                  <a:pt x="5480875" y="1963991"/>
                </a:lnTo>
                <a:lnTo>
                  <a:pt x="5480875" y="1935416"/>
                </a:lnTo>
                <a:lnTo>
                  <a:pt x="5509450" y="1935416"/>
                </a:lnTo>
                <a:lnTo>
                  <a:pt x="5509450" y="1963991"/>
                </a:lnTo>
                <a:close/>
              </a:path>
              <a:path w="5555615" h="1964054">
                <a:moveTo>
                  <a:pt x="5452300" y="1963991"/>
                </a:moveTo>
                <a:lnTo>
                  <a:pt x="5423725" y="1963991"/>
                </a:lnTo>
                <a:lnTo>
                  <a:pt x="5423725" y="1935416"/>
                </a:lnTo>
                <a:lnTo>
                  <a:pt x="5452300" y="1935416"/>
                </a:lnTo>
                <a:lnTo>
                  <a:pt x="5452300" y="1963991"/>
                </a:lnTo>
                <a:close/>
              </a:path>
              <a:path w="5555615" h="1964054">
                <a:moveTo>
                  <a:pt x="5395150" y="1963991"/>
                </a:moveTo>
                <a:lnTo>
                  <a:pt x="5366575" y="1963991"/>
                </a:lnTo>
                <a:lnTo>
                  <a:pt x="5366575" y="1935416"/>
                </a:lnTo>
                <a:lnTo>
                  <a:pt x="5395150" y="1935416"/>
                </a:lnTo>
                <a:lnTo>
                  <a:pt x="5395150" y="1963991"/>
                </a:lnTo>
                <a:close/>
              </a:path>
              <a:path w="5555615" h="1964054">
                <a:moveTo>
                  <a:pt x="5338000" y="1963991"/>
                </a:moveTo>
                <a:lnTo>
                  <a:pt x="5309425" y="1963991"/>
                </a:lnTo>
                <a:lnTo>
                  <a:pt x="5309425" y="1935416"/>
                </a:lnTo>
                <a:lnTo>
                  <a:pt x="5338000" y="1935416"/>
                </a:lnTo>
                <a:lnTo>
                  <a:pt x="5338000" y="1963991"/>
                </a:lnTo>
                <a:close/>
              </a:path>
              <a:path w="5555615" h="1964054">
                <a:moveTo>
                  <a:pt x="5280850" y="1963991"/>
                </a:moveTo>
                <a:lnTo>
                  <a:pt x="5252275" y="1963991"/>
                </a:lnTo>
                <a:lnTo>
                  <a:pt x="5252275" y="1935416"/>
                </a:lnTo>
                <a:lnTo>
                  <a:pt x="5280850" y="1935416"/>
                </a:lnTo>
                <a:lnTo>
                  <a:pt x="5280850" y="1963991"/>
                </a:lnTo>
                <a:close/>
              </a:path>
              <a:path w="5555615" h="1964054">
                <a:moveTo>
                  <a:pt x="5223700" y="1963991"/>
                </a:moveTo>
                <a:lnTo>
                  <a:pt x="5195125" y="1963991"/>
                </a:lnTo>
                <a:lnTo>
                  <a:pt x="5195125" y="1935416"/>
                </a:lnTo>
                <a:lnTo>
                  <a:pt x="5223700" y="1935416"/>
                </a:lnTo>
                <a:lnTo>
                  <a:pt x="5223700" y="1963991"/>
                </a:lnTo>
                <a:close/>
              </a:path>
              <a:path w="5555615" h="1964054">
                <a:moveTo>
                  <a:pt x="5166550" y="1963991"/>
                </a:moveTo>
                <a:lnTo>
                  <a:pt x="5137975" y="1963991"/>
                </a:lnTo>
                <a:lnTo>
                  <a:pt x="5137975" y="1935416"/>
                </a:lnTo>
                <a:lnTo>
                  <a:pt x="5166550" y="1935416"/>
                </a:lnTo>
                <a:lnTo>
                  <a:pt x="5166550" y="1963991"/>
                </a:lnTo>
                <a:close/>
              </a:path>
              <a:path w="5555615" h="1964054">
                <a:moveTo>
                  <a:pt x="5109400" y="1963991"/>
                </a:moveTo>
                <a:lnTo>
                  <a:pt x="5080825" y="1963991"/>
                </a:lnTo>
                <a:lnTo>
                  <a:pt x="5080825" y="1935416"/>
                </a:lnTo>
                <a:lnTo>
                  <a:pt x="5109400" y="1935416"/>
                </a:lnTo>
                <a:lnTo>
                  <a:pt x="5109400" y="1963991"/>
                </a:lnTo>
                <a:close/>
              </a:path>
              <a:path w="5555615" h="1964054">
                <a:moveTo>
                  <a:pt x="5052250" y="1963991"/>
                </a:moveTo>
                <a:lnTo>
                  <a:pt x="5023675" y="1963991"/>
                </a:lnTo>
                <a:lnTo>
                  <a:pt x="5023675" y="1935416"/>
                </a:lnTo>
                <a:lnTo>
                  <a:pt x="5052250" y="1935416"/>
                </a:lnTo>
                <a:lnTo>
                  <a:pt x="5052250" y="1963991"/>
                </a:lnTo>
                <a:close/>
              </a:path>
              <a:path w="5555615" h="1964054">
                <a:moveTo>
                  <a:pt x="4995100" y="1963991"/>
                </a:moveTo>
                <a:lnTo>
                  <a:pt x="4966525" y="1963991"/>
                </a:lnTo>
                <a:lnTo>
                  <a:pt x="4966525" y="1935416"/>
                </a:lnTo>
                <a:lnTo>
                  <a:pt x="4995100" y="1935416"/>
                </a:lnTo>
                <a:lnTo>
                  <a:pt x="4995100" y="1963991"/>
                </a:lnTo>
                <a:close/>
              </a:path>
              <a:path w="5555615" h="1964054">
                <a:moveTo>
                  <a:pt x="4937950" y="1963991"/>
                </a:moveTo>
                <a:lnTo>
                  <a:pt x="4909375" y="1963991"/>
                </a:lnTo>
                <a:lnTo>
                  <a:pt x="4909375" y="1935416"/>
                </a:lnTo>
                <a:lnTo>
                  <a:pt x="4937950" y="1935416"/>
                </a:lnTo>
                <a:lnTo>
                  <a:pt x="4937950" y="1963991"/>
                </a:lnTo>
                <a:close/>
              </a:path>
              <a:path w="5555615" h="1964054">
                <a:moveTo>
                  <a:pt x="4880800" y="1963991"/>
                </a:moveTo>
                <a:lnTo>
                  <a:pt x="4852225" y="1963991"/>
                </a:lnTo>
                <a:lnTo>
                  <a:pt x="4852225" y="1935416"/>
                </a:lnTo>
                <a:lnTo>
                  <a:pt x="4880800" y="1935416"/>
                </a:lnTo>
                <a:lnTo>
                  <a:pt x="4880800" y="1963991"/>
                </a:lnTo>
                <a:close/>
              </a:path>
              <a:path w="5555615" h="1964054">
                <a:moveTo>
                  <a:pt x="4823650" y="1963991"/>
                </a:moveTo>
                <a:lnTo>
                  <a:pt x="4795075" y="1963991"/>
                </a:lnTo>
                <a:lnTo>
                  <a:pt x="4795075" y="1935416"/>
                </a:lnTo>
                <a:lnTo>
                  <a:pt x="4823650" y="1935416"/>
                </a:lnTo>
                <a:lnTo>
                  <a:pt x="4823650" y="1963991"/>
                </a:lnTo>
                <a:close/>
              </a:path>
              <a:path w="5555615" h="1964054">
                <a:moveTo>
                  <a:pt x="4766500" y="1963991"/>
                </a:moveTo>
                <a:lnTo>
                  <a:pt x="4737925" y="1963991"/>
                </a:lnTo>
                <a:lnTo>
                  <a:pt x="4737925" y="1935416"/>
                </a:lnTo>
                <a:lnTo>
                  <a:pt x="4766500" y="1935416"/>
                </a:lnTo>
                <a:lnTo>
                  <a:pt x="4766500" y="1963991"/>
                </a:lnTo>
                <a:close/>
              </a:path>
              <a:path w="5555615" h="1964054">
                <a:moveTo>
                  <a:pt x="4709350" y="1963991"/>
                </a:moveTo>
                <a:lnTo>
                  <a:pt x="4680775" y="1963991"/>
                </a:lnTo>
                <a:lnTo>
                  <a:pt x="4680775" y="1935416"/>
                </a:lnTo>
                <a:lnTo>
                  <a:pt x="4709350" y="1935416"/>
                </a:lnTo>
                <a:lnTo>
                  <a:pt x="4709350" y="1963991"/>
                </a:lnTo>
                <a:close/>
              </a:path>
              <a:path w="5555615" h="1964054">
                <a:moveTo>
                  <a:pt x="4652200" y="1963991"/>
                </a:moveTo>
                <a:lnTo>
                  <a:pt x="4623625" y="1963991"/>
                </a:lnTo>
                <a:lnTo>
                  <a:pt x="4623625" y="1935416"/>
                </a:lnTo>
                <a:lnTo>
                  <a:pt x="4652200" y="1935416"/>
                </a:lnTo>
                <a:lnTo>
                  <a:pt x="4652200" y="1963991"/>
                </a:lnTo>
                <a:close/>
              </a:path>
              <a:path w="5555615" h="1964054">
                <a:moveTo>
                  <a:pt x="4595050" y="1963991"/>
                </a:moveTo>
                <a:lnTo>
                  <a:pt x="4566475" y="1963991"/>
                </a:lnTo>
                <a:lnTo>
                  <a:pt x="4566475" y="1935416"/>
                </a:lnTo>
                <a:lnTo>
                  <a:pt x="4595050" y="1935416"/>
                </a:lnTo>
                <a:lnTo>
                  <a:pt x="4595050" y="1963991"/>
                </a:lnTo>
                <a:close/>
              </a:path>
              <a:path w="5555615" h="1964054">
                <a:moveTo>
                  <a:pt x="4537900" y="1963991"/>
                </a:moveTo>
                <a:lnTo>
                  <a:pt x="4509325" y="1963991"/>
                </a:lnTo>
                <a:lnTo>
                  <a:pt x="4509325" y="1935416"/>
                </a:lnTo>
                <a:lnTo>
                  <a:pt x="4537900" y="1935416"/>
                </a:lnTo>
                <a:lnTo>
                  <a:pt x="4537900" y="1963991"/>
                </a:lnTo>
                <a:close/>
              </a:path>
              <a:path w="5555615" h="1964054">
                <a:moveTo>
                  <a:pt x="4480750" y="1963991"/>
                </a:moveTo>
                <a:lnTo>
                  <a:pt x="4452175" y="1963991"/>
                </a:lnTo>
                <a:lnTo>
                  <a:pt x="4452175" y="1935416"/>
                </a:lnTo>
                <a:lnTo>
                  <a:pt x="4480750" y="1935416"/>
                </a:lnTo>
                <a:lnTo>
                  <a:pt x="4480750" y="1963991"/>
                </a:lnTo>
                <a:close/>
              </a:path>
              <a:path w="5555615" h="1964054">
                <a:moveTo>
                  <a:pt x="4423600" y="1963991"/>
                </a:moveTo>
                <a:lnTo>
                  <a:pt x="4395025" y="1963991"/>
                </a:lnTo>
                <a:lnTo>
                  <a:pt x="4395025" y="1935416"/>
                </a:lnTo>
                <a:lnTo>
                  <a:pt x="4423600" y="1935416"/>
                </a:lnTo>
                <a:lnTo>
                  <a:pt x="4423600" y="1963991"/>
                </a:lnTo>
                <a:close/>
              </a:path>
              <a:path w="5555615" h="1964054">
                <a:moveTo>
                  <a:pt x="4366450" y="1963991"/>
                </a:moveTo>
                <a:lnTo>
                  <a:pt x="4337875" y="1963991"/>
                </a:lnTo>
                <a:lnTo>
                  <a:pt x="4337875" y="1935416"/>
                </a:lnTo>
                <a:lnTo>
                  <a:pt x="4366450" y="1935416"/>
                </a:lnTo>
                <a:lnTo>
                  <a:pt x="4366450" y="1963991"/>
                </a:lnTo>
                <a:close/>
              </a:path>
              <a:path w="5555615" h="1964054">
                <a:moveTo>
                  <a:pt x="4309300" y="1963991"/>
                </a:moveTo>
                <a:lnTo>
                  <a:pt x="4280725" y="1963991"/>
                </a:lnTo>
                <a:lnTo>
                  <a:pt x="4280725" y="1935416"/>
                </a:lnTo>
                <a:lnTo>
                  <a:pt x="4309300" y="1935416"/>
                </a:lnTo>
                <a:lnTo>
                  <a:pt x="4309300" y="1963991"/>
                </a:lnTo>
                <a:close/>
              </a:path>
              <a:path w="5555615" h="1964054">
                <a:moveTo>
                  <a:pt x="4252150" y="1963991"/>
                </a:moveTo>
                <a:lnTo>
                  <a:pt x="4223575" y="1963991"/>
                </a:lnTo>
                <a:lnTo>
                  <a:pt x="4223575" y="1935416"/>
                </a:lnTo>
                <a:lnTo>
                  <a:pt x="4252150" y="1935416"/>
                </a:lnTo>
                <a:lnTo>
                  <a:pt x="4252150" y="1963991"/>
                </a:lnTo>
                <a:close/>
              </a:path>
              <a:path w="5555615" h="1964054">
                <a:moveTo>
                  <a:pt x="4195000" y="1963991"/>
                </a:moveTo>
                <a:lnTo>
                  <a:pt x="4166425" y="1963991"/>
                </a:lnTo>
                <a:lnTo>
                  <a:pt x="4166425" y="1935416"/>
                </a:lnTo>
                <a:lnTo>
                  <a:pt x="4195000" y="1935416"/>
                </a:lnTo>
                <a:lnTo>
                  <a:pt x="4195000" y="1963991"/>
                </a:lnTo>
                <a:close/>
              </a:path>
              <a:path w="5555615" h="1964054">
                <a:moveTo>
                  <a:pt x="4137850" y="1963991"/>
                </a:moveTo>
                <a:lnTo>
                  <a:pt x="4109275" y="1963991"/>
                </a:lnTo>
                <a:lnTo>
                  <a:pt x="4109275" y="1935416"/>
                </a:lnTo>
                <a:lnTo>
                  <a:pt x="4137850" y="1935416"/>
                </a:lnTo>
                <a:lnTo>
                  <a:pt x="4137850" y="1963991"/>
                </a:lnTo>
                <a:close/>
              </a:path>
              <a:path w="5555615" h="1964054">
                <a:moveTo>
                  <a:pt x="4080700" y="1963991"/>
                </a:moveTo>
                <a:lnTo>
                  <a:pt x="4052125" y="1963991"/>
                </a:lnTo>
                <a:lnTo>
                  <a:pt x="4052125" y="1935416"/>
                </a:lnTo>
                <a:lnTo>
                  <a:pt x="4080700" y="1935416"/>
                </a:lnTo>
                <a:lnTo>
                  <a:pt x="4080700" y="1963991"/>
                </a:lnTo>
                <a:close/>
              </a:path>
              <a:path w="5555615" h="1964054">
                <a:moveTo>
                  <a:pt x="4023550" y="1963991"/>
                </a:moveTo>
                <a:lnTo>
                  <a:pt x="3994975" y="1963991"/>
                </a:lnTo>
                <a:lnTo>
                  <a:pt x="3994975" y="1935416"/>
                </a:lnTo>
                <a:lnTo>
                  <a:pt x="4023550" y="1935416"/>
                </a:lnTo>
                <a:lnTo>
                  <a:pt x="4023550" y="1963991"/>
                </a:lnTo>
                <a:close/>
              </a:path>
              <a:path w="5555615" h="1964054">
                <a:moveTo>
                  <a:pt x="3966400" y="1963991"/>
                </a:moveTo>
                <a:lnTo>
                  <a:pt x="3937825" y="1963991"/>
                </a:lnTo>
                <a:lnTo>
                  <a:pt x="3937825" y="1935416"/>
                </a:lnTo>
                <a:lnTo>
                  <a:pt x="3966400" y="1935416"/>
                </a:lnTo>
                <a:lnTo>
                  <a:pt x="3966400" y="1963991"/>
                </a:lnTo>
                <a:close/>
              </a:path>
              <a:path w="5555615" h="1964054">
                <a:moveTo>
                  <a:pt x="3909250" y="1963991"/>
                </a:moveTo>
                <a:lnTo>
                  <a:pt x="3880675" y="1963991"/>
                </a:lnTo>
                <a:lnTo>
                  <a:pt x="3880675" y="1935416"/>
                </a:lnTo>
                <a:lnTo>
                  <a:pt x="3909250" y="1935416"/>
                </a:lnTo>
                <a:lnTo>
                  <a:pt x="3909250" y="1963991"/>
                </a:lnTo>
                <a:close/>
              </a:path>
              <a:path w="5555615" h="1964054">
                <a:moveTo>
                  <a:pt x="3852100" y="1963991"/>
                </a:moveTo>
                <a:lnTo>
                  <a:pt x="3823525" y="1963991"/>
                </a:lnTo>
                <a:lnTo>
                  <a:pt x="3823525" y="1935416"/>
                </a:lnTo>
                <a:lnTo>
                  <a:pt x="3852100" y="1935416"/>
                </a:lnTo>
                <a:lnTo>
                  <a:pt x="3852100" y="1963991"/>
                </a:lnTo>
                <a:close/>
              </a:path>
              <a:path w="5555615" h="1964054">
                <a:moveTo>
                  <a:pt x="3794950" y="1963991"/>
                </a:moveTo>
                <a:lnTo>
                  <a:pt x="3766375" y="1963991"/>
                </a:lnTo>
                <a:lnTo>
                  <a:pt x="3766375" y="1935416"/>
                </a:lnTo>
                <a:lnTo>
                  <a:pt x="3794950" y="1935416"/>
                </a:lnTo>
                <a:lnTo>
                  <a:pt x="3794950" y="1963991"/>
                </a:lnTo>
                <a:close/>
              </a:path>
              <a:path w="5555615" h="1964054">
                <a:moveTo>
                  <a:pt x="3737800" y="1963991"/>
                </a:moveTo>
                <a:lnTo>
                  <a:pt x="3709225" y="1963991"/>
                </a:lnTo>
                <a:lnTo>
                  <a:pt x="3709225" y="1935416"/>
                </a:lnTo>
                <a:lnTo>
                  <a:pt x="3737800" y="1935416"/>
                </a:lnTo>
                <a:lnTo>
                  <a:pt x="3737800" y="1963991"/>
                </a:lnTo>
                <a:close/>
              </a:path>
              <a:path w="5555615" h="1964054">
                <a:moveTo>
                  <a:pt x="3680650" y="1963991"/>
                </a:moveTo>
                <a:lnTo>
                  <a:pt x="3652075" y="1963991"/>
                </a:lnTo>
                <a:lnTo>
                  <a:pt x="3652075" y="1935416"/>
                </a:lnTo>
                <a:lnTo>
                  <a:pt x="3680650" y="1935416"/>
                </a:lnTo>
                <a:lnTo>
                  <a:pt x="3680650" y="1963991"/>
                </a:lnTo>
                <a:close/>
              </a:path>
              <a:path w="5555615" h="1964054">
                <a:moveTo>
                  <a:pt x="3623500" y="1963991"/>
                </a:moveTo>
                <a:lnTo>
                  <a:pt x="3594925" y="1963991"/>
                </a:lnTo>
                <a:lnTo>
                  <a:pt x="3594925" y="1935416"/>
                </a:lnTo>
                <a:lnTo>
                  <a:pt x="3623500" y="1935416"/>
                </a:lnTo>
                <a:lnTo>
                  <a:pt x="3623500" y="1963991"/>
                </a:lnTo>
                <a:close/>
              </a:path>
              <a:path w="5555615" h="1964054">
                <a:moveTo>
                  <a:pt x="3566350" y="1963991"/>
                </a:moveTo>
                <a:lnTo>
                  <a:pt x="3537775" y="1963991"/>
                </a:lnTo>
                <a:lnTo>
                  <a:pt x="3537775" y="1935416"/>
                </a:lnTo>
                <a:lnTo>
                  <a:pt x="3566350" y="1935416"/>
                </a:lnTo>
                <a:lnTo>
                  <a:pt x="3566350" y="1963991"/>
                </a:lnTo>
                <a:close/>
              </a:path>
              <a:path w="5555615" h="1964054">
                <a:moveTo>
                  <a:pt x="3509200" y="1963991"/>
                </a:moveTo>
                <a:lnTo>
                  <a:pt x="3480625" y="1963991"/>
                </a:lnTo>
                <a:lnTo>
                  <a:pt x="3480625" y="1935416"/>
                </a:lnTo>
                <a:lnTo>
                  <a:pt x="3509200" y="1935416"/>
                </a:lnTo>
                <a:lnTo>
                  <a:pt x="3509200" y="1963991"/>
                </a:lnTo>
                <a:close/>
              </a:path>
              <a:path w="5555615" h="1964054">
                <a:moveTo>
                  <a:pt x="3452050" y="1963991"/>
                </a:moveTo>
                <a:lnTo>
                  <a:pt x="3423475" y="1963991"/>
                </a:lnTo>
                <a:lnTo>
                  <a:pt x="3423475" y="1935416"/>
                </a:lnTo>
                <a:lnTo>
                  <a:pt x="3452050" y="1935416"/>
                </a:lnTo>
                <a:lnTo>
                  <a:pt x="3452050" y="1963991"/>
                </a:lnTo>
                <a:close/>
              </a:path>
              <a:path w="5555615" h="1964054">
                <a:moveTo>
                  <a:pt x="3394900" y="1963991"/>
                </a:moveTo>
                <a:lnTo>
                  <a:pt x="3366325" y="1963991"/>
                </a:lnTo>
                <a:lnTo>
                  <a:pt x="3366325" y="1935416"/>
                </a:lnTo>
                <a:lnTo>
                  <a:pt x="3394900" y="1935416"/>
                </a:lnTo>
                <a:lnTo>
                  <a:pt x="3394900" y="1963991"/>
                </a:lnTo>
                <a:close/>
              </a:path>
              <a:path w="5555615" h="1964054">
                <a:moveTo>
                  <a:pt x="3337750" y="1963991"/>
                </a:moveTo>
                <a:lnTo>
                  <a:pt x="3309175" y="1963991"/>
                </a:lnTo>
                <a:lnTo>
                  <a:pt x="3309175" y="1935416"/>
                </a:lnTo>
                <a:lnTo>
                  <a:pt x="3337750" y="1935416"/>
                </a:lnTo>
                <a:lnTo>
                  <a:pt x="3337750" y="1963991"/>
                </a:lnTo>
                <a:close/>
              </a:path>
              <a:path w="5555615" h="1964054">
                <a:moveTo>
                  <a:pt x="3280600" y="1963991"/>
                </a:moveTo>
                <a:lnTo>
                  <a:pt x="3252025" y="1963991"/>
                </a:lnTo>
                <a:lnTo>
                  <a:pt x="3252025" y="1935416"/>
                </a:lnTo>
                <a:lnTo>
                  <a:pt x="3280600" y="1935416"/>
                </a:lnTo>
                <a:lnTo>
                  <a:pt x="3280600" y="1963991"/>
                </a:lnTo>
                <a:close/>
              </a:path>
              <a:path w="5555615" h="1964054">
                <a:moveTo>
                  <a:pt x="3223450" y="1963991"/>
                </a:moveTo>
                <a:lnTo>
                  <a:pt x="3194875" y="1963991"/>
                </a:lnTo>
                <a:lnTo>
                  <a:pt x="3194875" y="1935416"/>
                </a:lnTo>
                <a:lnTo>
                  <a:pt x="3223450" y="1935416"/>
                </a:lnTo>
                <a:lnTo>
                  <a:pt x="3223450" y="1963991"/>
                </a:lnTo>
                <a:close/>
              </a:path>
              <a:path w="5555615" h="1964054">
                <a:moveTo>
                  <a:pt x="3166300" y="1963991"/>
                </a:moveTo>
                <a:lnTo>
                  <a:pt x="3137725" y="1963991"/>
                </a:lnTo>
                <a:lnTo>
                  <a:pt x="3137725" y="1935416"/>
                </a:lnTo>
                <a:lnTo>
                  <a:pt x="3166300" y="1935416"/>
                </a:lnTo>
                <a:lnTo>
                  <a:pt x="3166300" y="1963991"/>
                </a:lnTo>
                <a:close/>
              </a:path>
              <a:path w="5555615" h="1964054">
                <a:moveTo>
                  <a:pt x="3109150" y="1963991"/>
                </a:moveTo>
                <a:lnTo>
                  <a:pt x="3080575" y="1963991"/>
                </a:lnTo>
                <a:lnTo>
                  <a:pt x="3080575" y="1935416"/>
                </a:lnTo>
                <a:lnTo>
                  <a:pt x="3109150" y="1935416"/>
                </a:lnTo>
                <a:lnTo>
                  <a:pt x="3109150" y="1963991"/>
                </a:lnTo>
                <a:close/>
              </a:path>
              <a:path w="5555615" h="1964054">
                <a:moveTo>
                  <a:pt x="3052000" y="1963991"/>
                </a:moveTo>
                <a:lnTo>
                  <a:pt x="3023425" y="1963991"/>
                </a:lnTo>
                <a:lnTo>
                  <a:pt x="3023425" y="1935416"/>
                </a:lnTo>
                <a:lnTo>
                  <a:pt x="3052000" y="1935416"/>
                </a:lnTo>
                <a:lnTo>
                  <a:pt x="3052000" y="1963991"/>
                </a:lnTo>
                <a:close/>
              </a:path>
              <a:path w="5555615" h="1964054">
                <a:moveTo>
                  <a:pt x="2994850" y="1963991"/>
                </a:moveTo>
                <a:lnTo>
                  <a:pt x="2966275" y="1963991"/>
                </a:lnTo>
                <a:lnTo>
                  <a:pt x="2966275" y="1935416"/>
                </a:lnTo>
                <a:lnTo>
                  <a:pt x="2994850" y="1935416"/>
                </a:lnTo>
                <a:lnTo>
                  <a:pt x="2994850" y="1963991"/>
                </a:lnTo>
                <a:close/>
              </a:path>
              <a:path w="5555615" h="1964054">
                <a:moveTo>
                  <a:pt x="2937700" y="1963991"/>
                </a:moveTo>
                <a:lnTo>
                  <a:pt x="2909125" y="1963991"/>
                </a:lnTo>
                <a:lnTo>
                  <a:pt x="2909125" y="1935416"/>
                </a:lnTo>
                <a:lnTo>
                  <a:pt x="2937700" y="1935416"/>
                </a:lnTo>
                <a:lnTo>
                  <a:pt x="2937700" y="1963991"/>
                </a:lnTo>
                <a:close/>
              </a:path>
              <a:path w="5555615" h="1964054">
                <a:moveTo>
                  <a:pt x="2880550" y="1963991"/>
                </a:moveTo>
                <a:lnTo>
                  <a:pt x="2851975" y="1963991"/>
                </a:lnTo>
                <a:lnTo>
                  <a:pt x="2851975" y="1935416"/>
                </a:lnTo>
                <a:lnTo>
                  <a:pt x="2880550" y="1935416"/>
                </a:lnTo>
                <a:lnTo>
                  <a:pt x="2880550" y="1963991"/>
                </a:lnTo>
                <a:close/>
              </a:path>
              <a:path w="5555615" h="1964054">
                <a:moveTo>
                  <a:pt x="2823400" y="1963991"/>
                </a:moveTo>
                <a:lnTo>
                  <a:pt x="2794825" y="1963991"/>
                </a:lnTo>
                <a:lnTo>
                  <a:pt x="2794825" y="1935416"/>
                </a:lnTo>
                <a:lnTo>
                  <a:pt x="2823400" y="1935416"/>
                </a:lnTo>
                <a:lnTo>
                  <a:pt x="2823400" y="1963991"/>
                </a:lnTo>
                <a:close/>
              </a:path>
              <a:path w="5555615" h="1964054">
                <a:moveTo>
                  <a:pt x="2766250" y="1963991"/>
                </a:moveTo>
                <a:lnTo>
                  <a:pt x="2737675" y="1963991"/>
                </a:lnTo>
                <a:lnTo>
                  <a:pt x="2737675" y="1935416"/>
                </a:lnTo>
                <a:lnTo>
                  <a:pt x="2766250" y="1935416"/>
                </a:lnTo>
                <a:lnTo>
                  <a:pt x="2766250" y="1963991"/>
                </a:lnTo>
                <a:close/>
              </a:path>
              <a:path w="5555615" h="1964054">
                <a:moveTo>
                  <a:pt x="2709100" y="1963991"/>
                </a:moveTo>
                <a:lnTo>
                  <a:pt x="2680525" y="1963991"/>
                </a:lnTo>
                <a:lnTo>
                  <a:pt x="2680525" y="1935416"/>
                </a:lnTo>
                <a:lnTo>
                  <a:pt x="2709100" y="1935416"/>
                </a:lnTo>
                <a:lnTo>
                  <a:pt x="2709100" y="1963991"/>
                </a:lnTo>
                <a:close/>
              </a:path>
              <a:path w="5555615" h="1964054">
                <a:moveTo>
                  <a:pt x="2651950" y="1963991"/>
                </a:moveTo>
                <a:lnTo>
                  <a:pt x="2623375" y="1963991"/>
                </a:lnTo>
                <a:lnTo>
                  <a:pt x="2623375" y="1935416"/>
                </a:lnTo>
                <a:lnTo>
                  <a:pt x="2651950" y="1935416"/>
                </a:lnTo>
                <a:lnTo>
                  <a:pt x="2651950" y="1963991"/>
                </a:lnTo>
                <a:close/>
              </a:path>
              <a:path w="5555615" h="1964054">
                <a:moveTo>
                  <a:pt x="2594800" y="1963991"/>
                </a:moveTo>
                <a:lnTo>
                  <a:pt x="2566225" y="1963991"/>
                </a:lnTo>
                <a:lnTo>
                  <a:pt x="2566225" y="1935416"/>
                </a:lnTo>
                <a:lnTo>
                  <a:pt x="2594800" y="1935416"/>
                </a:lnTo>
                <a:lnTo>
                  <a:pt x="2594800" y="1963991"/>
                </a:lnTo>
                <a:close/>
              </a:path>
              <a:path w="5555615" h="1964054">
                <a:moveTo>
                  <a:pt x="2537650" y="1963991"/>
                </a:moveTo>
                <a:lnTo>
                  <a:pt x="2509075" y="1963991"/>
                </a:lnTo>
                <a:lnTo>
                  <a:pt x="2509075" y="1935416"/>
                </a:lnTo>
                <a:lnTo>
                  <a:pt x="2537650" y="1935416"/>
                </a:lnTo>
                <a:lnTo>
                  <a:pt x="2537650" y="1963991"/>
                </a:lnTo>
                <a:close/>
              </a:path>
              <a:path w="5555615" h="1964054">
                <a:moveTo>
                  <a:pt x="2480500" y="1963991"/>
                </a:moveTo>
                <a:lnTo>
                  <a:pt x="2451925" y="1963991"/>
                </a:lnTo>
                <a:lnTo>
                  <a:pt x="2451925" y="1935416"/>
                </a:lnTo>
                <a:lnTo>
                  <a:pt x="2480500" y="1935416"/>
                </a:lnTo>
                <a:lnTo>
                  <a:pt x="2480500" y="1963991"/>
                </a:lnTo>
                <a:close/>
              </a:path>
              <a:path w="5555615" h="1964054">
                <a:moveTo>
                  <a:pt x="2423350" y="1963991"/>
                </a:moveTo>
                <a:lnTo>
                  <a:pt x="2394775" y="1963991"/>
                </a:lnTo>
                <a:lnTo>
                  <a:pt x="2394775" y="1935416"/>
                </a:lnTo>
                <a:lnTo>
                  <a:pt x="2423350" y="1935416"/>
                </a:lnTo>
                <a:lnTo>
                  <a:pt x="2423350" y="1963991"/>
                </a:lnTo>
                <a:close/>
              </a:path>
              <a:path w="5555615" h="1964054">
                <a:moveTo>
                  <a:pt x="2366200" y="1963991"/>
                </a:moveTo>
                <a:lnTo>
                  <a:pt x="2337625" y="1963991"/>
                </a:lnTo>
                <a:lnTo>
                  <a:pt x="2337625" y="1935416"/>
                </a:lnTo>
                <a:lnTo>
                  <a:pt x="2366200" y="1935416"/>
                </a:lnTo>
                <a:lnTo>
                  <a:pt x="2366200" y="1963991"/>
                </a:lnTo>
                <a:close/>
              </a:path>
              <a:path w="5555615" h="1964054">
                <a:moveTo>
                  <a:pt x="2309050" y="1963991"/>
                </a:moveTo>
                <a:lnTo>
                  <a:pt x="2280475" y="1963991"/>
                </a:lnTo>
                <a:lnTo>
                  <a:pt x="2280475" y="1935416"/>
                </a:lnTo>
                <a:lnTo>
                  <a:pt x="2309050" y="1935416"/>
                </a:lnTo>
                <a:lnTo>
                  <a:pt x="2309050" y="1963991"/>
                </a:lnTo>
                <a:close/>
              </a:path>
              <a:path w="5555615" h="1964054">
                <a:moveTo>
                  <a:pt x="2251900" y="1963991"/>
                </a:moveTo>
                <a:lnTo>
                  <a:pt x="2223325" y="1963991"/>
                </a:lnTo>
                <a:lnTo>
                  <a:pt x="2223325" y="1935416"/>
                </a:lnTo>
                <a:lnTo>
                  <a:pt x="2251900" y="1935416"/>
                </a:lnTo>
                <a:lnTo>
                  <a:pt x="2251900" y="1963991"/>
                </a:lnTo>
                <a:close/>
              </a:path>
              <a:path w="5555615" h="1964054">
                <a:moveTo>
                  <a:pt x="2194750" y="1963991"/>
                </a:moveTo>
                <a:lnTo>
                  <a:pt x="2166175" y="1963991"/>
                </a:lnTo>
                <a:lnTo>
                  <a:pt x="2166175" y="1935416"/>
                </a:lnTo>
                <a:lnTo>
                  <a:pt x="2194750" y="1935416"/>
                </a:lnTo>
                <a:lnTo>
                  <a:pt x="2194750" y="1963991"/>
                </a:lnTo>
                <a:close/>
              </a:path>
              <a:path w="5555615" h="1964054">
                <a:moveTo>
                  <a:pt x="2137600" y="1963991"/>
                </a:moveTo>
                <a:lnTo>
                  <a:pt x="2109025" y="1963991"/>
                </a:lnTo>
                <a:lnTo>
                  <a:pt x="2109025" y="1935416"/>
                </a:lnTo>
                <a:lnTo>
                  <a:pt x="2137600" y="1935416"/>
                </a:lnTo>
                <a:lnTo>
                  <a:pt x="2137600" y="1963991"/>
                </a:lnTo>
                <a:close/>
              </a:path>
              <a:path w="5555615" h="1964054">
                <a:moveTo>
                  <a:pt x="2080450" y="1963991"/>
                </a:moveTo>
                <a:lnTo>
                  <a:pt x="2051875" y="1963991"/>
                </a:lnTo>
                <a:lnTo>
                  <a:pt x="2051875" y="1935416"/>
                </a:lnTo>
                <a:lnTo>
                  <a:pt x="2080450" y="1935416"/>
                </a:lnTo>
                <a:lnTo>
                  <a:pt x="2080450" y="1963991"/>
                </a:lnTo>
                <a:close/>
              </a:path>
              <a:path w="5555615" h="1964054">
                <a:moveTo>
                  <a:pt x="2023300" y="1963991"/>
                </a:moveTo>
                <a:lnTo>
                  <a:pt x="1994725" y="1963991"/>
                </a:lnTo>
                <a:lnTo>
                  <a:pt x="1994725" y="1935416"/>
                </a:lnTo>
                <a:lnTo>
                  <a:pt x="2023300" y="1935416"/>
                </a:lnTo>
                <a:lnTo>
                  <a:pt x="2023300" y="1963991"/>
                </a:lnTo>
                <a:close/>
              </a:path>
              <a:path w="5555615" h="1964054">
                <a:moveTo>
                  <a:pt x="1966150" y="1963991"/>
                </a:moveTo>
                <a:lnTo>
                  <a:pt x="1937575" y="1963991"/>
                </a:lnTo>
                <a:lnTo>
                  <a:pt x="1937575" y="1935416"/>
                </a:lnTo>
                <a:lnTo>
                  <a:pt x="1966150" y="1935416"/>
                </a:lnTo>
                <a:lnTo>
                  <a:pt x="1966150" y="1963991"/>
                </a:lnTo>
                <a:close/>
              </a:path>
              <a:path w="5555615" h="1964054">
                <a:moveTo>
                  <a:pt x="1909000" y="1963991"/>
                </a:moveTo>
                <a:lnTo>
                  <a:pt x="1880425" y="1963991"/>
                </a:lnTo>
                <a:lnTo>
                  <a:pt x="1880425" y="1935416"/>
                </a:lnTo>
                <a:lnTo>
                  <a:pt x="1909000" y="1935416"/>
                </a:lnTo>
                <a:lnTo>
                  <a:pt x="1909000" y="1963991"/>
                </a:lnTo>
                <a:close/>
              </a:path>
              <a:path w="5555615" h="1964054">
                <a:moveTo>
                  <a:pt x="1851850" y="1963991"/>
                </a:moveTo>
                <a:lnTo>
                  <a:pt x="1823275" y="1963991"/>
                </a:lnTo>
                <a:lnTo>
                  <a:pt x="1823275" y="1935416"/>
                </a:lnTo>
                <a:lnTo>
                  <a:pt x="1851850" y="1935416"/>
                </a:lnTo>
                <a:lnTo>
                  <a:pt x="1851850" y="1963991"/>
                </a:lnTo>
                <a:close/>
              </a:path>
              <a:path w="5555615" h="1964054">
                <a:moveTo>
                  <a:pt x="1794700" y="1963991"/>
                </a:moveTo>
                <a:lnTo>
                  <a:pt x="1766125" y="1963991"/>
                </a:lnTo>
                <a:lnTo>
                  <a:pt x="1766125" y="1935416"/>
                </a:lnTo>
                <a:lnTo>
                  <a:pt x="1794700" y="1935416"/>
                </a:lnTo>
                <a:lnTo>
                  <a:pt x="1794700" y="1963991"/>
                </a:lnTo>
                <a:close/>
              </a:path>
              <a:path w="5555615" h="1964054">
                <a:moveTo>
                  <a:pt x="1737550" y="1963991"/>
                </a:moveTo>
                <a:lnTo>
                  <a:pt x="1708975" y="1963991"/>
                </a:lnTo>
                <a:lnTo>
                  <a:pt x="1708975" y="1935416"/>
                </a:lnTo>
                <a:lnTo>
                  <a:pt x="1737550" y="1935416"/>
                </a:lnTo>
                <a:lnTo>
                  <a:pt x="1737550" y="1963991"/>
                </a:lnTo>
                <a:close/>
              </a:path>
              <a:path w="5555615" h="1964054">
                <a:moveTo>
                  <a:pt x="1680400" y="1963991"/>
                </a:moveTo>
                <a:lnTo>
                  <a:pt x="1651825" y="1963991"/>
                </a:lnTo>
                <a:lnTo>
                  <a:pt x="1651825" y="1935416"/>
                </a:lnTo>
                <a:lnTo>
                  <a:pt x="1680400" y="1935416"/>
                </a:lnTo>
                <a:lnTo>
                  <a:pt x="1680400" y="1963991"/>
                </a:lnTo>
                <a:close/>
              </a:path>
              <a:path w="5555615" h="1964054">
                <a:moveTo>
                  <a:pt x="1623250" y="1963991"/>
                </a:moveTo>
                <a:lnTo>
                  <a:pt x="1594675" y="1963991"/>
                </a:lnTo>
                <a:lnTo>
                  <a:pt x="1594675" y="1935416"/>
                </a:lnTo>
                <a:lnTo>
                  <a:pt x="1623250" y="1935416"/>
                </a:lnTo>
                <a:lnTo>
                  <a:pt x="1623250" y="1963991"/>
                </a:lnTo>
                <a:close/>
              </a:path>
              <a:path w="5555615" h="1964054">
                <a:moveTo>
                  <a:pt x="1566100" y="1963991"/>
                </a:moveTo>
                <a:lnTo>
                  <a:pt x="1537525" y="1963991"/>
                </a:lnTo>
                <a:lnTo>
                  <a:pt x="1537525" y="1935416"/>
                </a:lnTo>
                <a:lnTo>
                  <a:pt x="1566100" y="1935416"/>
                </a:lnTo>
                <a:lnTo>
                  <a:pt x="1566100" y="1963991"/>
                </a:lnTo>
                <a:close/>
              </a:path>
              <a:path w="5555615" h="1964054">
                <a:moveTo>
                  <a:pt x="1508950" y="1963991"/>
                </a:moveTo>
                <a:lnTo>
                  <a:pt x="1480375" y="1963991"/>
                </a:lnTo>
                <a:lnTo>
                  <a:pt x="1480375" y="1935416"/>
                </a:lnTo>
                <a:lnTo>
                  <a:pt x="1508950" y="1935416"/>
                </a:lnTo>
                <a:lnTo>
                  <a:pt x="1508950" y="1963991"/>
                </a:lnTo>
                <a:close/>
              </a:path>
              <a:path w="5555615" h="1964054">
                <a:moveTo>
                  <a:pt x="1451800" y="1963991"/>
                </a:moveTo>
                <a:lnTo>
                  <a:pt x="1423225" y="1963991"/>
                </a:lnTo>
                <a:lnTo>
                  <a:pt x="1423225" y="1935416"/>
                </a:lnTo>
                <a:lnTo>
                  <a:pt x="1451800" y="1935416"/>
                </a:lnTo>
                <a:lnTo>
                  <a:pt x="1451800" y="1963991"/>
                </a:lnTo>
                <a:close/>
              </a:path>
              <a:path w="5555615" h="1964054">
                <a:moveTo>
                  <a:pt x="1394650" y="1963991"/>
                </a:moveTo>
                <a:lnTo>
                  <a:pt x="1366075" y="1963991"/>
                </a:lnTo>
                <a:lnTo>
                  <a:pt x="1366075" y="1935416"/>
                </a:lnTo>
                <a:lnTo>
                  <a:pt x="1394650" y="1935416"/>
                </a:lnTo>
                <a:lnTo>
                  <a:pt x="1394650" y="1963991"/>
                </a:lnTo>
                <a:close/>
              </a:path>
              <a:path w="5555615" h="1964054">
                <a:moveTo>
                  <a:pt x="1337500" y="1963991"/>
                </a:moveTo>
                <a:lnTo>
                  <a:pt x="1308925" y="1963991"/>
                </a:lnTo>
                <a:lnTo>
                  <a:pt x="1308925" y="1935416"/>
                </a:lnTo>
                <a:lnTo>
                  <a:pt x="1337500" y="1935416"/>
                </a:lnTo>
                <a:lnTo>
                  <a:pt x="1337500" y="1963991"/>
                </a:lnTo>
                <a:close/>
              </a:path>
              <a:path w="5555615" h="1964054">
                <a:moveTo>
                  <a:pt x="1280350" y="1963991"/>
                </a:moveTo>
                <a:lnTo>
                  <a:pt x="1251775" y="1963991"/>
                </a:lnTo>
                <a:lnTo>
                  <a:pt x="1251775" y="1935416"/>
                </a:lnTo>
                <a:lnTo>
                  <a:pt x="1280350" y="1935416"/>
                </a:lnTo>
                <a:lnTo>
                  <a:pt x="1280350" y="1963991"/>
                </a:lnTo>
                <a:close/>
              </a:path>
              <a:path w="5555615" h="1964054">
                <a:moveTo>
                  <a:pt x="1223200" y="1963991"/>
                </a:moveTo>
                <a:lnTo>
                  <a:pt x="1194625" y="1963991"/>
                </a:lnTo>
                <a:lnTo>
                  <a:pt x="1194625" y="1935416"/>
                </a:lnTo>
                <a:lnTo>
                  <a:pt x="1223200" y="1935416"/>
                </a:lnTo>
                <a:lnTo>
                  <a:pt x="1223200" y="1963991"/>
                </a:lnTo>
                <a:close/>
              </a:path>
              <a:path w="5555615" h="1964054">
                <a:moveTo>
                  <a:pt x="1166050" y="1963991"/>
                </a:moveTo>
                <a:lnTo>
                  <a:pt x="1137475" y="1963991"/>
                </a:lnTo>
                <a:lnTo>
                  <a:pt x="1137475" y="1935416"/>
                </a:lnTo>
                <a:lnTo>
                  <a:pt x="1166050" y="1935416"/>
                </a:lnTo>
                <a:lnTo>
                  <a:pt x="1166050" y="1963991"/>
                </a:lnTo>
                <a:close/>
              </a:path>
              <a:path w="5555615" h="1964054">
                <a:moveTo>
                  <a:pt x="1108900" y="1963991"/>
                </a:moveTo>
                <a:lnTo>
                  <a:pt x="1080325" y="1963991"/>
                </a:lnTo>
                <a:lnTo>
                  <a:pt x="1080325" y="1935416"/>
                </a:lnTo>
                <a:lnTo>
                  <a:pt x="1108900" y="1935416"/>
                </a:lnTo>
                <a:lnTo>
                  <a:pt x="1108900" y="1963991"/>
                </a:lnTo>
                <a:close/>
              </a:path>
              <a:path w="5555615" h="1964054">
                <a:moveTo>
                  <a:pt x="1051750" y="1963991"/>
                </a:moveTo>
                <a:lnTo>
                  <a:pt x="1023175" y="1963991"/>
                </a:lnTo>
                <a:lnTo>
                  <a:pt x="1023175" y="1935416"/>
                </a:lnTo>
                <a:lnTo>
                  <a:pt x="1051750" y="1935416"/>
                </a:lnTo>
                <a:lnTo>
                  <a:pt x="1051750" y="1963991"/>
                </a:lnTo>
                <a:close/>
              </a:path>
              <a:path w="5555615" h="1964054">
                <a:moveTo>
                  <a:pt x="994600" y="1963991"/>
                </a:moveTo>
                <a:lnTo>
                  <a:pt x="966025" y="1963991"/>
                </a:lnTo>
                <a:lnTo>
                  <a:pt x="966025" y="1935416"/>
                </a:lnTo>
                <a:lnTo>
                  <a:pt x="994600" y="1935416"/>
                </a:lnTo>
                <a:lnTo>
                  <a:pt x="994600" y="1963991"/>
                </a:lnTo>
                <a:close/>
              </a:path>
              <a:path w="5555615" h="1964054">
                <a:moveTo>
                  <a:pt x="937450" y="1963991"/>
                </a:moveTo>
                <a:lnTo>
                  <a:pt x="908875" y="1963991"/>
                </a:lnTo>
                <a:lnTo>
                  <a:pt x="908875" y="1935416"/>
                </a:lnTo>
                <a:lnTo>
                  <a:pt x="937450" y="1935416"/>
                </a:lnTo>
                <a:lnTo>
                  <a:pt x="937450" y="1963991"/>
                </a:lnTo>
                <a:close/>
              </a:path>
              <a:path w="5555615" h="1964054">
                <a:moveTo>
                  <a:pt x="880300" y="1963991"/>
                </a:moveTo>
                <a:lnTo>
                  <a:pt x="851725" y="1963991"/>
                </a:lnTo>
                <a:lnTo>
                  <a:pt x="851725" y="1935416"/>
                </a:lnTo>
                <a:lnTo>
                  <a:pt x="880300" y="1935416"/>
                </a:lnTo>
                <a:lnTo>
                  <a:pt x="880300" y="1963991"/>
                </a:lnTo>
                <a:close/>
              </a:path>
              <a:path w="5555615" h="1964054">
                <a:moveTo>
                  <a:pt x="823150" y="1963991"/>
                </a:moveTo>
                <a:lnTo>
                  <a:pt x="794575" y="1963991"/>
                </a:lnTo>
                <a:lnTo>
                  <a:pt x="794575" y="1935416"/>
                </a:lnTo>
                <a:lnTo>
                  <a:pt x="823150" y="1935416"/>
                </a:lnTo>
                <a:lnTo>
                  <a:pt x="823150" y="1963991"/>
                </a:lnTo>
                <a:close/>
              </a:path>
              <a:path w="5555615" h="1964054">
                <a:moveTo>
                  <a:pt x="766000" y="1963991"/>
                </a:moveTo>
                <a:lnTo>
                  <a:pt x="737425" y="1963991"/>
                </a:lnTo>
                <a:lnTo>
                  <a:pt x="737425" y="1935416"/>
                </a:lnTo>
                <a:lnTo>
                  <a:pt x="766000" y="1935416"/>
                </a:lnTo>
                <a:lnTo>
                  <a:pt x="766000" y="1963991"/>
                </a:lnTo>
                <a:close/>
              </a:path>
              <a:path w="5555615" h="1964054">
                <a:moveTo>
                  <a:pt x="708850" y="1963991"/>
                </a:moveTo>
                <a:lnTo>
                  <a:pt x="680275" y="1963991"/>
                </a:lnTo>
                <a:lnTo>
                  <a:pt x="680275" y="1935416"/>
                </a:lnTo>
                <a:lnTo>
                  <a:pt x="708850" y="1935416"/>
                </a:lnTo>
                <a:lnTo>
                  <a:pt x="708850" y="1963991"/>
                </a:lnTo>
                <a:close/>
              </a:path>
              <a:path w="5555615" h="1964054">
                <a:moveTo>
                  <a:pt x="651700" y="1963991"/>
                </a:moveTo>
                <a:lnTo>
                  <a:pt x="623125" y="1963991"/>
                </a:lnTo>
                <a:lnTo>
                  <a:pt x="623125" y="1935416"/>
                </a:lnTo>
                <a:lnTo>
                  <a:pt x="651700" y="1935416"/>
                </a:lnTo>
                <a:lnTo>
                  <a:pt x="651700" y="1963991"/>
                </a:lnTo>
                <a:close/>
              </a:path>
              <a:path w="5555615" h="1964054">
                <a:moveTo>
                  <a:pt x="594550" y="1963991"/>
                </a:moveTo>
                <a:lnTo>
                  <a:pt x="565975" y="1963991"/>
                </a:lnTo>
                <a:lnTo>
                  <a:pt x="565975" y="1935416"/>
                </a:lnTo>
                <a:lnTo>
                  <a:pt x="594550" y="1935416"/>
                </a:lnTo>
                <a:lnTo>
                  <a:pt x="594550" y="1963991"/>
                </a:lnTo>
                <a:close/>
              </a:path>
              <a:path w="5555615" h="1964054">
                <a:moveTo>
                  <a:pt x="537400" y="1963991"/>
                </a:moveTo>
                <a:lnTo>
                  <a:pt x="508825" y="1963991"/>
                </a:lnTo>
                <a:lnTo>
                  <a:pt x="508825" y="1935416"/>
                </a:lnTo>
                <a:lnTo>
                  <a:pt x="537400" y="1935416"/>
                </a:lnTo>
                <a:lnTo>
                  <a:pt x="537400" y="1963991"/>
                </a:lnTo>
                <a:close/>
              </a:path>
              <a:path w="5555615" h="1964054">
                <a:moveTo>
                  <a:pt x="480250" y="1963991"/>
                </a:moveTo>
                <a:lnTo>
                  <a:pt x="451675" y="1963991"/>
                </a:lnTo>
                <a:lnTo>
                  <a:pt x="451675" y="1935416"/>
                </a:lnTo>
                <a:lnTo>
                  <a:pt x="480250" y="1935416"/>
                </a:lnTo>
                <a:lnTo>
                  <a:pt x="480250" y="1963991"/>
                </a:lnTo>
                <a:close/>
              </a:path>
              <a:path w="5555615" h="1964054">
                <a:moveTo>
                  <a:pt x="423100" y="1963991"/>
                </a:moveTo>
                <a:lnTo>
                  <a:pt x="394525" y="1963991"/>
                </a:lnTo>
                <a:lnTo>
                  <a:pt x="394525" y="1935416"/>
                </a:lnTo>
                <a:lnTo>
                  <a:pt x="423100" y="1935416"/>
                </a:lnTo>
                <a:lnTo>
                  <a:pt x="423100" y="1963991"/>
                </a:lnTo>
                <a:close/>
              </a:path>
              <a:path w="5555615" h="1964054">
                <a:moveTo>
                  <a:pt x="365950" y="1963991"/>
                </a:moveTo>
                <a:lnTo>
                  <a:pt x="337375" y="1963991"/>
                </a:lnTo>
                <a:lnTo>
                  <a:pt x="337375" y="1935416"/>
                </a:lnTo>
                <a:lnTo>
                  <a:pt x="365950" y="1935416"/>
                </a:lnTo>
                <a:lnTo>
                  <a:pt x="365950" y="1963991"/>
                </a:lnTo>
                <a:close/>
              </a:path>
              <a:path w="5555615" h="1964054">
                <a:moveTo>
                  <a:pt x="308800" y="1963991"/>
                </a:moveTo>
                <a:lnTo>
                  <a:pt x="280225" y="1963991"/>
                </a:lnTo>
                <a:lnTo>
                  <a:pt x="280225" y="1935416"/>
                </a:lnTo>
                <a:lnTo>
                  <a:pt x="308800" y="1935416"/>
                </a:lnTo>
                <a:lnTo>
                  <a:pt x="308800" y="1963991"/>
                </a:lnTo>
                <a:close/>
              </a:path>
              <a:path w="5555615" h="1964054">
                <a:moveTo>
                  <a:pt x="251650" y="1963991"/>
                </a:moveTo>
                <a:lnTo>
                  <a:pt x="223075" y="1963991"/>
                </a:lnTo>
                <a:lnTo>
                  <a:pt x="223075" y="1935416"/>
                </a:lnTo>
                <a:lnTo>
                  <a:pt x="251650" y="1935416"/>
                </a:lnTo>
                <a:lnTo>
                  <a:pt x="251650" y="1963991"/>
                </a:lnTo>
                <a:close/>
              </a:path>
              <a:path w="5555615" h="1964054">
                <a:moveTo>
                  <a:pt x="194500" y="1963991"/>
                </a:moveTo>
                <a:lnTo>
                  <a:pt x="165925" y="1963991"/>
                </a:lnTo>
                <a:lnTo>
                  <a:pt x="165925" y="1935416"/>
                </a:lnTo>
                <a:lnTo>
                  <a:pt x="194500" y="1935416"/>
                </a:lnTo>
                <a:lnTo>
                  <a:pt x="194500" y="1963991"/>
                </a:lnTo>
                <a:close/>
              </a:path>
              <a:path w="5555615" h="1964054">
                <a:moveTo>
                  <a:pt x="137350" y="1963991"/>
                </a:moveTo>
                <a:lnTo>
                  <a:pt x="108775" y="1963991"/>
                </a:lnTo>
                <a:lnTo>
                  <a:pt x="108775" y="1935416"/>
                </a:lnTo>
                <a:lnTo>
                  <a:pt x="137350" y="1935416"/>
                </a:lnTo>
                <a:lnTo>
                  <a:pt x="137350" y="1963991"/>
                </a:lnTo>
                <a:close/>
              </a:path>
              <a:path w="5555615" h="1964054">
                <a:moveTo>
                  <a:pt x="80200" y="1963991"/>
                </a:moveTo>
                <a:lnTo>
                  <a:pt x="51625" y="1963991"/>
                </a:lnTo>
                <a:lnTo>
                  <a:pt x="51625" y="1935416"/>
                </a:lnTo>
                <a:lnTo>
                  <a:pt x="80200" y="1935416"/>
                </a:lnTo>
                <a:lnTo>
                  <a:pt x="80200" y="1963991"/>
                </a:lnTo>
                <a:close/>
              </a:path>
            </a:pathLst>
          </a:custGeom>
          <a:solidFill>
            <a:srgbClr val="2069D2"/>
          </a:solidFill>
        </p:spPr>
        <p:txBody>
          <a:bodyPr wrap="square" lIns="0" tIns="0" rIns="0" bIns="0" rtlCol="0"/>
          <a:lstStyle/>
          <a:p>
            <a:endParaRPr/>
          </a:p>
        </p:txBody>
      </p:sp>
      <p:sp>
        <p:nvSpPr>
          <p:cNvPr id="7" name="object 7"/>
          <p:cNvSpPr txBox="1"/>
          <p:nvPr/>
        </p:nvSpPr>
        <p:spPr>
          <a:xfrm>
            <a:off x="748283" y="2883407"/>
            <a:ext cx="5542915" cy="550545"/>
          </a:xfrm>
          <a:prstGeom prst="rect">
            <a:avLst/>
          </a:prstGeom>
          <a:solidFill>
            <a:srgbClr val="BED4F5"/>
          </a:solidFill>
        </p:spPr>
        <p:txBody>
          <a:bodyPr vert="horz" wrap="square" lIns="0" tIns="53340" rIns="0" bIns="0" rtlCol="0">
            <a:spAutoFit/>
          </a:bodyPr>
          <a:lstStyle/>
          <a:p>
            <a:pPr algn="ctr">
              <a:lnSpc>
                <a:spcPct val="100000"/>
              </a:lnSpc>
              <a:spcBef>
                <a:spcPts val="420"/>
              </a:spcBef>
            </a:pPr>
            <a:r>
              <a:rPr sz="2400" b="1" spc="-15" dirty="0">
                <a:latin typeface="Microsoft JhengHei"/>
                <a:cs typeface="Microsoft JhengHei"/>
              </a:rPr>
              <a:t>形成原因</a:t>
            </a:r>
            <a:endParaRPr sz="2400">
              <a:latin typeface="Microsoft JhengHei"/>
              <a:cs typeface="Microsoft JhengHei"/>
            </a:endParaRPr>
          </a:p>
        </p:txBody>
      </p:sp>
      <p:pic>
        <p:nvPicPr>
          <p:cNvPr id="8" name="object 8"/>
          <p:cNvPicPr/>
          <p:nvPr/>
        </p:nvPicPr>
        <p:blipFill>
          <a:blip r:embed="rId3" cstate="print"/>
          <a:stretch>
            <a:fillRect/>
          </a:stretch>
        </p:blipFill>
        <p:spPr>
          <a:xfrm>
            <a:off x="6394703" y="1011936"/>
            <a:ext cx="5515356" cy="5515356"/>
          </a:xfrm>
          <a:prstGeom prst="rect">
            <a:avLst/>
          </a:prstGeom>
        </p:spPr>
      </p:pic>
      <p:sp>
        <p:nvSpPr>
          <p:cNvPr id="9" name="object 9"/>
          <p:cNvSpPr/>
          <p:nvPr/>
        </p:nvSpPr>
        <p:spPr>
          <a:xfrm>
            <a:off x="748283" y="5753100"/>
            <a:ext cx="5542915" cy="1005840"/>
          </a:xfrm>
          <a:custGeom>
            <a:avLst/>
            <a:gdLst/>
            <a:ahLst/>
            <a:cxnLst/>
            <a:rect l="l" t="t" r="r" b="b"/>
            <a:pathLst>
              <a:path w="5542915" h="1005840">
                <a:moveTo>
                  <a:pt x="5542788" y="1005840"/>
                </a:moveTo>
                <a:lnTo>
                  <a:pt x="0" y="1005840"/>
                </a:lnTo>
                <a:lnTo>
                  <a:pt x="0" y="0"/>
                </a:lnTo>
                <a:lnTo>
                  <a:pt x="5542788" y="0"/>
                </a:lnTo>
                <a:lnTo>
                  <a:pt x="5542788" y="1005840"/>
                </a:lnTo>
                <a:close/>
              </a:path>
            </a:pathLst>
          </a:custGeom>
          <a:solidFill>
            <a:srgbClr val="5F95E6"/>
          </a:solidFill>
        </p:spPr>
        <p:txBody>
          <a:bodyPr wrap="square" lIns="0" tIns="0" rIns="0" bIns="0" rtlCol="0"/>
          <a:lstStyle/>
          <a:p>
            <a:endParaRPr/>
          </a:p>
        </p:txBody>
      </p:sp>
      <p:sp>
        <p:nvSpPr>
          <p:cNvPr id="10" name="object 10"/>
          <p:cNvSpPr txBox="1"/>
          <p:nvPr/>
        </p:nvSpPr>
        <p:spPr>
          <a:xfrm>
            <a:off x="877569" y="3585336"/>
            <a:ext cx="5283200" cy="3101975"/>
          </a:xfrm>
          <a:prstGeom prst="rect">
            <a:avLst/>
          </a:prstGeom>
        </p:spPr>
        <p:txBody>
          <a:bodyPr vert="horz" wrap="square" lIns="0" tIns="12700" rIns="0" bIns="0" rtlCol="0">
            <a:spAutoFit/>
          </a:bodyPr>
          <a:lstStyle/>
          <a:p>
            <a:pPr marL="55244" marR="140335" algn="just">
              <a:lnSpc>
                <a:spcPct val="150000"/>
              </a:lnSpc>
              <a:spcBef>
                <a:spcPts val="100"/>
              </a:spcBef>
            </a:pPr>
            <a:r>
              <a:rPr sz="2000" spc="-50" dirty="0">
                <a:latin typeface="宋体"/>
                <a:cs typeface="宋体"/>
              </a:rPr>
              <a:t>AI</a:t>
            </a:r>
            <a:r>
              <a:rPr sz="2000" spc="-15" dirty="0">
                <a:latin typeface="宋体"/>
                <a:cs typeface="宋体"/>
              </a:rPr>
              <a:t>幻觉的产生通常是由于模型在缺乏相关信息的情况下，通过概率性选择生成内容，而非基于真实世界的知识库或逻辑推理，这使得其输出不仅难以信赖，且可能误导用户。</a:t>
            </a:r>
            <a:endParaRPr sz="2000">
              <a:latin typeface="宋体"/>
              <a:cs typeface="宋体"/>
            </a:endParaRPr>
          </a:p>
          <a:p>
            <a:pPr>
              <a:lnSpc>
                <a:spcPct val="100000"/>
              </a:lnSpc>
              <a:spcBef>
                <a:spcPts val="5"/>
              </a:spcBef>
            </a:pPr>
            <a:endParaRPr sz="2100">
              <a:latin typeface="宋体"/>
              <a:cs typeface="宋体"/>
            </a:endParaRPr>
          </a:p>
          <a:p>
            <a:pPr marL="12700" marR="5080" indent="-635" algn="ctr">
              <a:lnSpc>
                <a:spcPct val="110000"/>
              </a:lnSpc>
            </a:pPr>
            <a:r>
              <a:rPr sz="1800" dirty="0">
                <a:solidFill>
                  <a:srgbClr val="FFFFFF"/>
                </a:solidFill>
                <a:latin typeface="宋体"/>
                <a:cs typeface="宋体"/>
              </a:rPr>
              <a:t>除</a:t>
            </a:r>
            <a:r>
              <a:rPr sz="1800" spc="-50" dirty="0">
                <a:solidFill>
                  <a:srgbClr val="FFFFFF"/>
                </a:solidFill>
                <a:latin typeface="宋体"/>
                <a:cs typeface="宋体"/>
              </a:rPr>
              <a:t>AI</a:t>
            </a:r>
            <a:r>
              <a:rPr sz="1800" spc="-5" dirty="0">
                <a:solidFill>
                  <a:srgbClr val="FFFFFF"/>
                </a:solidFill>
                <a:latin typeface="宋体"/>
                <a:cs typeface="宋体"/>
              </a:rPr>
              <a:t>幻觉这一关键缺陷外，潜在的缺点与局限还包括可解释性、计算成本、数据偏见、实时更新、数据安全、个人隐私、恶意输出等。</a:t>
            </a:r>
            <a:endParaRPr sz="1800">
              <a:latin typeface="宋体"/>
              <a:cs typeface="宋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919426" y="2093068"/>
            <a:ext cx="4740600" cy="4207199"/>
          </a:xfrm>
          <a:prstGeom prst="rect">
            <a:avLst/>
          </a:prstGeom>
        </p:spPr>
      </p:pic>
      <p:sp>
        <p:nvSpPr>
          <p:cNvPr id="3" name="object 3"/>
          <p:cNvSpPr/>
          <p:nvPr/>
        </p:nvSpPr>
        <p:spPr>
          <a:xfrm>
            <a:off x="3535679" y="1450847"/>
            <a:ext cx="401320" cy="424180"/>
          </a:xfrm>
          <a:custGeom>
            <a:avLst/>
            <a:gdLst/>
            <a:ahLst/>
            <a:cxnLst/>
            <a:rect l="l" t="t" r="r" b="b"/>
            <a:pathLst>
              <a:path w="401320" h="424180">
                <a:moveTo>
                  <a:pt x="199644" y="423671"/>
                </a:moveTo>
                <a:lnTo>
                  <a:pt x="0" y="222503"/>
                </a:lnTo>
                <a:lnTo>
                  <a:pt x="100584" y="222503"/>
                </a:lnTo>
                <a:lnTo>
                  <a:pt x="100584" y="0"/>
                </a:lnTo>
                <a:lnTo>
                  <a:pt x="300228" y="0"/>
                </a:lnTo>
                <a:lnTo>
                  <a:pt x="300228" y="222503"/>
                </a:lnTo>
                <a:lnTo>
                  <a:pt x="400812" y="222503"/>
                </a:lnTo>
                <a:lnTo>
                  <a:pt x="199644" y="423671"/>
                </a:lnTo>
                <a:close/>
              </a:path>
            </a:pathLst>
          </a:custGeom>
          <a:solidFill>
            <a:srgbClr val="D9D9D9"/>
          </a:solidFill>
        </p:spPr>
        <p:txBody>
          <a:bodyPr wrap="square" lIns="0" tIns="0" rIns="0" bIns="0" rtlCol="0"/>
          <a:lstStyle/>
          <a:p>
            <a:endParaRPr/>
          </a:p>
        </p:txBody>
      </p:sp>
      <p:graphicFrame>
        <p:nvGraphicFramePr>
          <p:cNvPr id="4" name="object 4"/>
          <p:cNvGraphicFramePr>
            <a:graphicFrameLocks noGrp="1"/>
          </p:cNvGraphicFramePr>
          <p:nvPr/>
        </p:nvGraphicFramePr>
        <p:xfrm>
          <a:off x="222884" y="1867535"/>
          <a:ext cx="6379842" cy="4560570"/>
        </p:xfrm>
        <a:graphic>
          <a:graphicData uri="http://schemas.openxmlformats.org/drawingml/2006/table">
            <a:tbl>
              <a:tblPr firstRow="1" bandRow="1">
                <a:tableStyleId>{2D5ABB26-0587-4C30-8999-92F81FD0307C}</a:tableStyleId>
              </a:tblPr>
              <a:tblGrid>
                <a:gridCol w="913765">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535940">
                  <a:extLst>
                    <a:ext uri="{9D8B030D-6E8A-4147-A177-3AD203B41FA5}">
                      <a16:colId xmlns:a16="http://schemas.microsoft.com/office/drawing/2014/main" val="20002"/>
                    </a:ext>
                  </a:extLst>
                </a:gridCol>
                <a:gridCol w="733425">
                  <a:extLst>
                    <a:ext uri="{9D8B030D-6E8A-4147-A177-3AD203B41FA5}">
                      <a16:colId xmlns:a16="http://schemas.microsoft.com/office/drawing/2014/main" val="20003"/>
                    </a:ext>
                  </a:extLst>
                </a:gridCol>
                <a:gridCol w="843279">
                  <a:extLst>
                    <a:ext uri="{9D8B030D-6E8A-4147-A177-3AD203B41FA5}">
                      <a16:colId xmlns:a16="http://schemas.microsoft.com/office/drawing/2014/main" val="20004"/>
                    </a:ext>
                  </a:extLst>
                </a:gridCol>
                <a:gridCol w="941704">
                  <a:extLst>
                    <a:ext uri="{9D8B030D-6E8A-4147-A177-3AD203B41FA5}">
                      <a16:colId xmlns:a16="http://schemas.microsoft.com/office/drawing/2014/main" val="20005"/>
                    </a:ext>
                  </a:extLst>
                </a:gridCol>
                <a:gridCol w="1558289">
                  <a:extLst>
                    <a:ext uri="{9D8B030D-6E8A-4147-A177-3AD203B41FA5}">
                      <a16:colId xmlns:a16="http://schemas.microsoft.com/office/drawing/2014/main" val="20006"/>
                    </a:ext>
                  </a:extLst>
                </a:gridCol>
              </a:tblGrid>
              <a:tr h="1143635">
                <a:tc>
                  <a:txBody>
                    <a:bodyPr/>
                    <a:lstStyle/>
                    <a:p>
                      <a:pPr>
                        <a:lnSpc>
                          <a:spcPct val="100000"/>
                        </a:lnSpc>
                      </a:pPr>
                      <a:endParaRPr sz="1400">
                        <a:latin typeface="Times New Roman"/>
                        <a:cs typeface="Times New Roman"/>
                      </a:endParaRPr>
                    </a:p>
                    <a:p>
                      <a:pPr>
                        <a:lnSpc>
                          <a:spcPct val="100000"/>
                        </a:lnSpc>
                        <a:spcBef>
                          <a:spcPts val="5"/>
                        </a:spcBef>
                      </a:pPr>
                      <a:endParaRPr sz="1700">
                        <a:latin typeface="Times New Roman"/>
                        <a:cs typeface="Times New Roman"/>
                      </a:endParaRPr>
                    </a:p>
                    <a:p>
                      <a:pPr marL="150495">
                        <a:lnSpc>
                          <a:spcPct val="100000"/>
                        </a:lnSpc>
                      </a:pPr>
                      <a:r>
                        <a:rPr sz="1200" spc="-15" dirty="0">
                          <a:solidFill>
                            <a:srgbClr val="FFFFFF"/>
                          </a:solidFill>
                          <a:latin typeface="宋体"/>
                          <a:cs typeface="宋体"/>
                        </a:rPr>
                        <a:t>幻觉类型</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tc>
                  <a:txBody>
                    <a:bodyPr/>
                    <a:lstStyle/>
                    <a:p>
                      <a:pPr>
                        <a:lnSpc>
                          <a:spcPct val="100000"/>
                        </a:lnSpc>
                      </a:pPr>
                      <a:endParaRPr sz="1400">
                        <a:latin typeface="Times New Roman"/>
                        <a:cs typeface="Times New Roman"/>
                      </a:endParaRPr>
                    </a:p>
                    <a:p>
                      <a:pPr marL="349250" marR="115570" indent="-228600">
                        <a:lnSpc>
                          <a:spcPct val="100000"/>
                        </a:lnSpc>
                        <a:spcBef>
                          <a:spcPts val="1240"/>
                        </a:spcBef>
                      </a:pPr>
                      <a:r>
                        <a:rPr sz="1200" spc="-15" dirty="0">
                          <a:solidFill>
                            <a:srgbClr val="FFFFFF"/>
                          </a:solidFill>
                          <a:latin typeface="宋体"/>
                          <a:cs typeface="宋体"/>
                        </a:rPr>
                        <a:t>数据可用</a:t>
                      </a:r>
                      <a:r>
                        <a:rPr sz="1200" spc="-50" dirty="0">
                          <a:solidFill>
                            <a:srgbClr val="FFFFFF"/>
                          </a:solidFill>
                          <a:latin typeface="宋体"/>
                          <a:cs typeface="宋体"/>
                        </a:rPr>
                        <a:t>性</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tc>
                  <a:txBody>
                    <a:bodyPr/>
                    <a:lstStyle/>
                    <a:p>
                      <a:pPr>
                        <a:lnSpc>
                          <a:spcPct val="100000"/>
                        </a:lnSpc>
                      </a:pPr>
                      <a:endParaRPr sz="1850">
                        <a:latin typeface="Times New Roman"/>
                        <a:cs typeface="Times New Roman"/>
                      </a:endParaRPr>
                    </a:p>
                    <a:p>
                      <a:pPr marL="114935" marR="109220" algn="just">
                        <a:lnSpc>
                          <a:spcPct val="100000"/>
                        </a:lnSpc>
                      </a:pPr>
                      <a:r>
                        <a:rPr sz="1200" spc="-25" dirty="0">
                          <a:solidFill>
                            <a:srgbClr val="FFFFFF"/>
                          </a:solidFill>
                          <a:latin typeface="宋体"/>
                          <a:cs typeface="宋体"/>
                        </a:rPr>
                        <a:t>理解能力深度</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tc>
                  <a:txBody>
                    <a:bodyPr/>
                    <a:lstStyle/>
                    <a:p>
                      <a:pPr>
                        <a:lnSpc>
                          <a:spcPct val="100000"/>
                        </a:lnSpc>
                      </a:pPr>
                      <a:endParaRPr sz="1400">
                        <a:latin typeface="Times New Roman"/>
                        <a:cs typeface="Times New Roman"/>
                      </a:endParaRPr>
                    </a:p>
                    <a:p>
                      <a:pPr marL="212725" marR="132080" indent="-76200">
                        <a:lnSpc>
                          <a:spcPct val="100000"/>
                        </a:lnSpc>
                        <a:spcBef>
                          <a:spcPts val="1240"/>
                        </a:spcBef>
                      </a:pPr>
                      <a:r>
                        <a:rPr sz="1200" spc="-20" dirty="0">
                          <a:solidFill>
                            <a:srgbClr val="FFFFFF"/>
                          </a:solidFill>
                          <a:latin typeface="宋体"/>
                          <a:cs typeface="宋体"/>
                        </a:rPr>
                        <a:t>语境精</a:t>
                      </a:r>
                      <a:r>
                        <a:rPr sz="1200" spc="-25" dirty="0">
                          <a:solidFill>
                            <a:srgbClr val="FFFFFF"/>
                          </a:solidFill>
                          <a:latin typeface="宋体"/>
                          <a:cs typeface="宋体"/>
                        </a:rPr>
                        <a:t>确度</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tc>
                  <a:txBody>
                    <a:bodyPr/>
                    <a:lstStyle/>
                    <a:p>
                      <a:pPr>
                        <a:lnSpc>
                          <a:spcPct val="100000"/>
                        </a:lnSpc>
                      </a:pPr>
                      <a:endParaRPr sz="1400">
                        <a:latin typeface="Times New Roman"/>
                        <a:cs typeface="Times New Roman"/>
                      </a:endParaRPr>
                    </a:p>
                    <a:p>
                      <a:pPr marL="116205" marR="110489">
                        <a:lnSpc>
                          <a:spcPct val="100000"/>
                        </a:lnSpc>
                        <a:spcBef>
                          <a:spcPts val="1240"/>
                        </a:spcBef>
                      </a:pPr>
                      <a:r>
                        <a:rPr sz="1200" spc="-15" dirty="0">
                          <a:solidFill>
                            <a:srgbClr val="FFFFFF"/>
                          </a:solidFill>
                          <a:latin typeface="宋体"/>
                          <a:cs typeface="宋体"/>
                        </a:rPr>
                        <a:t>外部信息整合能力</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tc>
                  <a:txBody>
                    <a:bodyPr/>
                    <a:lstStyle/>
                    <a:p>
                      <a:pPr>
                        <a:lnSpc>
                          <a:spcPct val="100000"/>
                        </a:lnSpc>
                      </a:pPr>
                      <a:endParaRPr sz="1400">
                        <a:latin typeface="Times New Roman"/>
                        <a:cs typeface="Times New Roman"/>
                      </a:endParaRPr>
                    </a:p>
                    <a:p>
                      <a:pPr marL="165100" marR="83820" indent="-76200">
                        <a:lnSpc>
                          <a:spcPct val="100000"/>
                        </a:lnSpc>
                        <a:spcBef>
                          <a:spcPts val="1240"/>
                        </a:spcBef>
                      </a:pPr>
                      <a:r>
                        <a:rPr sz="1200" spc="-10" dirty="0">
                          <a:solidFill>
                            <a:srgbClr val="FFFFFF"/>
                          </a:solidFill>
                          <a:latin typeface="宋体"/>
                          <a:cs typeface="宋体"/>
                        </a:rPr>
                        <a:t>逻辑推理和</a:t>
                      </a:r>
                      <a:r>
                        <a:rPr sz="1200" spc="-15" dirty="0">
                          <a:solidFill>
                            <a:srgbClr val="FFFFFF"/>
                          </a:solidFill>
                          <a:latin typeface="宋体"/>
                          <a:cs typeface="宋体"/>
                        </a:rPr>
                        <a:t>抽象能力</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tc>
                  <a:txBody>
                    <a:bodyPr/>
                    <a:lstStyle/>
                    <a:p>
                      <a:pPr>
                        <a:lnSpc>
                          <a:spcPct val="100000"/>
                        </a:lnSpc>
                      </a:pPr>
                      <a:endParaRPr sz="1400">
                        <a:latin typeface="Times New Roman"/>
                        <a:cs typeface="Times New Roman"/>
                      </a:endParaRPr>
                    </a:p>
                    <a:p>
                      <a:pPr>
                        <a:lnSpc>
                          <a:spcPct val="100000"/>
                        </a:lnSpc>
                        <a:spcBef>
                          <a:spcPts val="5"/>
                        </a:spcBef>
                      </a:pPr>
                      <a:endParaRPr sz="1700">
                        <a:latin typeface="Times New Roman"/>
                        <a:cs typeface="Times New Roman"/>
                      </a:endParaRPr>
                    </a:p>
                    <a:p>
                      <a:pPr marL="321310">
                        <a:lnSpc>
                          <a:spcPct val="100000"/>
                        </a:lnSpc>
                      </a:pPr>
                      <a:r>
                        <a:rPr sz="1200" spc="-10" dirty="0">
                          <a:solidFill>
                            <a:srgbClr val="FFFFFF"/>
                          </a:solidFill>
                          <a:latin typeface="宋体"/>
                          <a:cs typeface="宋体"/>
                        </a:rPr>
                        <a:t>典型错误表现</a:t>
                      </a:r>
                      <a:endParaRPr sz="1200">
                        <a:latin typeface="宋体"/>
                        <a:cs typeface="宋体"/>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5F95E6"/>
                    </a:solidFill>
                  </a:tcPr>
                </a:tc>
                <a:extLst>
                  <a:ext uri="{0D108BD9-81ED-4DB2-BD59-A6C34878D82A}">
                    <a16:rowId xmlns:a16="http://schemas.microsoft.com/office/drawing/2014/main" val="10000"/>
                  </a:ext>
                </a:extLst>
              </a:tr>
              <a:tr h="734695">
                <a:tc>
                  <a:txBody>
                    <a:bodyPr/>
                    <a:lstStyle/>
                    <a:p>
                      <a:pPr>
                        <a:lnSpc>
                          <a:spcPct val="100000"/>
                        </a:lnSpc>
                        <a:spcBef>
                          <a:spcPts val="10"/>
                        </a:spcBef>
                      </a:pPr>
                      <a:endParaRPr sz="1700">
                        <a:latin typeface="Times New Roman"/>
                        <a:cs typeface="Times New Roman"/>
                      </a:endParaRPr>
                    </a:p>
                    <a:p>
                      <a:pPr marL="150495">
                        <a:lnSpc>
                          <a:spcPct val="100000"/>
                        </a:lnSpc>
                      </a:pPr>
                      <a:r>
                        <a:rPr sz="1200" spc="-15" dirty="0">
                          <a:solidFill>
                            <a:srgbClr val="FFFFFF"/>
                          </a:solidFill>
                          <a:latin typeface="宋体"/>
                          <a:cs typeface="宋体"/>
                        </a:rPr>
                        <a:t>数据误用</a:t>
                      </a:r>
                      <a:endParaRPr sz="1200">
                        <a:latin typeface="宋体"/>
                        <a:cs typeface="宋体"/>
                      </a:endParaRPr>
                    </a:p>
                  </a:txBody>
                  <a:tcPr marL="0" marR="0" marT="1270" marB="0">
                    <a:lnL w="12700">
                      <a:solidFill>
                        <a:srgbClr val="FFFFFF"/>
                      </a:solidFill>
                      <a:prstDash val="solid"/>
                    </a:lnL>
                    <a:lnR w="12700">
                      <a:solidFill>
                        <a:srgbClr val="FFFFFF"/>
                      </a:solidFill>
                      <a:prstDash val="solid"/>
                    </a:lnR>
                    <a:lnB w="12700">
                      <a:solidFill>
                        <a:srgbClr val="FFFFFF"/>
                      </a:solidFill>
                      <a:prstDash val="solid"/>
                    </a:lnB>
                    <a:solidFill>
                      <a:srgbClr val="5F95E6"/>
                    </a:solidFill>
                  </a:tcPr>
                </a:tc>
                <a:tc>
                  <a:txBody>
                    <a:bodyPr/>
                    <a:lstStyle/>
                    <a:p>
                      <a:pPr>
                        <a:lnSpc>
                          <a:spcPct val="100000"/>
                        </a:lnSpc>
                        <a:spcBef>
                          <a:spcPts val="10"/>
                        </a:spcBef>
                      </a:pPr>
                      <a:endParaRPr sz="1700">
                        <a:latin typeface="Times New Roman"/>
                        <a:cs typeface="Times New Roman"/>
                      </a:endParaRPr>
                    </a:p>
                    <a:p>
                      <a:pPr algn="ctr">
                        <a:lnSpc>
                          <a:spcPct val="100000"/>
                        </a:lnSpc>
                      </a:pPr>
                      <a:r>
                        <a:rPr sz="1200" spc="-20" dirty="0">
                          <a:latin typeface="宋体"/>
                          <a:cs typeface="宋体"/>
                        </a:rPr>
                        <a:t>有数据</a:t>
                      </a:r>
                      <a:endParaRPr sz="1200">
                        <a:latin typeface="宋体"/>
                        <a:cs typeface="宋体"/>
                      </a:endParaRPr>
                    </a:p>
                  </a:txBody>
                  <a:tcPr marL="0" marR="0" marT="1270" marB="0">
                    <a:lnL w="12700">
                      <a:solidFill>
                        <a:srgbClr val="FFFFFF"/>
                      </a:solidFill>
                      <a:prstDash val="solid"/>
                    </a:lnL>
                    <a:lnR w="12700">
                      <a:solidFill>
                        <a:srgbClr val="FFFFFF"/>
                      </a:solidFill>
                      <a:prstDash val="solid"/>
                    </a:lnR>
                    <a:lnB w="12700">
                      <a:solidFill>
                        <a:srgbClr val="FFFFFF"/>
                      </a:solidFill>
                      <a:prstDash val="solid"/>
                    </a:lnB>
                    <a:solidFill>
                      <a:srgbClr val="D2DDF5"/>
                    </a:solidFill>
                  </a:tcPr>
                </a:tc>
                <a:tc>
                  <a:txBody>
                    <a:bodyPr/>
                    <a:lstStyle/>
                    <a:p>
                      <a:pPr>
                        <a:lnSpc>
                          <a:spcPct val="100000"/>
                        </a:lnSpc>
                        <a:spcBef>
                          <a:spcPts val="10"/>
                        </a:spcBef>
                      </a:pPr>
                      <a:endParaRPr sz="1700">
                        <a:latin typeface="Times New Roman"/>
                        <a:cs typeface="Times New Roman"/>
                      </a:endParaRPr>
                    </a:p>
                    <a:p>
                      <a:pPr algn="ctr">
                        <a:lnSpc>
                          <a:spcPct val="100000"/>
                        </a:lnSpc>
                      </a:pPr>
                      <a:r>
                        <a:rPr sz="1200" dirty="0">
                          <a:latin typeface="宋体"/>
                          <a:cs typeface="宋体"/>
                        </a:rPr>
                        <a:t>低</a:t>
                      </a:r>
                      <a:endParaRPr sz="1200">
                        <a:latin typeface="宋体"/>
                        <a:cs typeface="宋体"/>
                      </a:endParaRPr>
                    </a:p>
                  </a:txBody>
                  <a:tcPr marL="0" marR="0" marT="1270" marB="0">
                    <a:lnL w="12700">
                      <a:solidFill>
                        <a:srgbClr val="FFFFFF"/>
                      </a:solidFill>
                      <a:prstDash val="solid"/>
                    </a:lnL>
                    <a:lnR w="12700">
                      <a:solidFill>
                        <a:srgbClr val="FFFFFF"/>
                      </a:solidFill>
                      <a:prstDash val="solid"/>
                    </a:lnR>
                    <a:lnB w="12700">
                      <a:solidFill>
                        <a:srgbClr val="FFFFFF"/>
                      </a:solidFill>
                      <a:prstDash val="solid"/>
                    </a:lnB>
                    <a:solidFill>
                      <a:srgbClr val="D2DDF5"/>
                    </a:solidFill>
                  </a:tcPr>
                </a:tc>
                <a:tc>
                  <a:txBody>
                    <a:bodyPr/>
                    <a:lstStyle/>
                    <a:p>
                      <a:pPr>
                        <a:lnSpc>
                          <a:spcPct val="100000"/>
                        </a:lnSpc>
                        <a:spcBef>
                          <a:spcPts val="10"/>
                        </a:spcBef>
                      </a:pPr>
                      <a:endParaRPr sz="1700">
                        <a:latin typeface="Times New Roman"/>
                        <a:cs typeface="Times New Roman"/>
                      </a:endParaRPr>
                    </a:p>
                    <a:p>
                      <a:pPr marR="284480" algn="r">
                        <a:lnSpc>
                          <a:spcPct val="100000"/>
                        </a:lnSpc>
                      </a:pPr>
                      <a:r>
                        <a:rPr sz="1200" dirty="0">
                          <a:latin typeface="宋体"/>
                          <a:cs typeface="宋体"/>
                        </a:rPr>
                        <a:t>高</a:t>
                      </a:r>
                      <a:endParaRPr sz="1200">
                        <a:latin typeface="宋体"/>
                        <a:cs typeface="宋体"/>
                      </a:endParaRPr>
                    </a:p>
                  </a:txBody>
                  <a:tcPr marL="0" marR="0" marT="1270" marB="0">
                    <a:lnL w="12700">
                      <a:solidFill>
                        <a:srgbClr val="FFFFFF"/>
                      </a:solidFill>
                      <a:prstDash val="solid"/>
                    </a:lnL>
                    <a:lnR w="12700">
                      <a:solidFill>
                        <a:srgbClr val="FFFFFF"/>
                      </a:solidFill>
                      <a:prstDash val="solid"/>
                    </a:lnR>
                    <a:lnB w="12700">
                      <a:solidFill>
                        <a:srgbClr val="FFFFFF"/>
                      </a:solidFill>
                      <a:prstDash val="solid"/>
                    </a:lnB>
                    <a:solidFill>
                      <a:srgbClr val="D2DDF5"/>
                    </a:solidFill>
                  </a:tcPr>
                </a:tc>
                <a:tc>
                  <a:txBody>
                    <a:bodyPr/>
                    <a:lstStyle/>
                    <a:p>
                      <a:pPr>
                        <a:lnSpc>
                          <a:spcPct val="100000"/>
                        </a:lnSpc>
                        <a:spcBef>
                          <a:spcPts val="10"/>
                        </a:spcBef>
                      </a:pPr>
                      <a:endParaRPr sz="1700">
                        <a:latin typeface="Times New Roman"/>
                        <a:cs typeface="Times New Roman"/>
                      </a:endParaRPr>
                    </a:p>
                    <a:p>
                      <a:pPr algn="ctr">
                        <a:lnSpc>
                          <a:spcPct val="100000"/>
                        </a:lnSpc>
                      </a:pPr>
                      <a:r>
                        <a:rPr sz="1200" dirty="0">
                          <a:latin typeface="宋体"/>
                          <a:cs typeface="宋体"/>
                        </a:rPr>
                        <a:t>高</a:t>
                      </a:r>
                      <a:endParaRPr sz="1200">
                        <a:latin typeface="宋体"/>
                        <a:cs typeface="宋体"/>
                      </a:endParaRPr>
                    </a:p>
                  </a:txBody>
                  <a:tcPr marL="0" marR="0" marT="1270" marB="0">
                    <a:lnL w="12700">
                      <a:solidFill>
                        <a:srgbClr val="FFFFFF"/>
                      </a:solidFill>
                      <a:prstDash val="solid"/>
                    </a:lnL>
                    <a:lnR w="12700">
                      <a:solidFill>
                        <a:srgbClr val="FFFFFF"/>
                      </a:solidFill>
                      <a:prstDash val="solid"/>
                    </a:lnR>
                    <a:lnB w="12700">
                      <a:solidFill>
                        <a:srgbClr val="FFFFFF"/>
                      </a:solidFill>
                      <a:prstDash val="solid"/>
                    </a:lnB>
                    <a:solidFill>
                      <a:srgbClr val="D2DDF5"/>
                    </a:solidFill>
                  </a:tcPr>
                </a:tc>
                <a:tc>
                  <a:txBody>
                    <a:bodyPr/>
                    <a:lstStyle/>
                    <a:p>
                      <a:pPr>
                        <a:lnSpc>
                          <a:spcPct val="100000"/>
                        </a:lnSpc>
                        <a:spcBef>
                          <a:spcPts val="10"/>
                        </a:spcBef>
                      </a:pPr>
                      <a:endParaRPr sz="1700">
                        <a:latin typeface="Times New Roman"/>
                        <a:cs typeface="Times New Roman"/>
                      </a:endParaRPr>
                    </a:p>
                    <a:p>
                      <a:pPr marR="388620" algn="r">
                        <a:lnSpc>
                          <a:spcPct val="100000"/>
                        </a:lnSpc>
                      </a:pPr>
                      <a:r>
                        <a:rPr sz="1200" dirty="0">
                          <a:latin typeface="宋体"/>
                          <a:cs typeface="宋体"/>
                        </a:rPr>
                        <a:t>中</a:t>
                      </a:r>
                      <a:endParaRPr sz="1200">
                        <a:latin typeface="宋体"/>
                        <a:cs typeface="宋体"/>
                      </a:endParaRPr>
                    </a:p>
                  </a:txBody>
                  <a:tcPr marL="0" marR="0" marT="1270" marB="0">
                    <a:lnL w="12700">
                      <a:solidFill>
                        <a:srgbClr val="FFFFFF"/>
                      </a:solidFill>
                      <a:prstDash val="solid"/>
                    </a:lnL>
                    <a:lnR w="12700">
                      <a:solidFill>
                        <a:srgbClr val="FFFFFF"/>
                      </a:solidFill>
                      <a:prstDash val="solid"/>
                    </a:lnR>
                    <a:lnB w="12700">
                      <a:solidFill>
                        <a:srgbClr val="FFFFFF"/>
                      </a:solidFill>
                      <a:prstDash val="solid"/>
                    </a:lnB>
                    <a:solidFill>
                      <a:srgbClr val="D2DDF5"/>
                    </a:solidFill>
                  </a:tcPr>
                </a:tc>
                <a:tc>
                  <a:txBody>
                    <a:bodyPr/>
                    <a:lstStyle/>
                    <a:p>
                      <a:pPr marL="81280" marR="76200">
                        <a:lnSpc>
                          <a:spcPct val="100000"/>
                        </a:lnSpc>
                        <a:spcBef>
                          <a:spcPts val="1245"/>
                        </a:spcBef>
                      </a:pPr>
                      <a:r>
                        <a:rPr sz="1200" spc="-10" dirty="0">
                          <a:latin typeface="宋体"/>
                          <a:cs typeface="宋体"/>
                        </a:rPr>
                        <a:t>误用已有数据，回答部分不符或细节错误</a:t>
                      </a:r>
                      <a:endParaRPr sz="1200">
                        <a:latin typeface="宋体"/>
                        <a:cs typeface="宋体"/>
                      </a:endParaRPr>
                    </a:p>
                  </a:txBody>
                  <a:tcPr marL="0" marR="0" marT="158115" marB="0">
                    <a:lnL w="12700">
                      <a:solidFill>
                        <a:srgbClr val="FFFFFF"/>
                      </a:solidFill>
                      <a:prstDash val="solid"/>
                    </a:lnL>
                    <a:lnR w="12700">
                      <a:solidFill>
                        <a:srgbClr val="FFFFFF"/>
                      </a:solidFill>
                      <a:prstDash val="solid"/>
                    </a:lnR>
                    <a:lnB w="12700">
                      <a:solidFill>
                        <a:srgbClr val="FFFFFF"/>
                      </a:solidFill>
                      <a:prstDash val="solid"/>
                    </a:lnB>
                    <a:solidFill>
                      <a:srgbClr val="D2DDF5"/>
                    </a:solidFill>
                  </a:tcPr>
                </a:tc>
                <a:extLst>
                  <a:ext uri="{0D108BD9-81ED-4DB2-BD59-A6C34878D82A}">
                    <a16:rowId xmlns:a16="http://schemas.microsoft.com/office/drawing/2014/main" val="10001"/>
                  </a:ext>
                </a:extLst>
              </a:tr>
              <a:tr h="753110">
                <a:tc>
                  <a:txBody>
                    <a:bodyPr/>
                    <a:lstStyle/>
                    <a:p>
                      <a:pPr>
                        <a:lnSpc>
                          <a:spcPct val="100000"/>
                        </a:lnSpc>
                        <a:spcBef>
                          <a:spcPts val="40"/>
                        </a:spcBef>
                      </a:pPr>
                      <a:endParaRPr sz="1800">
                        <a:latin typeface="Times New Roman"/>
                        <a:cs typeface="Times New Roman"/>
                      </a:endParaRPr>
                    </a:p>
                    <a:p>
                      <a:pPr marL="150495">
                        <a:lnSpc>
                          <a:spcPct val="100000"/>
                        </a:lnSpc>
                      </a:pPr>
                      <a:r>
                        <a:rPr sz="1200" spc="-15" dirty="0">
                          <a:solidFill>
                            <a:srgbClr val="FFFFFF"/>
                          </a:solidFill>
                          <a:latin typeface="宋体"/>
                          <a:cs typeface="宋体"/>
                        </a:rPr>
                        <a:t>语境误解</a:t>
                      </a:r>
                      <a:endParaRPr sz="1200">
                        <a:latin typeface="宋体"/>
                        <a:cs typeface="宋体"/>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F95E6"/>
                    </a:solidFill>
                  </a:tcPr>
                </a:tc>
                <a:tc>
                  <a:txBody>
                    <a:bodyPr/>
                    <a:lstStyle/>
                    <a:p>
                      <a:pPr>
                        <a:lnSpc>
                          <a:spcPct val="100000"/>
                        </a:lnSpc>
                        <a:spcBef>
                          <a:spcPts val="40"/>
                        </a:spcBef>
                      </a:pPr>
                      <a:endParaRPr sz="1800">
                        <a:latin typeface="Times New Roman"/>
                        <a:cs typeface="Times New Roman"/>
                      </a:endParaRPr>
                    </a:p>
                    <a:p>
                      <a:pPr algn="ctr">
                        <a:lnSpc>
                          <a:spcPct val="100000"/>
                        </a:lnSpc>
                      </a:pPr>
                      <a:r>
                        <a:rPr sz="1200" spc="-20" dirty="0">
                          <a:latin typeface="宋体"/>
                          <a:cs typeface="宋体"/>
                        </a:rPr>
                        <a:t>有数据</a:t>
                      </a:r>
                      <a:endParaRPr sz="1200">
                        <a:latin typeface="宋体"/>
                        <a:cs typeface="宋体"/>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40"/>
                        </a:spcBef>
                      </a:pPr>
                      <a:endParaRPr sz="1800">
                        <a:latin typeface="Times New Roman"/>
                        <a:cs typeface="Times New Roman"/>
                      </a:endParaRPr>
                    </a:p>
                    <a:p>
                      <a:pPr algn="ctr">
                        <a:lnSpc>
                          <a:spcPct val="100000"/>
                        </a:lnSpc>
                      </a:pPr>
                      <a:r>
                        <a:rPr sz="1200" dirty="0">
                          <a:latin typeface="宋体"/>
                          <a:cs typeface="宋体"/>
                        </a:rPr>
                        <a:t>高</a:t>
                      </a:r>
                      <a:endParaRPr sz="1200">
                        <a:latin typeface="宋体"/>
                        <a:cs typeface="宋体"/>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40"/>
                        </a:spcBef>
                      </a:pPr>
                      <a:endParaRPr sz="1800">
                        <a:latin typeface="Times New Roman"/>
                        <a:cs typeface="Times New Roman"/>
                      </a:endParaRPr>
                    </a:p>
                    <a:p>
                      <a:pPr marR="284480" algn="r">
                        <a:lnSpc>
                          <a:spcPct val="100000"/>
                        </a:lnSpc>
                      </a:pPr>
                      <a:r>
                        <a:rPr sz="1200" dirty="0">
                          <a:latin typeface="宋体"/>
                          <a:cs typeface="宋体"/>
                        </a:rPr>
                        <a:t>低</a:t>
                      </a:r>
                      <a:endParaRPr sz="1200">
                        <a:latin typeface="宋体"/>
                        <a:cs typeface="宋体"/>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40"/>
                        </a:spcBef>
                      </a:pPr>
                      <a:endParaRPr sz="1800">
                        <a:latin typeface="Times New Roman"/>
                        <a:cs typeface="Times New Roman"/>
                      </a:endParaRPr>
                    </a:p>
                    <a:p>
                      <a:pPr algn="ctr">
                        <a:lnSpc>
                          <a:spcPct val="100000"/>
                        </a:lnSpc>
                      </a:pPr>
                      <a:r>
                        <a:rPr sz="1200" dirty="0">
                          <a:latin typeface="宋体"/>
                          <a:cs typeface="宋体"/>
                        </a:rPr>
                        <a:t>高</a:t>
                      </a:r>
                      <a:endParaRPr sz="1200">
                        <a:latin typeface="宋体"/>
                        <a:cs typeface="宋体"/>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40"/>
                        </a:spcBef>
                      </a:pPr>
                      <a:endParaRPr sz="1800">
                        <a:latin typeface="Times New Roman"/>
                        <a:cs typeface="Times New Roman"/>
                      </a:endParaRPr>
                    </a:p>
                    <a:p>
                      <a:pPr marR="388620" algn="r">
                        <a:lnSpc>
                          <a:spcPct val="100000"/>
                        </a:lnSpc>
                      </a:pPr>
                      <a:r>
                        <a:rPr sz="1200" dirty="0">
                          <a:latin typeface="宋体"/>
                          <a:cs typeface="宋体"/>
                        </a:rPr>
                        <a:t>中</a:t>
                      </a:r>
                      <a:endParaRPr sz="1200">
                        <a:latin typeface="宋体"/>
                        <a:cs typeface="宋体"/>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10"/>
                        </a:spcBef>
                      </a:pPr>
                      <a:endParaRPr sz="1200">
                        <a:latin typeface="Times New Roman"/>
                        <a:cs typeface="Times New Roman"/>
                      </a:endParaRPr>
                    </a:p>
                    <a:p>
                      <a:pPr marL="81280" marR="76200">
                        <a:lnSpc>
                          <a:spcPct val="100000"/>
                        </a:lnSpc>
                      </a:pPr>
                      <a:r>
                        <a:rPr sz="1200" spc="-10" dirty="0">
                          <a:latin typeface="宋体"/>
                          <a:cs typeface="宋体"/>
                        </a:rPr>
                        <a:t>对问题的意图理解错误，回答偏离主题</a:t>
                      </a:r>
                      <a:endParaRPr sz="1200">
                        <a:latin typeface="宋体"/>
                        <a:cs typeface="宋体"/>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extLst>
                  <a:ext uri="{0D108BD9-81ED-4DB2-BD59-A6C34878D82A}">
                    <a16:rowId xmlns:a16="http://schemas.microsoft.com/office/drawing/2014/main" val="10002"/>
                  </a:ext>
                </a:extLst>
              </a:tr>
              <a:tr h="587375">
                <a:tc>
                  <a:txBody>
                    <a:bodyPr/>
                    <a:lstStyle/>
                    <a:p>
                      <a:pPr>
                        <a:lnSpc>
                          <a:spcPct val="100000"/>
                        </a:lnSpc>
                        <a:spcBef>
                          <a:spcPts val="15"/>
                        </a:spcBef>
                      </a:pPr>
                      <a:endParaRPr sz="1250">
                        <a:latin typeface="Times New Roman"/>
                        <a:cs typeface="Times New Roman"/>
                      </a:endParaRPr>
                    </a:p>
                    <a:p>
                      <a:pPr marL="150495">
                        <a:lnSpc>
                          <a:spcPct val="100000"/>
                        </a:lnSpc>
                      </a:pPr>
                      <a:r>
                        <a:rPr sz="1200" spc="-15" dirty="0">
                          <a:solidFill>
                            <a:srgbClr val="FFFFFF"/>
                          </a:solidFill>
                          <a:latin typeface="宋体"/>
                          <a:cs typeface="宋体"/>
                        </a:rPr>
                        <a:t>信息缺失</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F95E6"/>
                    </a:solidFill>
                  </a:tcPr>
                </a:tc>
                <a:tc>
                  <a:txBody>
                    <a:bodyPr/>
                    <a:lstStyle/>
                    <a:p>
                      <a:pPr>
                        <a:lnSpc>
                          <a:spcPct val="100000"/>
                        </a:lnSpc>
                        <a:spcBef>
                          <a:spcPts val="15"/>
                        </a:spcBef>
                      </a:pPr>
                      <a:endParaRPr sz="1250">
                        <a:latin typeface="Times New Roman"/>
                        <a:cs typeface="Times New Roman"/>
                      </a:endParaRPr>
                    </a:p>
                    <a:p>
                      <a:pPr algn="ctr">
                        <a:lnSpc>
                          <a:spcPct val="100000"/>
                        </a:lnSpc>
                      </a:pPr>
                      <a:r>
                        <a:rPr sz="1200" spc="-20" dirty="0">
                          <a:latin typeface="宋体"/>
                          <a:cs typeface="宋体"/>
                        </a:rPr>
                        <a:t>无数据</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15"/>
                        </a:spcBef>
                      </a:pPr>
                      <a:endParaRPr sz="1250">
                        <a:latin typeface="Times New Roman"/>
                        <a:cs typeface="Times New Roman"/>
                      </a:endParaRPr>
                    </a:p>
                    <a:p>
                      <a:pPr algn="ctr">
                        <a:lnSpc>
                          <a:spcPct val="100000"/>
                        </a:lnSpc>
                      </a:pPr>
                      <a:r>
                        <a:rPr sz="1200" dirty="0">
                          <a:latin typeface="宋体"/>
                          <a:cs typeface="宋体"/>
                        </a:rPr>
                        <a:t>中</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15"/>
                        </a:spcBef>
                      </a:pPr>
                      <a:endParaRPr sz="1250">
                        <a:latin typeface="Times New Roman"/>
                        <a:cs typeface="Times New Roman"/>
                      </a:endParaRPr>
                    </a:p>
                    <a:p>
                      <a:pPr marR="284480" algn="r">
                        <a:lnSpc>
                          <a:spcPct val="100000"/>
                        </a:lnSpc>
                      </a:pPr>
                      <a:r>
                        <a:rPr sz="1200" dirty="0">
                          <a:latin typeface="宋体"/>
                          <a:cs typeface="宋体"/>
                        </a:rPr>
                        <a:t>高</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15"/>
                        </a:spcBef>
                      </a:pPr>
                      <a:endParaRPr sz="1250">
                        <a:latin typeface="Times New Roman"/>
                        <a:cs typeface="Times New Roman"/>
                      </a:endParaRPr>
                    </a:p>
                    <a:p>
                      <a:pPr algn="ctr">
                        <a:lnSpc>
                          <a:spcPct val="100000"/>
                        </a:lnSpc>
                      </a:pPr>
                      <a:r>
                        <a:rPr sz="1200" dirty="0">
                          <a:latin typeface="宋体"/>
                          <a:cs typeface="宋体"/>
                        </a:rPr>
                        <a:t>低</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15"/>
                        </a:spcBef>
                      </a:pPr>
                      <a:endParaRPr sz="1250">
                        <a:latin typeface="Times New Roman"/>
                        <a:cs typeface="Times New Roman"/>
                      </a:endParaRPr>
                    </a:p>
                    <a:p>
                      <a:pPr marR="388620" algn="r">
                        <a:lnSpc>
                          <a:spcPct val="100000"/>
                        </a:lnSpc>
                      </a:pPr>
                      <a:r>
                        <a:rPr sz="1200" dirty="0">
                          <a:latin typeface="宋体"/>
                          <a:cs typeface="宋体"/>
                        </a:rPr>
                        <a:t>中</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marL="81280" marR="76200">
                        <a:lnSpc>
                          <a:spcPct val="100000"/>
                        </a:lnSpc>
                        <a:spcBef>
                          <a:spcPts val="735"/>
                        </a:spcBef>
                      </a:pPr>
                      <a:r>
                        <a:rPr sz="1200" spc="-10" dirty="0">
                          <a:latin typeface="宋体"/>
                          <a:cs typeface="宋体"/>
                        </a:rPr>
                        <a:t>未能正确获取或整合</a:t>
                      </a:r>
                      <a:r>
                        <a:rPr sz="1200" spc="-15" dirty="0">
                          <a:latin typeface="宋体"/>
                          <a:cs typeface="宋体"/>
                        </a:rPr>
                        <a:t>外部信息</a:t>
                      </a:r>
                      <a:endParaRPr sz="1200">
                        <a:latin typeface="宋体"/>
                        <a:cs typeface="宋体"/>
                      </a:endParaRPr>
                    </a:p>
                  </a:txBody>
                  <a:tcPr marL="0" marR="0" marT="933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extLst>
                  <a:ext uri="{0D108BD9-81ED-4DB2-BD59-A6C34878D82A}">
                    <a16:rowId xmlns:a16="http://schemas.microsoft.com/office/drawing/2014/main" val="10003"/>
                  </a:ext>
                </a:extLst>
              </a:tr>
              <a:tr h="588010">
                <a:tc>
                  <a:txBody>
                    <a:bodyPr/>
                    <a:lstStyle/>
                    <a:p>
                      <a:pPr>
                        <a:lnSpc>
                          <a:spcPct val="100000"/>
                        </a:lnSpc>
                        <a:spcBef>
                          <a:spcPts val="20"/>
                        </a:spcBef>
                      </a:pPr>
                      <a:endParaRPr sz="1250">
                        <a:latin typeface="Times New Roman"/>
                        <a:cs typeface="Times New Roman"/>
                      </a:endParaRPr>
                    </a:p>
                    <a:p>
                      <a:pPr marL="150495">
                        <a:lnSpc>
                          <a:spcPct val="100000"/>
                        </a:lnSpc>
                      </a:pPr>
                      <a:r>
                        <a:rPr sz="1200" spc="-15" dirty="0">
                          <a:solidFill>
                            <a:srgbClr val="FFFFFF"/>
                          </a:solidFill>
                          <a:latin typeface="宋体"/>
                          <a:cs typeface="宋体"/>
                        </a:rPr>
                        <a:t>推理错误</a:t>
                      </a:r>
                      <a:endParaRPr sz="1200">
                        <a:latin typeface="宋体"/>
                        <a:cs typeface="宋体"/>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F95E6"/>
                    </a:solidFill>
                  </a:tcPr>
                </a:tc>
                <a:tc>
                  <a:txBody>
                    <a:bodyPr/>
                    <a:lstStyle/>
                    <a:p>
                      <a:pPr>
                        <a:lnSpc>
                          <a:spcPct val="100000"/>
                        </a:lnSpc>
                        <a:spcBef>
                          <a:spcPts val="20"/>
                        </a:spcBef>
                      </a:pPr>
                      <a:endParaRPr sz="1250">
                        <a:latin typeface="Times New Roman"/>
                        <a:cs typeface="Times New Roman"/>
                      </a:endParaRPr>
                    </a:p>
                    <a:p>
                      <a:pPr algn="ctr">
                        <a:lnSpc>
                          <a:spcPct val="100000"/>
                        </a:lnSpc>
                      </a:pPr>
                      <a:r>
                        <a:rPr sz="1200" spc="-15" dirty="0">
                          <a:latin typeface="宋体"/>
                          <a:cs typeface="宋体"/>
                        </a:rPr>
                        <a:t>部分数据</a:t>
                      </a:r>
                      <a:endParaRPr sz="1200">
                        <a:latin typeface="宋体"/>
                        <a:cs typeface="宋体"/>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20"/>
                        </a:spcBef>
                      </a:pPr>
                      <a:endParaRPr sz="1250">
                        <a:latin typeface="Times New Roman"/>
                        <a:cs typeface="Times New Roman"/>
                      </a:endParaRPr>
                    </a:p>
                    <a:p>
                      <a:pPr algn="ctr">
                        <a:lnSpc>
                          <a:spcPct val="100000"/>
                        </a:lnSpc>
                      </a:pPr>
                      <a:r>
                        <a:rPr sz="1200" dirty="0">
                          <a:latin typeface="宋体"/>
                          <a:cs typeface="宋体"/>
                        </a:rPr>
                        <a:t>高</a:t>
                      </a:r>
                      <a:endParaRPr sz="1200">
                        <a:latin typeface="宋体"/>
                        <a:cs typeface="宋体"/>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20"/>
                        </a:spcBef>
                      </a:pPr>
                      <a:endParaRPr sz="1250">
                        <a:latin typeface="Times New Roman"/>
                        <a:cs typeface="Times New Roman"/>
                      </a:endParaRPr>
                    </a:p>
                    <a:p>
                      <a:pPr marR="284480" algn="r">
                        <a:lnSpc>
                          <a:spcPct val="100000"/>
                        </a:lnSpc>
                      </a:pPr>
                      <a:r>
                        <a:rPr sz="1200" dirty="0">
                          <a:latin typeface="宋体"/>
                          <a:cs typeface="宋体"/>
                        </a:rPr>
                        <a:t>高</a:t>
                      </a:r>
                      <a:endParaRPr sz="1200">
                        <a:latin typeface="宋体"/>
                        <a:cs typeface="宋体"/>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20"/>
                        </a:spcBef>
                      </a:pPr>
                      <a:endParaRPr sz="1250">
                        <a:latin typeface="Times New Roman"/>
                        <a:cs typeface="Times New Roman"/>
                      </a:endParaRPr>
                    </a:p>
                    <a:p>
                      <a:pPr algn="ctr">
                        <a:lnSpc>
                          <a:spcPct val="100000"/>
                        </a:lnSpc>
                      </a:pPr>
                      <a:r>
                        <a:rPr sz="1200" dirty="0">
                          <a:latin typeface="宋体"/>
                          <a:cs typeface="宋体"/>
                        </a:rPr>
                        <a:t>中</a:t>
                      </a:r>
                      <a:endParaRPr sz="1200">
                        <a:latin typeface="宋体"/>
                        <a:cs typeface="宋体"/>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a:lnSpc>
                          <a:spcPct val="100000"/>
                        </a:lnSpc>
                        <a:spcBef>
                          <a:spcPts val="20"/>
                        </a:spcBef>
                      </a:pPr>
                      <a:endParaRPr sz="1250">
                        <a:latin typeface="Times New Roman"/>
                        <a:cs typeface="Times New Roman"/>
                      </a:endParaRPr>
                    </a:p>
                    <a:p>
                      <a:pPr marR="388620" algn="r">
                        <a:lnSpc>
                          <a:spcPct val="100000"/>
                        </a:lnSpc>
                      </a:pPr>
                      <a:r>
                        <a:rPr sz="1200" dirty="0">
                          <a:latin typeface="宋体"/>
                          <a:cs typeface="宋体"/>
                        </a:rPr>
                        <a:t>低</a:t>
                      </a:r>
                      <a:endParaRPr sz="1200">
                        <a:latin typeface="宋体"/>
                        <a:cs typeface="宋体"/>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tc>
                  <a:txBody>
                    <a:bodyPr/>
                    <a:lstStyle/>
                    <a:p>
                      <a:pPr marL="81280" marR="76200">
                        <a:lnSpc>
                          <a:spcPct val="100000"/>
                        </a:lnSpc>
                        <a:spcBef>
                          <a:spcPts val="740"/>
                        </a:spcBef>
                      </a:pPr>
                      <a:r>
                        <a:rPr sz="1200" spc="-10" dirty="0">
                          <a:latin typeface="宋体"/>
                          <a:cs typeface="宋体"/>
                        </a:rPr>
                        <a:t>逻辑推理中存在漏洞或错误假设</a:t>
                      </a:r>
                      <a:endParaRPr sz="1200">
                        <a:latin typeface="宋体"/>
                        <a:cs typeface="宋体"/>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9"/>
                    </a:solidFill>
                  </a:tcPr>
                </a:tc>
                <a:extLst>
                  <a:ext uri="{0D108BD9-81ED-4DB2-BD59-A6C34878D82A}">
                    <a16:rowId xmlns:a16="http://schemas.microsoft.com/office/drawing/2014/main" val="10004"/>
                  </a:ext>
                </a:extLst>
              </a:tr>
              <a:tr h="753745">
                <a:tc>
                  <a:txBody>
                    <a:bodyPr/>
                    <a:lstStyle/>
                    <a:p>
                      <a:pPr>
                        <a:lnSpc>
                          <a:spcPct val="100000"/>
                        </a:lnSpc>
                        <a:spcBef>
                          <a:spcPts val="45"/>
                        </a:spcBef>
                      </a:pPr>
                      <a:endParaRPr sz="1800">
                        <a:latin typeface="Times New Roman"/>
                        <a:cs typeface="Times New Roman"/>
                      </a:endParaRPr>
                    </a:p>
                    <a:p>
                      <a:pPr marL="150495">
                        <a:lnSpc>
                          <a:spcPct val="100000"/>
                        </a:lnSpc>
                      </a:pPr>
                      <a:r>
                        <a:rPr sz="1200" spc="-15" dirty="0">
                          <a:solidFill>
                            <a:srgbClr val="FFFFFF"/>
                          </a:solidFill>
                          <a:latin typeface="宋体"/>
                          <a:cs typeface="宋体"/>
                        </a:rPr>
                        <a:t>无中生有</a:t>
                      </a:r>
                      <a:endParaRPr sz="1200">
                        <a:latin typeface="宋体"/>
                        <a:cs typeface="宋体"/>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F95E6"/>
                    </a:solidFill>
                  </a:tcPr>
                </a:tc>
                <a:tc>
                  <a:txBody>
                    <a:bodyPr/>
                    <a:lstStyle/>
                    <a:p>
                      <a:pPr>
                        <a:lnSpc>
                          <a:spcPct val="100000"/>
                        </a:lnSpc>
                        <a:spcBef>
                          <a:spcPts val="45"/>
                        </a:spcBef>
                      </a:pPr>
                      <a:endParaRPr sz="1800">
                        <a:latin typeface="Times New Roman"/>
                        <a:cs typeface="Times New Roman"/>
                      </a:endParaRPr>
                    </a:p>
                    <a:p>
                      <a:pPr algn="ctr">
                        <a:lnSpc>
                          <a:spcPct val="100000"/>
                        </a:lnSpc>
                      </a:pPr>
                      <a:r>
                        <a:rPr sz="1200" spc="-20" dirty="0">
                          <a:latin typeface="宋体"/>
                          <a:cs typeface="宋体"/>
                        </a:rPr>
                        <a:t>无数据</a:t>
                      </a:r>
                      <a:endParaRPr sz="1200">
                        <a:latin typeface="宋体"/>
                        <a:cs typeface="宋体"/>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45"/>
                        </a:spcBef>
                      </a:pPr>
                      <a:endParaRPr sz="1800">
                        <a:latin typeface="Times New Roman"/>
                        <a:cs typeface="Times New Roman"/>
                      </a:endParaRPr>
                    </a:p>
                    <a:p>
                      <a:pPr algn="ctr">
                        <a:lnSpc>
                          <a:spcPct val="100000"/>
                        </a:lnSpc>
                      </a:pPr>
                      <a:r>
                        <a:rPr sz="1200" dirty="0">
                          <a:latin typeface="宋体"/>
                          <a:cs typeface="宋体"/>
                        </a:rPr>
                        <a:t>低</a:t>
                      </a:r>
                      <a:endParaRPr sz="1200">
                        <a:latin typeface="宋体"/>
                        <a:cs typeface="宋体"/>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45"/>
                        </a:spcBef>
                      </a:pPr>
                      <a:endParaRPr sz="1800">
                        <a:latin typeface="Times New Roman"/>
                        <a:cs typeface="Times New Roman"/>
                      </a:endParaRPr>
                    </a:p>
                    <a:p>
                      <a:pPr marR="284480" algn="r">
                        <a:lnSpc>
                          <a:spcPct val="100000"/>
                        </a:lnSpc>
                      </a:pPr>
                      <a:r>
                        <a:rPr sz="1200" dirty="0">
                          <a:latin typeface="宋体"/>
                          <a:cs typeface="宋体"/>
                        </a:rPr>
                        <a:t>中</a:t>
                      </a:r>
                      <a:endParaRPr sz="1200">
                        <a:latin typeface="宋体"/>
                        <a:cs typeface="宋体"/>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45"/>
                        </a:spcBef>
                      </a:pPr>
                      <a:endParaRPr sz="1800">
                        <a:latin typeface="Times New Roman"/>
                        <a:cs typeface="Times New Roman"/>
                      </a:endParaRPr>
                    </a:p>
                    <a:p>
                      <a:pPr algn="ctr">
                        <a:lnSpc>
                          <a:spcPct val="100000"/>
                        </a:lnSpc>
                      </a:pPr>
                      <a:r>
                        <a:rPr sz="1200" dirty="0">
                          <a:latin typeface="宋体"/>
                          <a:cs typeface="宋体"/>
                        </a:rPr>
                        <a:t>低</a:t>
                      </a:r>
                      <a:endParaRPr sz="1200">
                        <a:latin typeface="宋体"/>
                        <a:cs typeface="宋体"/>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45"/>
                        </a:spcBef>
                      </a:pPr>
                      <a:endParaRPr sz="1800">
                        <a:latin typeface="Times New Roman"/>
                        <a:cs typeface="Times New Roman"/>
                      </a:endParaRPr>
                    </a:p>
                    <a:p>
                      <a:pPr marR="388620" algn="r">
                        <a:lnSpc>
                          <a:spcPct val="100000"/>
                        </a:lnSpc>
                      </a:pPr>
                      <a:r>
                        <a:rPr sz="1200" dirty="0">
                          <a:latin typeface="宋体"/>
                          <a:cs typeface="宋体"/>
                        </a:rPr>
                        <a:t>低</a:t>
                      </a:r>
                      <a:endParaRPr sz="1200">
                        <a:latin typeface="宋体"/>
                        <a:cs typeface="宋体"/>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tc>
                  <a:txBody>
                    <a:bodyPr/>
                    <a:lstStyle/>
                    <a:p>
                      <a:pPr>
                        <a:lnSpc>
                          <a:spcPct val="100000"/>
                        </a:lnSpc>
                        <a:spcBef>
                          <a:spcPts val="15"/>
                        </a:spcBef>
                      </a:pPr>
                      <a:endParaRPr sz="1200">
                        <a:latin typeface="Times New Roman"/>
                        <a:cs typeface="Times New Roman"/>
                      </a:endParaRPr>
                    </a:p>
                    <a:p>
                      <a:pPr marL="81280" marR="76200">
                        <a:lnSpc>
                          <a:spcPct val="100000"/>
                        </a:lnSpc>
                      </a:pPr>
                      <a:r>
                        <a:rPr sz="1200" spc="-10" dirty="0">
                          <a:latin typeface="宋体"/>
                          <a:cs typeface="宋体"/>
                        </a:rPr>
                        <a:t>在无数据支持下，生成完全虚构的信息</a:t>
                      </a:r>
                      <a:endParaRPr sz="1200">
                        <a:latin typeface="宋体"/>
                        <a:cs typeface="宋体"/>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DF5"/>
                    </a:solidFill>
                  </a:tcPr>
                </a:tc>
                <a:extLst>
                  <a:ext uri="{0D108BD9-81ED-4DB2-BD59-A6C34878D82A}">
                    <a16:rowId xmlns:a16="http://schemas.microsoft.com/office/drawing/2014/main" val="10005"/>
                  </a:ext>
                </a:extLst>
              </a:tr>
            </a:tbl>
          </a:graphicData>
        </a:graphic>
      </p:graphicFrame>
      <p:grpSp>
        <p:nvGrpSpPr>
          <p:cNvPr id="5" name="object 5"/>
          <p:cNvGrpSpPr/>
          <p:nvPr/>
        </p:nvGrpSpPr>
        <p:grpSpPr>
          <a:xfrm>
            <a:off x="228600" y="932688"/>
            <a:ext cx="11791315" cy="5518150"/>
            <a:chOff x="228600" y="932688"/>
            <a:chExt cx="11791315" cy="5518150"/>
          </a:xfrm>
        </p:grpSpPr>
        <p:sp>
          <p:nvSpPr>
            <p:cNvPr id="6" name="object 6"/>
            <p:cNvSpPr/>
            <p:nvPr/>
          </p:nvSpPr>
          <p:spPr>
            <a:xfrm>
              <a:off x="8610600" y="1450848"/>
              <a:ext cx="401320" cy="424180"/>
            </a:xfrm>
            <a:custGeom>
              <a:avLst/>
              <a:gdLst/>
              <a:ahLst/>
              <a:cxnLst/>
              <a:rect l="l" t="t" r="r" b="b"/>
              <a:pathLst>
                <a:path w="401320" h="424180">
                  <a:moveTo>
                    <a:pt x="201168" y="423671"/>
                  </a:moveTo>
                  <a:lnTo>
                    <a:pt x="0" y="222503"/>
                  </a:lnTo>
                  <a:lnTo>
                    <a:pt x="100583" y="222503"/>
                  </a:lnTo>
                  <a:lnTo>
                    <a:pt x="100583" y="0"/>
                  </a:lnTo>
                  <a:lnTo>
                    <a:pt x="300227" y="0"/>
                  </a:lnTo>
                  <a:lnTo>
                    <a:pt x="300227" y="222503"/>
                  </a:lnTo>
                  <a:lnTo>
                    <a:pt x="400811" y="222503"/>
                  </a:lnTo>
                  <a:lnTo>
                    <a:pt x="201168" y="423671"/>
                  </a:lnTo>
                  <a:close/>
                </a:path>
              </a:pathLst>
            </a:custGeom>
            <a:solidFill>
              <a:srgbClr val="D9D9D9"/>
            </a:solidFill>
          </p:spPr>
          <p:txBody>
            <a:bodyPr wrap="square" lIns="0" tIns="0" rIns="0" bIns="0" rtlCol="0"/>
            <a:lstStyle/>
            <a:p>
              <a:endParaRPr/>
            </a:p>
          </p:txBody>
        </p:sp>
        <p:sp>
          <p:nvSpPr>
            <p:cNvPr id="7" name="object 7"/>
            <p:cNvSpPr/>
            <p:nvPr/>
          </p:nvSpPr>
          <p:spPr>
            <a:xfrm>
              <a:off x="6737032" y="1867217"/>
              <a:ext cx="5109845" cy="4583430"/>
            </a:xfrm>
            <a:custGeom>
              <a:avLst/>
              <a:gdLst/>
              <a:ahLst/>
              <a:cxnLst/>
              <a:rect l="l" t="t" r="r" b="b"/>
              <a:pathLst>
                <a:path w="5109845" h="4583430">
                  <a:moveTo>
                    <a:pt x="14287" y="4569142"/>
                  </a:moveTo>
                  <a:lnTo>
                    <a:pt x="0" y="4569142"/>
                  </a:lnTo>
                  <a:lnTo>
                    <a:pt x="0" y="4540567"/>
                  </a:lnTo>
                  <a:lnTo>
                    <a:pt x="28575" y="4540567"/>
                  </a:lnTo>
                  <a:lnTo>
                    <a:pt x="28575" y="4554855"/>
                  </a:lnTo>
                  <a:lnTo>
                    <a:pt x="14287" y="4554855"/>
                  </a:lnTo>
                  <a:lnTo>
                    <a:pt x="14287" y="4569142"/>
                  </a:lnTo>
                  <a:close/>
                </a:path>
                <a:path w="5109845" h="4583430">
                  <a:moveTo>
                    <a:pt x="26987" y="4583430"/>
                  </a:moveTo>
                  <a:lnTo>
                    <a:pt x="14287" y="4583430"/>
                  </a:lnTo>
                  <a:lnTo>
                    <a:pt x="14287" y="4554855"/>
                  </a:lnTo>
                  <a:lnTo>
                    <a:pt x="26987" y="4554855"/>
                  </a:lnTo>
                  <a:lnTo>
                    <a:pt x="26987" y="4583430"/>
                  </a:lnTo>
                  <a:close/>
                </a:path>
                <a:path w="5109845" h="4583430">
                  <a:moveTo>
                    <a:pt x="28575" y="4569142"/>
                  </a:moveTo>
                  <a:lnTo>
                    <a:pt x="26987" y="4569142"/>
                  </a:lnTo>
                  <a:lnTo>
                    <a:pt x="26987" y="4554855"/>
                  </a:lnTo>
                  <a:lnTo>
                    <a:pt x="28575" y="4554855"/>
                  </a:lnTo>
                  <a:lnTo>
                    <a:pt x="28575" y="4569142"/>
                  </a:lnTo>
                  <a:close/>
                </a:path>
                <a:path w="5109845" h="4583430">
                  <a:moveTo>
                    <a:pt x="28575" y="4511992"/>
                  </a:moveTo>
                  <a:lnTo>
                    <a:pt x="0" y="4511992"/>
                  </a:lnTo>
                  <a:lnTo>
                    <a:pt x="0" y="4483417"/>
                  </a:lnTo>
                  <a:lnTo>
                    <a:pt x="28575" y="4483417"/>
                  </a:lnTo>
                  <a:lnTo>
                    <a:pt x="28575" y="4511992"/>
                  </a:lnTo>
                  <a:close/>
                </a:path>
                <a:path w="5109845" h="4583430">
                  <a:moveTo>
                    <a:pt x="28575" y="4454842"/>
                  </a:moveTo>
                  <a:lnTo>
                    <a:pt x="0" y="4454842"/>
                  </a:lnTo>
                  <a:lnTo>
                    <a:pt x="0" y="4426267"/>
                  </a:lnTo>
                  <a:lnTo>
                    <a:pt x="28575" y="4426267"/>
                  </a:lnTo>
                  <a:lnTo>
                    <a:pt x="28575" y="4454842"/>
                  </a:lnTo>
                  <a:close/>
                </a:path>
                <a:path w="5109845" h="4583430">
                  <a:moveTo>
                    <a:pt x="28575" y="4397692"/>
                  </a:moveTo>
                  <a:lnTo>
                    <a:pt x="0" y="4397692"/>
                  </a:lnTo>
                  <a:lnTo>
                    <a:pt x="0" y="4369117"/>
                  </a:lnTo>
                  <a:lnTo>
                    <a:pt x="28575" y="4369117"/>
                  </a:lnTo>
                  <a:lnTo>
                    <a:pt x="28575" y="4397692"/>
                  </a:lnTo>
                  <a:close/>
                </a:path>
                <a:path w="5109845" h="4583430">
                  <a:moveTo>
                    <a:pt x="28575" y="4340542"/>
                  </a:moveTo>
                  <a:lnTo>
                    <a:pt x="0" y="4340542"/>
                  </a:lnTo>
                  <a:lnTo>
                    <a:pt x="0" y="4311967"/>
                  </a:lnTo>
                  <a:lnTo>
                    <a:pt x="28575" y="4311967"/>
                  </a:lnTo>
                  <a:lnTo>
                    <a:pt x="28575" y="4340542"/>
                  </a:lnTo>
                  <a:close/>
                </a:path>
                <a:path w="5109845" h="4583430">
                  <a:moveTo>
                    <a:pt x="28575" y="4283392"/>
                  </a:moveTo>
                  <a:lnTo>
                    <a:pt x="0" y="4283392"/>
                  </a:lnTo>
                  <a:lnTo>
                    <a:pt x="0" y="4254817"/>
                  </a:lnTo>
                  <a:lnTo>
                    <a:pt x="28575" y="4254817"/>
                  </a:lnTo>
                  <a:lnTo>
                    <a:pt x="28575" y="4283392"/>
                  </a:lnTo>
                  <a:close/>
                </a:path>
                <a:path w="5109845" h="4583430">
                  <a:moveTo>
                    <a:pt x="28575" y="4226242"/>
                  </a:moveTo>
                  <a:lnTo>
                    <a:pt x="0" y="4226242"/>
                  </a:lnTo>
                  <a:lnTo>
                    <a:pt x="0" y="4197667"/>
                  </a:lnTo>
                  <a:lnTo>
                    <a:pt x="28575" y="4197667"/>
                  </a:lnTo>
                  <a:lnTo>
                    <a:pt x="28575" y="4226242"/>
                  </a:lnTo>
                  <a:close/>
                </a:path>
                <a:path w="5109845" h="4583430">
                  <a:moveTo>
                    <a:pt x="28575" y="4169092"/>
                  </a:moveTo>
                  <a:lnTo>
                    <a:pt x="0" y="4169092"/>
                  </a:lnTo>
                  <a:lnTo>
                    <a:pt x="0" y="4140517"/>
                  </a:lnTo>
                  <a:lnTo>
                    <a:pt x="28575" y="4140517"/>
                  </a:lnTo>
                  <a:lnTo>
                    <a:pt x="28575" y="4169092"/>
                  </a:lnTo>
                  <a:close/>
                </a:path>
                <a:path w="5109845" h="4583430">
                  <a:moveTo>
                    <a:pt x="28575" y="4111942"/>
                  </a:moveTo>
                  <a:lnTo>
                    <a:pt x="0" y="4111942"/>
                  </a:lnTo>
                  <a:lnTo>
                    <a:pt x="0" y="4083367"/>
                  </a:lnTo>
                  <a:lnTo>
                    <a:pt x="28575" y="4083367"/>
                  </a:lnTo>
                  <a:lnTo>
                    <a:pt x="28575" y="4111942"/>
                  </a:lnTo>
                  <a:close/>
                </a:path>
                <a:path w="5109845" h="4583430">
                  <a:moveTo>
                    <a:pt x="28575" y="4054792"/>
                  </a:moveTo>
                  <a:lnTo>
                    <a:pt x="0" y="4054792"/>
                  </a:lnTo>
                  <a:lnTo>
                    <a:pt x="0" y="4026217"/>
                  </a:lnTo>
                  <a:lnTo>
                    <a:pt x="28575" y="4026217"/>
                  </a:lnTo>
                  <a:lnTo>
                    <a:pt x="28575" y="4054792"/>
                  </a:lnTo>
                  <a:close/>
                </a:path>
                <a:path w="5109845" h="4583430">
                  <a:moveTo>
                    <a:pt x="28575" y="3997642"/>
                  </a:moveTo>
                  <a:lnTo>
                    <a:pt x="0" y="3997642"/>
                  </a:lnTo>
                  <a:lnTo>
                    <a:pt x="0" y="3969067"/>
                  </a:lnTo>
                  <a:lnTo>
                    <a:pt x="28575" y="3969067"/>
                  </a:lnTo>
                  <a:lnTo>
                    <a:pt x="28575" y="3997642"/>
                  </a:lnTo>
                  <a:close/>
                </a:path>
                <a:path w="5109845" h="4583430">
                  <a:moveTo>
                    <a:pt x="28575" y="3940492"/>
                  </a:moveTo>
                  <a:lnTo>
                    <a:pt x="0" y="3940492"/>
                  </a:lnTo>
                  <a:lnTo>
                    <a:pt x="0" y="3911917"/>
                  </a:lnTo>
                  <a:lnTo>
                    <a:pt x="28575" y="3911917"/>
                  </a:lnTo>
                  <a:lnTo>
                    <a:pt x="28575" y="3940492"/>
                  </a:lnTo>
                  <a:close/>
                </a:path>
                <a:path w="5109845" h="4583430">
                  <a:moveTo>
                    <a:pt x="28575" y="3883342"/>
                  </a:moveTo>
                  <a:lnTo>
                    <a:pt x="0" y="3883342"/>
                  </a:lnTo>
                  <a:lnTo>
                    <a:pt x="0" y="3854767"/>
                  </a:lnTo>
                  <a:lnTo>
                    <a:pt x="28575" y="3854767"/>
                  </a:lnTo>
                  <a:lnTo>
                    <a:pt x="28575" y="3883342"/>
                  </a:lnTo>
                  <a:close/>
                </a:path>
                <a:path w="5109845" h="4583430">
                  <a:moveTo>
                    <a:pt x="28575" y="3826192"/>
                  </a:moveTo>
                  <a:lnTo>
                    <a:pt x="0" y="3826192"/>
                  </a:lnTo>
                  <a:lnTo>
                    <a:pt x="0" y="3797617"/>
                  </a:lnTo>
                  <a:lnTo>
                    <a:pt x="28575" y="3797617"/>
                  </a:lnTo>
                  <a:lnTo>
                    <a:pt x="28575" y="3826192"/>
                  </a:lnTo>
                  <a:close/>
                </a:path>
                <a:path w="5109845" h="4583430">
                  <a:moveTo>
                    <a:pt x="28575" y="3769042"/>
                  </a:moveTo>
                  <a:lnTo>
                    <a:pt x="0" y="3769042"/>
                  </a:lnTo>
                  <a:lnTo>
                    <a:pt x="0" y="3740467"/>
                  </a:lnTo>
                  <a:lnTo>
                    <a:pt x="28575" y="3740467"/>
                  </a:lnTo>
                  <a:lnTo>
                    <a:pt x="28575" y="3769042"/>
                  </a:lnTo>
                  <a:close/>
                </a:path>
                <a:path w="5109845" h="4583430">
                  <a:moveTo>
                    <a:pt x="28575" y="3711892"/>
                  </a:moveTo>
                  <a:lnTo>
                    <a:pt x="0" y="3711892"/>
                  </a:lnTo>
                  <a:lnTo>
                    <a:pt x="0" y="3683317"/>
                  </a:lnTo>
                  <a:lnTo>
                    <a:pt x="28575" y="3683317"/>
                  </a:lnTo>
                  <a:lnTo>
                    <a:pt x="28575" y="3711892"/>
                  </a:lnTo>
                  <a:close/>
                </a:path>
                <a:path w="5109845" h="4583430">
                  <a:moveTo>
                    <a:pt x="28575" y="3654742"/>
                  </a:moveTo>
                  <a:lnTo>
                    <a:pt x="0" y="3654742"/>
                  </a:lnTo>
                  <a:lnTo>
                    <a:pt x="0" y="3626167"/>
                  </a:lnTo>
                  <a:lnTo>
                    <a:pt x="28575" y="3626167"/>
                  </a:lnTo>
                  <a:lnTo>
                    <a:pt x="28575" y="3654742"/>
                  </a:lnTo>
                  <a:close/>
                </a:path>
                <a:path w="5109845" h="4583430">
                  <a:moveTo>
                    <a:pt x="28575" y="3597592"/>
                  </a:moveTo>
                  <a:lnTo>
                    <a:pt x="0" y="3597592"/>
                  </a:lnTo>
                  <a:lnTo>
                    <a:pt x="0" y="3569017"/>
                  </a:lnTo>
                  <a:lnTo>
                    <a:pt x="28575" y="3569017"/>
                  </a:lnTo>
                  <a:lnTo>
                    <a:pt x="28575" y="3597592"/>
                  </a:lnTo>
                  <a:close/>
                </a:path>
                <a:path w="5109845" h="4583430">
                  <a:moveTo>
                    <a:pt x="28575" y="3540442"/>
                  </a:moveTo>
                  <a:lnTo>
                    <a:pt x="0" y="3540442"/>
                  </a:lnTo>
                  <a:lnTo>
                    <a:pt x="0" y="3511867"/>
                  </a:lnTo>
                  <a:lnTo>
                    <a:pt x="28575" y="3511867"/>
                  </a:lnTo>
                  <a:lnTo>
                    <a:pt x="28575" y="3540442"/>
                  </a:lnTo>
                  <a:close/>
                </a:path>
                <a:path w="5109845" h="4583430">
                  <a:moveTo>
                    <a:pt x="28575" y="3483292"/>
                  </a:moveTo>
                  <a:lnTo>
                    <a:pt x="0" y="3483292"/>
                  </a:lnTo>
                  <a:lnTo>
                    <a:pt x="0" y="3454717"/>
                  </a:lnTo>
                  <a:lnTo>
                    <a:pt x="28575" y="3454717"/>
                  </a:lnTo>
                  <a:lnTo>
                    <a:pt x="28575" y="3483292"/>
                  </a:lnTo>
                  <a:close/>
                </a:path>
                <a:path w="5109845" h="4583430">
                  <a:moveTo>
                    <a:pt x="28575" y="3426142"/>
                  </a:moveTo>
                  <a:lnTo>
                    <a:pt x="0" y="3426142"/>
                  </a:lnTo>
                  <a:lnTo>
                    <a:pt x="0" y="3397567"/>
                  </a:lnTo>
                  <a:lnTo>
                    <a:pt x="28575" y="3397567"/>
                  </a:lnTo>
                  <a:lnTo>
                    <a:pt x="28575" y="3426142"/>
                  </a:lnTo>
                  <a:close/>
                </a:path>
                <a:path w="5109845" h="4583430">
                  <a:moveTo>
                    <a:pt x="28575" y="3368992"/>
                  </a:moveTo>
                  <a:lnTo>
                    <a:pt x="0" y="3368992"/>
                  </a:lnTo>
                  <a:lnTo>
                    <a:pt x="0" y="3340417"/>
                  </a:lnTo>
                  <a:lnTo>
                    <a:pt x="28575" y="3340417"/>
                  </a:lnTo>
                  <a:lnTo>
                    <a:pt x="28575" y="3368992"/>
                  </a:lnTo>
                  <a:close/>
                </a:path>
                <a:path w="5109845" h="4583430">
                  <a:moveTo>
                    <a:pt x="28575" y="3311842"/>
                  </a:moveTo>
                  <a:lnTo>
                    <a:pt x="0" y="3311842"/>
                  </a:lnTo>
                  <a:lnTo>
                    <a:pt x="0" y="3283267"/>
                  </a:lnTo>
                  <a:lnTo>
                    <a:pt x="28575" y="3283267"/>
                  </a:lnTo>
                  <a:lnTo>
                    <a:pt x="28575" y="3311842"/>
                  </a:lnTo>
                  <a:close/>
                </a:path>
                <a:path w="5109845" h="4583430">
                  <a:moveTo>
                    <a:pt x="28575" y="3254692"/>
                  </a:moveTo>
                  <a:lnTo>
                    <a:pt x="0" y="3254692"/>
                  </a:lnTo>
                  <a:lnTo>
                    <a:pt x="0" y="3226117"/>
                  </a:lnTo>
                  <a:lnTo>
                    <a:pt x="28575" y="3226117"/>
                  </a:lnTo>
                  <a:lnTo>
                    <a:pt x="28575" y="3254692"/>
                  </a:lnTo>
                  <a:close/>
                </a:path>
                <a:path w="5109845" h="4583430">
                  <a:moveTo>
                    <a:pt x="28575" y="3197542"/>
                  </a:moveTo>
                  <a:lnTo>
                    <a:pt x="0" y="3197542"/>
                  </a:lnTo>
                  <a:lnTo>
                    <a:pt x="0" y="3168967"/>
                  </a:lnTo>
                  <a:lnTo>
                    <a:pt x="28575" y="3168967"/>
                  </a:lnTo>
                  <a:lnTo>
                    <a:pt x="28575" y="3197542"/>
                  </a:lnTo>
                  <a:close/>
                </a:path>
                <a:path w="5109845" h="4583430">
                  <a:moveTo>
                    <a:pt x="28575" y="3140392"/>
                  </a:moveTo>
                  <a:lnTo>
                    <a:pt x="0" y="3140392"/>
                  </a:lnTo>
                  <a:lnTo>
                    <a:pt x="0" y="3111817"/>
                  </a:lnTo>
                  <a:lnTo>
                    <a:pt x="28575" y="3111817"/>
                  </a:lnTo>
                  <a:lnTo>
                    <a:pt x="28575" y="3140392"/>
                  </a:lnTo>
                  <a:close/>
                </a:path>
                <a:path w="5109845" h="4583430">
                  <a:moveTo>
                    <a:pt x="28575" y="3083242"/>
                  </a:moveTo>
                  <a:lnTo>
                    <a:pt x="0" y="3083242"/>
                  </a:lnTo>
                  <a:lnTo>
                    <a:pt x="0" y="3054667"/>
                  </a:lnTo>
                  <a:lnTo>
                    <a:pt x="28575" y="3054667"/>
                  </a:lnTo>
                  <a:lnTo>
                    <a:pt x="28575" y="3083242"/>
                  </a:lnTo>
                  <a:close/>
                </a:path>
                <a:path w="5109845" h="4583430">
                  <a:moveTo>
                    <a:pt x="28575" y="3026092"/>
                  </a:moveTo>
                  <a:lnTo>
                    <a:pt x="0" y="3026092"/>
                  </a:lnTo>
                  <a:lnTo>
                    <a:pt x="0" y="2997517"/>
                  </a:lnTo>
                  <a:lnTo>
                    <a:pt x="28575" y="2997517"/>
                  </a:lnTo>
                  <a:lnTo>
                    <a:pt x="28575" y="3026092"/>
                  </a:lnTo>
                  <a:close/>
                </a:path>
                <a:path w="5109845" h="4583430">
                  <a:moveTo>
                    <a:pt x="28575" y="2968942"/>
                  </a:moveTo>
                  <a:lnTo>
                    <a:pt x="0" y="2968942"/>
                  </a:lnTo>
                  <a:lnTo>
                    <a:pt x="0" y="2940367"/>
                  </a:lnTo>
                  <a:lnTo>
                    <a:pt x="28575" y="2940367"/>
                  </a:lnTo>
                  <a:lnTo>
                    <a:pt x="28575" y="2968942"/>
                  </a:lnTo>
                  <a:close/>
                </a:path>
                <a:path w="5109845" h="4583430">
                  <a:moveTo>
                    <a:pt x="28575" y="2911792"/>
                  </a:moveTo>
                  <a:lnTo>
                    <a:pt x="0" y="2911792"/>
                  </a:lnTo>
                  <a:lnTo>
                    <a:pt x="0" y="2883217"/>
                  </a:lnTo>
                  <a:lnTo>
                    <a:pt x="28575" y="2883217"/>
                  </a:lnTo>
                  <a:lnTo>
                    <a:pt x="28575" y="2911792"/>
                  </a:lnTo>
                  <a:close/>
                </a:path>
                <a:path w="5109845" h="4583430">
                  <a:moveTo>
                    <a:pt x="28575" y="2854642"/>
                  </a:moveTo>
                  <a:lnTo>
                    <a:pt x="0" y="2854642"/>
                  </a:lnTo>
                  <a:lnTo>
                    <a:pt x="0" y="2826067"/>
                  </a:lnTo>
                  <a:lnTo>
                    <a:pt x="28575" y="2826067"/>
                  </a:lnTo>
                  <a:lnTo>
                    <a:pt x="28575" y="2854642"/>
                  </a:lnTo>
                  <a:close/>
                </a:path>
                <a:path w="5109845" h="4583430">
                  <a:moveTo>
                    <a:pt x="28575" y="2797492"/>
                  </a:moveTo>
                  <a:lnTo>
                    <a:pt x="0" y="2797492"/>
                  </a:lnTo>
                  <a:lnTo>
                    <a:pt x="0" y="2768917"/>
                  </a:lnTo>
                  <a:lnTo>
                    <a:pt x="28575" y="2768917"/>
                  </a:lnTo>
                  <a:lnTo>
                    <a:pt x="28575" y="2797492"/>
                  </a:lnTo>
                  <a:close/>
                </a:path>
                <a:path w="5109845" h="4583430">
                  <a:moveTo>
                    <a:pt x="28575" y="2740342"/>
                  </a:moveTo>
                  <a:lnTo>
                    <a:pt x="0" y="2740342"/>
                  </a:lnTo>
                  <a:lnTo>
                    <a:pt x="0" y="2711767"/>
                  </a:lnTo>
                  <a:lnTo>
                    <a:pt x="28575" y="2711767"/>
                  </a:lnTo>
                  <a:lnTo>
                    <a:pt x="28575" y="2740342"/>
                  </a:lnTo>
                  <a:close/>
                </a:path>
                <a:path w="5109845" h="4583430">
                  <a:moveTo>
                    <a:pt x="28575" y="2683192"/>
                  </a:moveTo>
                  <a:lnTo>
                    <a:pt x="0" y="2683192"/>
                  </a:lnTo>
                  <a:lnTo>
                    <a:pt x="0" y="2654617"/>
                  </a:lnTo>
                  <a:lnTo>
                    <a:pt x="28575" y="2654617"/>
                  </a:lnTo>
                  <a:lnTo>
                    <a:pt x="28575" y="2683192"/>
                  </a:lnTo>
                  <a:close/>
                </a:path>
                <a:path w="5109845" h="4583430">
                  <a:moveTo>
                    <a:pt x="28575" y="2626042"/>
                  </a:moveTo>
                  <a:lnTo>
                    <a:pt x="0" y="2626042"/>
                  </a:lnTo>
                  <a:lnTo>
                    <a:pt x="0" y="2597467"/>
                  </a:lnTo>
                  <a:lnTo>
                    <a:pt x="28575" y="2597467"/>
                  </a:lnTo>
                  <a:lnTo>
                    <a:pt x="28575" y="2626042"/>
                  </a:lnTo>
                  <a:close/>
                </a:path>
                <a:path w="5109845" h="4583430">
                  <a:moveTo>
                    <a:pt x="28575" y="2568892"/>
                  </a:moveTo>
                  <a:lnTo>
                    <a:pt x="0" y="2568892"/>
                  </a:lnTo>
                  <a:lnTo>
                    <a:pt x="0" y="2540317"/>
                  </a:lnTo>
                  <a:lnTo>
                    <a:pt x="28575" y="2540317"/>
                  </a:lnTo>
                  <a:lnTo>
                    <a:pt x="28575" y="2568892"/>
                  </a:lnTo>
                  <a:close/>
                </a:path>
                <a:path w="5109845" h="4583430">
                  <a:moveTo>
                    <a:pt x="28575" y="2511742"/>
                  </a:moveTo>
                  <a:lnTo>
                    <a:pt x="0" y="2511742"/>
                  </a:lnTo>
                  <a:lnTo>
                    <a:pt x="0" y="2483167"/>
                  </a:lnTo>
                  <a:lnTo>
                    <a:pt x="28575" y="2483167"/>
                  </a:lnTo>
                  <a:lnTo>
                    <a:pt x="28575" y="2511742"/>
                  </a:lnTo>
                  <a:close/>
                </a:path>
                <a:path w="5109845" h="4583430">
                  <a:moveTo>
                    <a:pt x="28575" y="2454592"/>
                  </a:moveTo>
                  <a:lnTo>
                    <a:pt x="0" y="2454592"/>
                  </a:lnTo>
                  <a:lnTo>
                    <a:pt x="0" y="2426017"/>
                  </a:lnTo>
                  <a:lnTo>
                    <a:pt x="28575" y="2426017"/>
                  </a:lnTo>
                  <a:lnTo>
                    <a:pt x="28575" y="2454592"/>
                  </a:lnTo>
                  <a:close/>
                </a:path>
                <a:path w="5109845" h="4583430">
                  <a:moveTo>
                    <a:pt x="28575" y="2397442"/>
                  </a:moveTo>
                  <a:lnTo>
                    <a:pt x="0" y="2397442"/>
                  </a:lnTo>
                  <a:lnTo>
                    <a:pt x="0" y="2368867"/>
                  </a:lnTo>
                  <a:lnTo>
                    <a:pt x="28575" y="2368867"/>
                  </a:lnTo>
                  <a:lnTo>
                    <a:pt x="28575" y="2397442"/>
                  </a:lnTo>
                  <a:close/>
                </a:path>
                <a:path w="5109845" h="4583430">
                  <a:moveTo>
                    <a:pt x="28575" y="2340292"/>
                  </a:moveTo>
                  <a:lnTo>
                    <a:pt x="0" y="2340292"/>
                  </a:lnTo>
                  <a:lnTo>
                    <a:pt x="0" y="2311717"/>
                  </a:lnTo>
                  <a:lnTo>
                    <a:pt x="28575" y="2311717"/>
                  </a:lnTo>
                  <a:lnTo>
                    <a:pt x="28575" y="2340292"/>
                  </a:lnTo>
                  <a:close/>
                </a:path>
                <a:path w="5109845" h="4583430">
                  <a:moveTo>
                    <a:pt x="28575" y="2283142"/>
                  </a:moveTo>
                  <a:lnTo>
                    <a:pt x="0" y="2283142"/>
                  </a:lnTo>
                  <a:lnTo>
                    <a:pt x="0" y="2254567"/>
                  </a:lnTo>
                  <a:lnTo>
                    <a:pt x="28575" y="2254567"/>
                  </a:lnTo>
                  <a:lnTo>
                    <a:pt x="28575" y="2283142"/>
                  </a:lnTo>
                  <a:close/>
                </a:path>
                <a:path w="5109845" h="4583430">
                  <a:moveTo>
                    <a:pt x="28575" y="2225992"/>
                  </a:moveTo>
                  <a:lnTo>
                    <a:pt x="0" y="2225992"/>
                  </a:lnTo>
                  <a:lnTo>
                    <a:pt x="0" y="2197417"/>
                  </a:lnTo>
                  <a:lnTo>
                    <a:pt x="28575" y="2197417"/>
                  </a:lnTo>
                  <a:lnTo>
                    <a:pt x="28575" y="2225992"/>
                  </a:lnTo>
                  <a:close/>
                </a:path>
                <a:path w="5109845" h="4583430">
                  <a:moveTo>
                    <a:pt x="28575" y="2168842"/>
                  </a:moveTo>
                  <a:lnTo>
                    <a:pt x="0" y="2168842"/>
                  </a:lnTo>
                  <a:lnTo>
                    <a:pt x="0" y="2140267"/>
                  </a:lnTo>
                  <a:lnTo>
                    <a:pt x="28575" y="2140267"/>
                  </a:lnTo>
                  <a:lnTo>
                    <a:pt x="28575" y="2168842"/>
                  </a:lnTo>
                  <a:close/>
                </a:path>
                <a:path w="5109845" h="4583430">
                  <a:moveTo>
                    <a:pt x="28575" y="2111692"/>
                  </a:moveTo>
                  <a:lnTo>
                    <a:pt x="0" y="2111692"/>
                  </a:lnTo>
                  <a:lnTo>
                    <a:pt x="0" y="2083117"/>
                  </a:lnTo>
                  <a:lnTo>
                    <a:pt x="28575" y="2083117"/>
                  </a:lnTo>
                  <a:lnTo>
                    <a:pt x="28575" y="2111692"/>
                  </a:lnTo>
                  <a:close/>
                </a:path>
                <a:path w="5109845" h="4583430">
                  <a:moveTo>
                    <a:pt x="28575" y="2054542"/>
                  </a:moveTo>
                  <a:lnTo>
                    <a:pt x="0" y="2054542"/>
                  </a:lnTo>
                  <a:lnTo>
                    <a:pt x="0" y="2025967"/>
                  </a:lnTo>
                  <a:lnTo>
                    <a:pt x="28575" y="2025967"/>
                  </a:lnTo>
                  <a:lnTo>
                    <a:pt x="28575" y="2054542"/>
                  </a:lnTo>
                  <a:close/>
                </a:path>
                <a:path w="5109845" h="4583430">
                  <a:moveTo>
                    <a:pt x="28575" y="1997392"/>
                  </a:moveTo>
                  <a:lnTo>
                    <a:pt x="0" y="1997392"/>
                  </a:lnTo>
                  <a:lnTo>
                    <a:pt x="0" y="1968817"/>
                  </a:lnTo>
                  <a:lnTo>
                    <a:pt x="28575" y="1968817"/>
                  </a:lnTo>
                  <a:lnTo>
                    <a:pt x="28575" y="1997392"/>
                  </a:lnTo>
                  <a:close/>
                </a:path>
                <a:path w="5109845" h="4583430">
                  <a:moveTo>
                    <a:pt x="28575" y="1940242"/>
                  </a:moveTo>
                  <a:lnTo>
                    <a:pt x="0" y="1940242"/>
                  </a:lnTo>
                  <a:lnTo>
                    <a:pt x="0" y="1911667"/>
                  </a:lnTo>
                  <a:lnTo>
                    <a:pt x="28575" y="1911667"/>
                  </a:lnTo>
                  <a:lnTo>
                    <a:pt x="28575" y="1940242"/>
                  </a:lnTo>
                  <a:close/>
                </a:path>
                <a:path w="5109845" h="4583430">
                  <a:moveTo>
                    <a:pt x="28575" y="1883092"/>
                  </a:moveTo>
                  <a:lnTo>
                    <a:pt x="0" y="1883092"/>
                  </a:lnTo>
                  <a:lnTo>
                    <a:pt x="0" y="1854517"/>
                  </a:lnTo>
                  <a:lnTo>
                    <a:pt x="28575" y="1854517"/>
                  </a:lnTo>
                  <a:lnTo>
                    <a:pt x="28575" y="1883092"/>
                  </a:lnTo>
                  <a:close/>
                </a:path>
                <a:path w="5109845" h="4583430">
                  <a:moveTo>
                    <a:pt x="28575" y="1825942"/>
                  </a:moveTo>
                  <a:lnTo>
                    <a:pt x="0" y="1825942"/>
                  </a:lnTo>
                  <a:lnTo>
                    <a:pt x="0" y="1797367"/>
                  </a:lnTo>
                  <a:lnTo>
                    <a:pt x="28575" y="1797367"/>
                  </a:lnTo>
                  <a:lnTo>
                    <a:pt x="28575" y="1825942"/>
                  </a:lnTo>
                  <a:close/>
                </a:path>
                <a:path w="5109845" h="4583430">
                  <a:moveTo>
                    <a:pt x="28575" y="1768792"/>
                  </a:moveTo>
                  <a:lnTo>
                    <a:pt x="0" y="1768792"/>
                  </a:lnTo>
                  <a:lnTo>
                    <a:pt x="0" y="1740217"/>
                  </a:lnTo>
                  <a:lnTo>
                    <a:pt x="28575" y="1740217"/>
                  </a:lnTo>
                  <a:lnTo>
                    <a:pt x="28575" y="1768792"/>
                  </a:lnTo>
                  <a:close/>
                </a:path>
                <a:path w="5109845" h="4583430">
                  <a:moveTo>
                    <a:pt x="28575" y="1711642"/>
                  </a:moveTo>
                  <a:lnTo>
                    <a:pt x="0" y="1711642"/>
                  </a:lnTo>
                  <a:lnTo>
                    <a:pt x="0" y="1683067"/>
                  </a:lnTo>
                  <a:lnTo>
                    <a:pt x="28575" y="1683067"/>
                  </a:lnTo>
                  <a:lnTo>
                    <a:pt x="28575" y="1711642"/>
                  </a:lnTo>
                  <a:close/>
                </a:path>
                <a:path w="5109845" h="4583430">
                  <a:moveTo>
                    <a:pt x="28575" y="1654492"/>
                  </a:moveTo>
                  <a:lnTo>
                    <a:pt x="0" y="1654492"/>
                  </a:lnTo>
                  <a:lnTo>
                    <a:pt x="0" y="1625917"/>
                  </a:lnTo>
                  <a:lnTo>
                    <a:pt x="28575" y="1625917"/>
                  </a:lnTo>
                  <a:lnTo>
                    <a:pt x="28575" y="1654492"/>
                  </a:lnTo>
                  <a:close/>
                </a:path>
                <a:path w="5109845" h="4583430">
                  <a:moveTo>
                    <a:pt x="28575" y="1597342"/>
                  </a:moveTo>
                  <a:lnTo>
                    <a:pt x="0" y="1597342"/>
                  </a:lnTo>
                  <a:lnTo>
                    <a:pt x="0" y="1568767"/>
                  </a:lnTo>
                  <a:lnTo>
                    <a:pt x="28575" y="1568767"/>
                  </a:lnTo>
                  <a:lnTo>
                    <a:pt x="28575" y="1597342"/>
                  </a:lnTo>
                  <a:close/>
                </a:path>
                <a:path w="5109845" h="4583430">
                  <a:moveTo>
                    <a:pt x="28575" y="1540192"/>
                  </a:moveTo>
                  <a:lnTo>
                    <a:pt x="0" y="1540192"/>
                  </a:lnTo>
                  <a:lnTo>
                    <a:pt x="0" y="1511617"/>
                  </a:lnTo>
                  <a:lnTo>
                    <a:pt x="28575" y="1511617"/>
                  </a:lnTo>
                  <a:lnTo>
                    <a:pt x="28575" y="1540192"/>
                  </a:lnTo>
                  <a:close/>
                </a:path>
                <a:path w="5109845" h="4583430">
                  <a:moveTo>
                    <a:pt x="28575" y="1483042"/>
                  </a:moveTo>
                  <a:lnTo>
                    <a:pt x="0" y="1483042"/>
                  </a:lnTo>
                  <a:lnTo>
                    <a:pt x="0" y="1454467"/>
                  </a:lnTo>
                  <a:lnTo>
                    <a:pt x="28575" y="1454467"/>
                  </a:lnTo>
                  <a:lnTo>
                    <a:pt x="28575" y="1483042"/>
                  </a:lnTo>
                  <a:close/>
                </a:path>
                <a:path w="5109845" h="4583430">
                  <a:moveTo>
                    <a:pt x="28575" y="1425892"/>
                  </a:moveTo>
                  <a:lnTo>
                    <a:pt x="0" y="1425892"/>
                  </a:lnTo>
                  <a:lnTo>
                    <a:pt x="0" y="1397317"/>
                  </a:lnTo>
                  <a:lnTo>
                    <a:pt x="28575" y="1397317"/>
                  </a:lnTo>
                  <a:lnTo>
                    <a:pt x="28575" y="1425892"/>
                  </a:lnTo>
                  <a:close/>
                </a:path>
                <a:path w="5109845" h="4583430">
                  <a:moveTo>
                    <a:pt x="28575" y="1368742"/>
                  </a:moveTo>
                  <a:lnTo>
                    <a:pt x="0" y="1368742"/>
                  </a:lnTo>
                  <a:lnTo>
                    <a:pt x="0" y="1340167"/>
                  </a:lnTo>
                  <a:lnTo>
                    <a:pt x="28575" y="1340167"/>
                  </a:lnTo>
                  <a:lnTo>
                    <a:pt x="28575" y="1368742"/>
                  </a:lnTo>
                  <a:close/>
                </a:path>
                <a:path w="5109845" h="4583430">
                  <a:moveTo>
                    <a:pt x="28575" y="1311592"/>
                  </a:moveTo>
                  <a:lnTo>
                    <a:pt x="0" y="1311592"/>
                  </a:lnTo>
                  <a:lnTo>
                    <a:pt x="0" y="1283017"/>
                  </a:lnTo>
                  <a:lnTo>
                    <a:pt x="28575" y="1283017"/>
                  </a:lnTo>
                  <a:lnTo>
                    <a:pt x="28575" y="1311592"/>
                  </a:lnTo>
                  <a:close/>
                </a:path>
                <a:path w="5109845" h="4583430">
                  <a:moveTo>
                    <a:pt x="28575" y="1254442"/>
                  </a:moveTo>
                  <a:lnTo>
                    <a:pt x="0" y="1254442"/>
                  </a:lnTo>
                  <a:lnTo>
                    <a:pt x="0" y="1225867"/>
                  </a:lnTo>
                  <a:lnTo>
                    <a:pt x="28575" y="1225867"/>
                  </a:lnTo>
                  <a:lnTo>
                    <a:pt x="28575" y="1254442"/>
                  </a:lnTo>
                  <a:close/>
                </a:path>
                <a:path w="5109845" h="4583430">
                  <a:moveTo>
                    <a:pt x="28575" y="1197292"/>
                  </a:moveTo>
                  <a:lnTo>
                    <a:pt x="0" y="1197292"/>
                  </a:lnTo>
                  <a:lnTo>
                    <a:pt x="0" y="1168717"/>
                  </a:lnTo>
                  <a:lnTo>
                    <a:pt x="28575" y="1168717"/>
                  </a:lnTo>
                  <a:lnTo>
                    <a:pt x="28575" y="1197292"/>
                  </a:lnTo>
                  <a:close/>
                </a:path>
                <a:path w="5109845" h="4583430">
                  <a:moveTo>
                    <a:pt x="28575" y="1140142"/>
                  </a:moveTo>
                  <a:lnTo>
                    <a:pt x="0" y="1140142"/>
                  </a:lnTo>
                  <a:lnTo>
                    <a:pt x="0" y="1111567"/>
                  </a:lnTo>
                  <a:lnTo>
                    <a:pt x="28575" y="1111567"/>
                  </a:lnTo>
                  <a:lnTo>
                    <a:pt x="28575" y="1140142"/>
                  </a:lnTo>
                  <a:close/>
                </a:path>
                <a:path w="5109845" h="4583430">
                  <a:moveTo>
                    <a:pt x="28575" y="1082992"/>
                  </a:moveTo>
                  <a:lnTo>
                    <a:pt x="0" y="1082992"/>
                  </a:lnTo>
                  <a:lnTo>
                    <a:pt x="0" y="1054417"/>
                  </a:lnTo>
                  <a:lnTo>
                    <a:pt x="28575" y="1054417"/>
                  </a:lnTo>
                  <a:lnTo>
                    <a:pt x="28575" y="1082992"/>
                  </a:lnTo>
                  <a:close/>
                </a:path>
                <a:path w="5109845" h="4583430">
                  <a:moveTo>
                    <a:pt x="28575" y="1025842"/>
                  </a:moveTo>
                  <a:lnTo>
                    <a:pt x="0" y="1025842"/>
                  </a:lnTo>
                  <a:lnTo>
                    <a:pt x="0" y="997267"/>
                  </a:lnTo>
                  <a:lnTo>
                    <a:pt x="28575" y="997267"/>
                  </a:lnTo>
                  <a:lnTo>
                    <a:pt x="28575" y="1025842"/>
                  </a:lnTo>
                  <a:close/>
                </a:path>
                <a:path w="5109845" h="4583430">
                  <a:moveTo>
                    <a:pt x="28575" y="968692"/>
                  </a:moveTo>
                  <a:lnTo>
                    <a:pt x="0" y="968692"/>
                  </a:lnTo>
                  <a:lnTo>
                    <a:pt x="0" y="940117"/>
                  </a:lnTo>
                  <a:lnTo>
                    <a:pt x="28575" y="940117"/>
                  </a:lnTo>
                  <a:lnTo>
                    <a:pt x="28575" y="968692"/>
                  </a:lnTo>
                  <a:close/>
                </a:path>
                <a:path w="5109845" h="4583430">
                  <a:moveTo>
                    <a:pt x="28575" y="911542"/>
                  </a:moveTo>
                  <a:lnTo>
                    <a:pt x="0" y="911542"/>
                  </a:lnTo>
                  <a:lnTo>
                    <a:pt x="0" y="882967"/>
                  </a:lnTo>
                  <a:lnTo>
                    <a:pt x="28575" y="882967"/>
                  </a:lnTo>
                  <a:lnTo>
                    <a:pt x="28575" y="911542"/>
                  </a:lnTo>
                  <a:close/>
                </a:path>
                <a:path w="5109845" h="4583430">
                  <a:moveTo>
                    <a:pt x="28575" y="854392"/>
                  </a:moveTo>
                  <a:lnTo>
                    <a:pt x="0" y="854392"/>
                  </a:lnTo>
                  <a:lnTo>
                    <a:pt x="0" y="825817"/>
                  </a:lnTo>
                  <a:lnTo>
                    <a:pt x="28575" y="825817"/>
                  </a:lnTo>
                  <a:lnTo>
                    <a:pt x="28575" y="854392"/>
                  </a:lnTo>
                  <a:close/>
                </a:path>
                <a:path w="5109845" h="4583430">
                  <a:moveTo>
                    <a:pt x="28575" y="797242"/>
                  </a:moveTo>
                  <a:lnTo>
                    <a:pt x="0" y="797242"/>
                  </a:lnTo>
                  <a:lnTo>
                    <a:pt x="0" y="768667"/>
                  </a:lnTo>
                  <a:lnTo>
                    <a:pt x="28575" y="768667"/>
                  </a:lnTo>
                  <a:lnTo>
                    <a:pt x="28575" y="797242"/>
                  </a:lnTo>
                  <a:close/>
                </a:path>
                <a:path w="5109845" h="4583430">
                  <a:moveTo>
                    <a:pt x="28575" y="740092"/>
                  </a:moveTo>
                  <a:lnTo>
                    <a:pt x="0" y="740092"/>
                  </a:lnTo>
                  <a:lnTo>
                    <a:pt x="0" y="711517"/>
                  </a:lnTo>
                  <a:lnTo>
                    <a:pt x="28575" y="711517"/>
                  </a:lnTo>
                  <a:lnTo>
                    <a:pt x="28575" y="740092"/>
                  </a:lnTo>
                  <a:close/>
                </a:path>
                <a:path w="5109845" h="4583430">
                  <a:moveTo>
                    <a:pt x="28575" y="682942"/>
                  </a:moveTo>
                  <a:lnTo>
                    <a:pt x="0" y="682942"/>
                  </a:lnTo>
                  <a:lnTo>
                    <a:pt x="0" y="654367"/>
                  </a:lnTo>
                  <a:lnTo>
                    <a:pt x="28575" y="654367"/>
                  </a:lnTo>
                  <a:lnTo>
                    <a:pt x="28575" y="682942"/>
                  </a:lnTo>
                  <a:close/>
                </a:path>
                <a:path w="5109845" h="4583430">
                  <a:moveTo>
                    <a:pt x="28575" y="625792"/>
                  </a:moveTo>
                  <a:lnTo>
                    <a:pt x="0" y="625792"/>
                  </a:lnTo>
                  <a:lnTo>
                    <a:pt x="0" y="597217"/>
                  </a:lnTo>
                  <a:lnTo>
                    <a:pt x="28575" y="597217"/>
                  </a:lnTo>
                  <a:lnTo>
                    <a:pt x="28575" y="625792"/>
                  </a:lnTo>
                  <a:close/>
                </a:path>
                <a:path w="5109845" h="4583430">
                  <a:moveTo>
                    <a:pt x="28575" y="568642"/>
                  </a:moveTo>
                  <a:lnTo>
                    <a:pt x="0" y="568642"/>
                  </a:lnTo>
                  <a:lnTo>
                    <a:pt x="0" y="540067"/>
                  </a:lnTo>
                  <a:lnTo>
                    <a:pt x="28575" y="540067"/>
                  </a:lnTo>
                  <a:lnTo>
                    <a:pt x="28575" y="568642"/>
                  </a:lnTo>
                  <a:close/>
                </a:path>
                <a:path w="5109845" h="4583430">
                  <a:moveTo>
                    <a:pt x="28575" y="511492"/>
                  </a:moveTo>
                  <a:lnTo>
                    <a:pt x="0" y="511492"/>
                  </a:lnTo>
                  <a:lnTo>
                    <a:pt x="0" y="482917"/>
                  </a:lnTo>
                  <a:lnTo>
                    <a:pt x="28575" y="482917"/>
                  </a:lnTo>
                  <a:lnTo>
                    <a:pt x="28575" y="511492"/>
                  </a:lnTo>
                  <a:close/>
                </a:path>
                <a:path w="5109845" h="4583430">
                  <a:moveTo>
                    <a:pt x="28575" y="454342"/>
                  </a:moveTo>
                  <a:lnTo>
                    <a:pt x="0" y="454342"/>
                  </a:lnTo>
                  <a:lnTo>
                    <a:pt x="0" y="425767"/>
                  </a:lnTo>
                  <a:lnTo>
                    <a:pt x="28575" y="425767"/>
                  </a:lnTo>
                  <a:lnTo>
                    <a:pt x="28575" y="454342"/>
                  </a:lnTo>
                  <a:close/>
                </a:path>
                <a:path w="5109845" h="4583430">
                  <a:moveTo>
                    <a:pt x="28575" y="397192"/>
                  </a:moveTo>
                  <a:lnTo>
                    <a:pt x="0" y="397192"/>
                  </a:lnTo>
                  <a:lnTo>
                    <a:pt x="0" y="368617"/>
                  </a:lnTo>
                  <a:lnTo>
                    <a:pt x="28575" y="368617"/>
                  </a:lnTo>
                  <a:lnTo>
                    <a:pt x="28575" y="397192"/>
                  </a:lnTo>
                  <a:close/>
                </a:path>
                <a:path w="5109845" h="4583430">
                  <a:moveTo>
                    <a:pt x="28575" y="340042"/>
                  </a:moveTo>
                  <a:lnTo>
                    <a:pt x="0" y="340042"/>
                  </a:lnTo>
                  <a:lnTo>
                    <a:pt x="0" y="311467"/>
                  </a:lnTo>
                  <a:lnTo>
                    <a:pt x="28575" y="311467"/>
                  </a:lnTo>
                  <a:lnTo>
                    <a:pt x="28575" y="340042"/>
                  </a:lnTo>
                  <a:close/>
                </a:path>
                <a:path w="5109845" h="4583430">
                  <a:moveTo>
                    <a:pt x="28575" y="282892"/>
                  </a:moveTo>
                  <a:lnTo>
                    <a:pt x="0" y="282892"/>
                  </a:lnTo>
                  <a:lnTo>
                    <a:pt x="0" y="254317"/>
                  </a:lnTo>
                  <a:lnTo>
                    <a:pt x="28575" y="254317"/>
                  </a:lnTo>
                  <a:lnTo>
                    <a:pt x="28575" y="282892"/>
                  </a:lnTo>
                  <a:close/>
                </a:path>
                <a:path w="5109845" h="4583430">
                  <a:moveTo>
                    <a:pt x="28575" y="225742"/>
                  </a:moveTo>
                  <a:lnTo>
                    <a:pt x="0" y="225742"/>
                  </a:lnTo>
                  <a:lnTo>
                    <a:pt x="0" y="197167"/>
                  </a:lnTo>
                  <a:lnTo>
                    <a:pt x="28575" y="197167"/>
                  </a:lnTo>
                  <a:lnTo>
                    <a:pt x="28575" y="225742"/>
                  </a:lnTo>
                  <a:close/>
                </a:path>
                <a:path w="5109845" h="4583430">
                  <a:moveTo>
                    <a:pt x="28575" y="168592"/>
                  </a:moveTo>
                  <a:lnTo>
                    <a:pt x="0" y="168592"/>
                  </a:lnTo>
                  <a:lnTo>
                    <a:pt x="0" y="140017"/>
                  </a:lnTo>
                  <a:lnTo>
                    <a:pt x="28575" y="140017"/>
                  </a:lnTo>
                  <a:lnTo>
                    <a:pt x="28575" y="168592"/>
                  </a:lnTo>
                  <a:close/>
                </a:path>
                <a:path w="5109845" h="4583430">
                  <a:moveTo>
                    <a:pt x="28575" y="111442"/>
                  </a:moveTo>
                  <a:lnTo>
                    <a:pt x="0" y="111442"/>
                  </a:lnTo>
                  <a:lnTo>
                    <a:pt x="0" y="82867"/>
                  </a:lnTo>
                  <a:lnTo>
                    <a:pt x="28575" y="82867"/>
                  </a:lnTo>
                  <a:lnTo>
                    <a:pt x="28575" y="111442"/>
                  </a:lnTo>
                  <a:close/>
                </a:path>
                <a:path w="5109845" h="4583430">
                  <a:moveTo>
                    <a:pt x="28575" y="54292"/>
                  </a:moveTo>
                  <a:lnTo>
                    <a:pt x="0" y="54292"/>
                  </a:lnTo>
                  <a:lnTo>
                    <a:pt x="0" y="25717"/>
                  </a:lnTo>
                  <a:lnTo>
                    <a:pt x="28575" y="25717"/>
                  </a:lnTo>
                  <a:lnTo>
                    <a:pt x="28575" y="54292"/>
                  </a:lnTo>
                  <a:close/>
                </a:path>
                <a:path w="5109845" h="4583430">
                  <a:moveTo>
                    <a:pt x="60007" y="28575"/>
                  </a:moveTo>
                  <a:lnTo>
                    <a:pt x="31432" y="28575"/>
                  </a:lnTo>
                  <a:lnTo>
                    <a:pt x="31432" y="0"/>
                  </a:lnTo>
                  <a:lnTo>
                    <a:pt x="60007" y="0"/>
                  </a:lnTo>
                  <a:lnTo>
                    <a:pt x="60007" y="28575"/>
                  </a:lnTo>
                  <a:close/>
                </a:path>
                <a:path w="5109845" h="4583430">
                  <a:moveTo>
                    <a:pt x="117157" y="28575"/>
                  </a:moveTo>
                  <a:lnTo>
                    <a:pt x="88582" y="28575"/>
                  </a:lnTo>
                  <a:lnTo>
                    <a:pt x="88582" y="0"/>
                  </a:lnTo>
                  <a:lnTo>
                    <a:pt x="117157" y="0"/>
                  </a:lnTo>
                  <a:lnTo>
                    <a:pt x="117157" y="28575"/>
                  </a:lnTo>
                  <a:close/>
                </a:path>
                <a:path w="5109845" h="4583430">
                  <a:moveTo>
                    <a:pt x="174307" y="28575"/>
                  </a:moveTo>
                  <a:lnTo>
                    <a:pt x="145732" y="28575"/>
                  </a:lnTo>
                  <a:lnTo>
                    <a:pt x="145732" y="0"/>
                  </a:lnTo>
                  <a:lnTo>
                    <a:pt x="174307" y="0"/>
                  </a:lnTo>
                  <a:lnTo>
                    <a:pt x="174307" y="28575"/>
                  </a:lnTo>
                  <a:close/>
                </a:path>
                <a:path w="5109845" h="4583430">
                  <a:moveTo>
                    <a:pt x="231457" y="28575"/>
                  </a:moveTo>
                  <a:lnTo>
                    <a:pt x="202882" y="28575"/>
                  </a:lnTo>
                  <a:lnTo>
                    <a:pt x="202882" y="0"/>
                  </a:lnTo>
                  <a:lnTo>
                    <a:pt x="231457" y="0"/>
                  </a:lnTo>
                  <a:lnTo>
                    <a:pt x="231457" y="28575"/>
                  </a:lnTo>
                  <a:close/>
                </a:path>
                <a:path w="5109845" h="4583430">
                  <a:moveTo>
                    <a:pt x="288607" y="28575"/>
                  </a:moveTo>
                  <a:lnTo>
                    <a:pt x="260032" y="28575"/>
                  </a:lnTo>
                  <a:lnTo>
                    <a:pt x="260032" y="0"/>
                  </a:lnTo>
                  <a:lnTo>
                    <a:pt x="288607" y="0"/>
                  </a:lnTo>
                  <a:lnTo>
                    <a:pt x="288607" y="28575"/>
                  </a:lnTo>
                  <a:close/>
                </a:path>
                <a:path w="5109845" h="4583430">
                  <a:moveTo>
                    <a:pt x="345757" y="28575"/>
                  </a:moveTo>
                  <a:lnTo>
                    <a:pt x="317182" y="28575"/>
                  </a:lnTo>
                  <a:lnTo>
                    <a:pt x="317182" y="0"/>
                  </a:lnTo>
                  <a:lnTo>
                    <a:pt x="345757" y="0"/>
                  </a:lnTo>
                  <a:lnTo>
                    <a:pt x="345757" y="28575"/>
                  </a:lnTo>
                  <a:close/>
                </a:path>
                <a:path w="5109845" h="4583430">
                  <a:moveTo>
                    <a:pt x="402907" y="28575"/>
                  </a:moveTo>
                  <a:lnTo>
                    <a:pt x="374332" y="28575"/>
                  </a:lnTo>
                  <a:lnTo>
                    <a:pt x="374332" y="0"/>
                  </a:lnTo>
                  <a:lnTo>
                    <a:pt x="402907" y="0"/>
                  </a:lnTo>
                  <a:lnTo>
                    <a:pt x="402907" y="28575"/>
                  </a:lnTo>
                  <a:close/>
                </a:path>
                <a:path w="5109845" h="4583430">
                  <a:moveTo>
                    <a:pt x="460057" y="28575"/>
                  </a:moveTo>
                  <a:lnTo>
                    <a:pt x="431482" y="28575"/>
                  </a:lnTo>
                  <a:lnTo>
                    <a:pt x="431482" y="0"/>
                  </a:lnTo>
                  <a:lnTo>
                    <a:pt x="460057" y="0"/>
                  </a:lnTo>
                  <a:lnTo>
                    <a:pt x="460057" y="28575"/>
                  </a:lnTo>
                  <a:close/>
                </a:path>
                <a:path w="5109845" h="4583430">
                  <a:moveTo>
                    <a:pt x="517207" y="28575"/>
                  </a:moveTo>
                  <a:lnTo>
                    <a:pt x="488632" y="28575"/>
                  </a:lnTo>
                  <a:lnTo>
                    <a:pt x="488632" y="0"/>
                  </a:lnTo>
                  <a:lnTo>
                    <a:pt x="517207" y="0"/>
                  </a:lnTo>
                  <a:lnTo>
                    <a:pt x="517207" y="28575"/>
                  </a:lnTo>
                  <a:close/>
                </a:path>
                <a:path w="5109845" h="4583430">
                  <a:moveTo>
                    <a:pt x="574357" y="28575"/>
                  </a:moveTo>
                  <a:lnTo>
                    <a:pt x="545782" y="28575"/>
                  </a:lnTo>
                  <a:lnTo>
                    <a:pt x="545782" y="0"/>
                  </a:lnTo>
                  <a:lnTo>
                    <a:pt x="574357" y="0"/>
                  </a:lnTo>
                  <a:lnTo>
                    <a:pt x="574357" y="28575"/>
                  </a:lnTo>
                  <a:close/>
                </a:path>
                <a:path w="5109845" h="4583430">
                  <a:moveTo>
                    <a:pt x="631507" y="28575"/>
                  </a:moveTo>
                  <a:lnTo>
                    <a:pt x="602932" y="28575"/>
                  </a:lnTo>
                  <a:lnTo>
                    <a:pt x="602932" y="0"/>
                  </a:lnTo>
                  <a:lnTo>
                    <a:pt x="631507" y="0"/>
                  </a:lnTo>
                  <a:lnTo>
                    <a:pt x="631507" y="28575"/>
                  </a:lnTo>
                  <a:close/>
                </a:path>
                <a:path w="5109845" h="4583430">
                  <a:moveTo>
                    <a:pt x="688657" y="28575"/>
                  </a:moveTo>
                  <a:lnTo>
                    <a:pt x="660082" y="28575"/>
                  </a:lnTo>
                  <a:lnTo>
                    <a:pt x="660082" y="0"/>
                  </a:lnTo>
                  <a:lnTo>
                    <a:pt x="688657" y="0"/>
                  </a:lnTo>
                  <a:lnTo>
                    <a:pt x="688657" y="28575"/>
                  </a:lnTo>
                  <a:close/>
                </a:path>
                <a:path w="5109845" h="4583430">
                  <a:moveTo>
                    <a:pt x="745807" y="28575"/>
                  </a:moveTo>
                  <a:lnTo>
                    <a:pt x="717232" y="28575"/>
                  </a:lnTo>
                  <a:lnTo>
                    <a:pt x="717232" y="0"/>
                  </a:lnTo>
                  <a:lnTo>
                    <a:pt x="745807" y="0"/>
                  </a:lnTo>
                  <a:lnTo>
                    <a:pt x="745807" y="28575"/>
                  </a:lnTo>
                  <a:close/>
                </a:path>
                <a:path w="5109845" h="4583430">
                  <a:moveTo>
                    <a:pt x="802957" y="28575"/>
                  </a:moveTo>
                  <a:lnTo>
                    <a:pt x="774382" y="28575"/>
                  </a:lnTo>
                  <a:lnTo>
                    <a:pt x="774382" y="0"/>
                  </a:lnTo>
                  <a:lnTo>
                    <a:pt x="802957" y="0"/>
                  </a:lnTo>
                  <a:lnTo>
                    <a:pt x="802957" y="28575"/>
                  </a:lnTo>
                  <a:close/>
                </a:path>
                <a:path w="5109845" h="4583430">
                  <a:moveTo>
                    <a:pt x="860107" y="28575"/>
                  </a:moveTo>
                  <a:lnTo>
                    <a:pt x="831532" y="28575"/>
                  </a:lnTo>
                  <a:lnTo>
                    <a:pt x="831532" y="0"/>
                  </a:lnTo>
                  <a:lnTo>
                    <a:pt x="860107" y="0"/>
                  </a:lnTo>
                  <a:lnTo>
                    <a:pt x="860107" y="28575"/>
                  </a:lnTo>
                  <a:close/>
                </a:path>
                <a:path w="5109845" h="4583430">
                  <a:moveTo>
                    <a:pt x="917257" y="28575"/>
                  </a:moveTo>
                  <a:lnTo>
                    <a:pt x="888682" y="28575"/>
                  </a:lnTo>
                  <a:lnTo>
                    <a:pt x="888682" y="0"/>
                  </a:lnTo>
                  <a:lnTo>
                    <a:pt x="917257" y="0"/>
                  </a:lnTo>
                  <a:lnTo>
                    <a:pt x="917257" y="28575"/>
                  </a:lnTo>
                  <a:close/>
                </a:path>
                <a:path w="5109845" h="4583430">
                  <a:moveTo>
                    <a:pt x="974407" y="28575"/>
                  </a:moveTo>
                  <a:lnTo>
                    <a:pt x="945832" y="28575"/>
                  </a:lnTo>
                  <a:lnTo>
                    <a:pt x="945832" y="0"/>
                  </a:lnTo>
                  <a:lnTo>
                    <a:pt x="974407" y="0"/>
                  </a:lnTo>
                  <a:lnTo>
                    <a:pt x="974407" y="28575"/>
                  </a:lnTo>
                  <a:close/>
                </a:path>
                <a:path w="5109845" h="4583430">
                  <a:moveTo>
                    <a:pt x="1031557" y="28575"/>
                  </a:moveTo>
                  <a:lnTo>
                    <a:pt x="1002982" y="28575"/>
                  </a:lnTo>
                  <a:lnTo>
                    <a:pt x="1002982" y="0"/>
                  </a:lnTo>
                  <a:lnTo>
                    <a:pt x="1031557" y="0"/>
                  </a:lnTo>
                  <a:lnTo>
                    <a:pt x="1031557" y="28575"/>
                  </a:lnTo>
                  <a:close/>
                </a:path>
                <a:path w="5109845" h="4583430">
                  <a:moveTo>
                    <a:pt x="1088707" y="28575"/>
                  </a:moveTo>
                  <a:lnTo>
                    <a:pt x="1060132" y="28575"/>
                  </a:lnTo>
                  <a:lnTo>
                    <a:pt x="1060132" y="0"/>
                  </a:lnTo>
                  <a:lnTo>
                    <a:pt x="1088707" y="0"/>
                  </a:lnTo>
                  <a:lnTo>
                    <a:pt x="1088707" y="28575"/>
                  </a:lnTo>
                  <a:close/>
                </a:path>
                <a:path w="5109845" h="4583430">
                  <a:moveTo>
                    <a:pt x="1145857" y="28575"/>
                  </a:moveTo>
                  <a:lnTo>
                    <a:pt x="1117282" y="28575"/>
                  </a:lnTo>
                  <a:lnTo>
                    <a:pt x="1117282" y="0"/>
                  </a:lnTo>
                  <a:lnTo>
                    <a:pt x="1145857" y="0"/>
                  </a:lnTo>
                  <a:lnTo>
                    <a:pt x="1145857" y="28575"/>
                  </a:lnTo>
                  <a:close/>
                </a:path>
                <a:path w="5109845" h="4583430">
                  <a:moveTo>
                    <a:pt x="1203007" y="28575"/>
                  </a:moveTo>
                  <a:lnTo>
                    <a:pt x="1174432" y="28575"/>
                  </a:lnTo>
                  <a:lnTo>
                    <a:pt x="1174432" y="0"/>
                  </a:lnTo>
                  <a:lnTo>
                    <a:pt x="1203007" y="0"/>
                  </a:lnTo>
                  <a:lnTo>
                    <a:pt x="1203007" y="28575"/>
                  </a:lnTo>
                  <a:close/>
                </a:path>
                <a:path w="5109845" h="4583430">
                  <a:moveTo>
                    <a:pt x="1260157" y="28575"/>
                  </a:moveTo>
                  <a:lnTo>
                    <a:pt x="1231582" y="28575"/>
                  </a:lnTo>
                  <a:lnTo>
                    <a:pt x="1231582" y="0"/>
                  </a:lnTo>
                  <a:lnTo>
                    <a:pt x="1260157" y="0"/>
                  </a:lnTo>
                  <a:lnTo>
                    <a:pt x="1260157" y="28575"/>
                  </a:lnTo>
                  <a:close/>
                </a:path>
                <a:path w="5109845" h="4583430">
                  <a:moveTo>
                    <a:pt x="1317307" y="28575"/>
                  </a:moveTo>
                  <a:lnTo>
                    <a:pt x="1288732" y="28575"/>
                  </a:lnTo>
                  <a:lnTo>
                    <a:pt x="1288732" y="0"/>
                  </a:lnTo>
                  <a:lnTo>
                    <a:pt x="1317307" y="0"/>
                  </a:lnTo>
                  <a:lnTo>
                    <a:pt x="1317307" y="28575"/>
                  </a:lnTo>
                  <a:close/>
                </a:path>
                <a:path w="5109845" h="4583430">
                  <a:moveTo>
                    <a:pt x="1374457" y="28575"/>
                  </a:moveTo>
                  <a:lnTo>
                    <a:pt x="1345882" y="28575"/>
                  </a:lnTo>
                  <a:lnTo>
                    <a:pt x="1345882" y="0"/>
                  </a:lnTo>
                  <a:lnTo>
                    <a:pt x="1374457" y="0"/>
                  </a:lnTo>
                  <a:lnTo>
                    <a:pt x="1374457" y="28575"/>
                  </a:lnTo>
                  <a:close/>
                </a:path>
                <a:path w="5109845" h="4583430">
                  <a:moveTo>
                    <a:pt x="1431607" y="28575"/>
                  </a:moveTo>
                  <a:lnTo>
                    <a:pt x="1403032" y="28575"/>
                  </a:lnTo>
                  <a:lnTo>
                    <a:pt x="1403032" y="0"/>
                  </a:lnTo>
                  <a:lnTo>
                    <a:pt x="1431607" y="0"/>
                  </a:lnTo>
                  <a:lnTo>
                    <a:pt x="1431607" y="28575"/>
                  </a:lnTo>
                  <a:close/>
                </a:path>
                <a:path w="5109845" h="4583430">
                  <a:moveTo>
                    <a:pt x="1488757" y="28575"/>
                  </a:moveTo>
                  <a:lnTo>
                    <a:pt x="1460182" y="28575"/>
                  </a:lnTo>
                  <a:lnTo>
                    <a:pt x="1460182" y="0"/>
                  </a:lnTo>
                  <a:lnTo>
                    <a:pt x="1488757" y="0"/>
                  </a:lnTo>
                  <a:lnTo>
                    <a:pt x="1488757" y="28575"/>
                  </a:lnTo>
                  <a:close/>
                </a:path>
                <a:path w="5109845" h="4583430">
                  <a:moveTo>
                    <a:pt x="1545907" y="28575"/>
                  </a:moveTo>
                  <a:lnTo>
                    <a:pt x="1517332" y="28575"/>
                  </a:lnTo>
                  <a:lnTo>
                    <a:pt x="1517332" y="0"/>
                  </a:lnTo>
                  <a:lnTo>
                    <a:pt x="1545907" y="0"/>
                  </a:lnTo>
                  <a:lnTo>
                    <a:pt x="1545907" y="28575"/>
                  </a:lnTo>
                  <a:close/>
                </a:path>
                <a:path w="5109845" h="4583430">
                  <a:moveTo>
                    <a:pt x="1603057" y="28575"/>
                  </a:moveTo>
                  <a:lnTo>
                    <a:pt x="1574482" y="28575"/>
                  </a:lnTo>
                  <a:lnTo>
                    <a:pt x="1574482" y="0"/>
                  </a:lnTo>
                  <a:lnTo>
                    <a:pt x="1603057" y="0"/>
                  </a:lnTo>
                  <a:lnTo>
                    <a:pt x="1603057" y="28575"/>
                  </a:lnTo>
                  <a:close/>
                </a:path>
                <a:path w="5109845" h="4583430">
                  <a:moveTo>
                    <a:pt x="1660207" y="28575"/>
                  </a:moveTo>
                  <a:lnTo>
                    <a:pt x="1631632" y="28575"/>
                  </a:lnTo>
                  <a:lnTo>
                    <a:pt x="1631632" y="0"/>
                  </a:lnTo>
                  <a:lnTo>
                    <a:pt x="1660207" y="0"/>
                  </a:lnTo>
                  <a:lnTo>
                    <a:pt x="1660207" y="28575"/>
                  </a:lnTo>
                  <a:close/>
                </a:path>
                <a:path w="5109845" h="4583430">
                  <a:moveTo>
                    <a:pt x="1717357" y="28575"/>
                  </a:moveTo>
                  <a:lnTo>
                    <a:pt x="1688782" y="28575"/>
                  </a:lnTo>
                  <a:lnTo>
                    <a:pt x="1688782" y="0"/>
                  </a:lnTo>
                  <a:lnTo>
                    <a:pt x="1717357" y="0"/>
                  </a:lnTo>
                  <a:lnTo>
                    <a:pt x="1717357" y="28575"/>
                  </a:lnTo>
                  <a:close/>
                </a:path>
                <a:path w="5109845" h="4583430">
                  <a:moveTo>
                    <a:pt x="1774507" y="28575"/>
                  </a:moveTo>
                  <a:lnTo>
                    <a:pt x="1745932" y="28575"/>
                  </a:lnTo>
                  <a:lnTo>
                    <a:pt x="1745932" y="0"/>
                  </a:lnTo>
                  <a:lnTo>
                    <a:pt x="1774507" y="0"/>
                  </a:lnTo>
                  <a:lnTo>
                    <a:pt x="1774507" y="28575"/>
                  </a:lnTo>
                  <a:close/>
                </a:path>
                <a:path w="5109845" h="4583430">
                  <a:moveTo>
                    <a:pt x="1831657" y="28575"/>
                  </a:moveTo>
                  <a:lnTo>
                    <a:pt x="1803082" y="28575"/>
                  </a:lnTo>
                  <a:lnTo>
                    <a:pt x="1803082" y="0"/>
                  </a:lnTo>
                  <a:lnTo>
                    <a:pt x="1831657" y="0"/>
                  </a:lnTo>
                  <a:lnTo>
                    <a:pt x="1831657" y="28575"/>
                  </a:lnTo>
                  <a:close/>
                </a:path>
                <a:path w="5109845" h="4583430">
                  <a:moveTo>
                    <a:pt x="1888807" y="28575"/>
                  </a:moveTo>
                  <a:lnTo>
                    <a:pt x="1860232" y="28575"/>
                  </a:lnTo>
                  <a:lnTo>
                    <a:pt x="1860232" y="0"/>
                  </a:lnTo>
                  <a:lnTo>
                    <a:pt x="1888807" y="0"/>
                  </a:lnTo>
                  <a:lnTo>
                    <a:pt x="1888807" y="28575"/>
                  </a:lnTo>
                  <a:close/>
                </a:path>
                <a:path w="5109845" h="4583430">
                  <a:moveTo>
                    <a:pt x="1945957" y="28575"/>
                  </a:moveTo>
                  <a:lnTo>
                    <a:pt x="1917382" y="28575"/>
                  </a:lnTo>
                  <a:lnTo>
                    <a:pt x="1917382" y="0"/>
                  </a:lnTo>
                  <a:lnTo>
                    <a:pt x="1945957" y="0"/>
                  </a:lnTo>
                  <a:lnTo>
                    <a:pt x="1945957" y="28575"/>
                  </a:lnTo>
                  <a:close/>
                </a:path>
                <a:path w="5109845" h="4583430">
                  <a:moveTo>
                    <a:pt x="2003107" y="28575"/>
                  </a:moveTo>
                  <a:lnTo>
                    <a:pt x="1974532" y="28575"/>
                  </a:lnTo>
                  <a:lnTo>
                    <a:pt x="1974532" y="0"/>
                  </a:lnTo>
                  <a:lnTo>
                    <a:pt x="2003107" y="0"/>
                  </a:lnTo>
                  <a:lnTo>
                    <a:pt x="2003107" y="28575"/>
                  </a:lnTo>
                  <a:close/>
                </a:path>
                <a:path w="5109845" h="4583430">
                  <a:moveTo>
                    <a:pt x="2060257" y="28575"/>
                  </a:moveTo>
                  <a:lnTo>
                    <a:pt x="2031682" y="28575"/>
                  </a:lnTo>
                  <a:lnTo>
                    <a:pt x="2031682" y="0"/>
                  </a:lnTo>
                  <a:lnTo>
                    <a:pt x="2060257" y="0"/>
                  </a:lnTo>
                  <a:lnTo>
                    <a:pt x="2060257" y="28575"/>
                  </a:lnTo>
                  <a:close/>
                </a:path>
                <a:path w="5109845" h="4583430">
                  <a:moveTo>
                    <a:pt x="2117407" y="28575"/>
                  </a:moveTo>
                  <a:lnTo>
                    <a:pt x="2088832" y="28575"/>
                  </a:lnTo>
                  <a:lnTo>
                    <a:pt x="2088832" y="0"/>
                  </a:lnTo>
                  <a:lnTo>
                    <a:pt x="2117407" y="0"/>
                  </a:lnTo>
                  <a:lnTo>
                    <a:pt x="2117407" y="28575"/>
                  </a:lnTo>
                  <a:close/>
                </a:path>
                <a:path w="5109845" h="4583430">
                  <a:moveTo>
                    <a:pt x="2174557" y="28575"/>
                  </a:moveTo>
                  <a:lnTo>
                    <a:pt x="2145982" y="28575"/>
                  </a:lnTo>
                  <a:lnTo>
                    <a:pt x="2145982" y="0"/>
                  </a:lnTo>
                  <a:lnTo>
                    <a:pt x="2174557" y="0"/>
                  </a:lnTo>
                  <a:lnTo>
                    <a:pt x="2174557" y="28575"/>
                  </a:lnTo>
                  <a:close/>
                </a:path>
                <a:path w="5109845" h="4583430">
                  <a:moveTo>
                    <a:pt x="2231707" y="28575"/>
                  </a:moveTo>
                  <a:lnTo>
                    <a:pt x="2203132" y="28575"/>
                  </a:lnTo>
                  <a:lnTo>
                    <a:pt x="2203132" y="0"/>
                  </a:lnTo>
                  <a:lnTo>
                    <a:pt x="2231707" y="0"/>
                  </a:lnTo>
                  <a:lnTo>
                    <a:pt x="2231707" y="28575"/>
                  </a:lnTo>
                  <a:close/>
                </a:path>
                <a:path w="5109845" h="4583430">
                  <a:moveTo>
                    <a:pt x="2288857" y="28575"/>
                  </a:moveTo>
                  <a:lnTo>
                    <a:pt x="2260282" y="28575"/>
                  </a:lnTo>
                  <a:lnTo>
                    <a:pt x="2260282" y="0"/>
                  </a:lnTo>
                  <a:lnTo>
                    <a:pt x="2288857" y="0"/>
                  </a:lnTo>
                  <a:lnTo>
                    <a:pt x="2288857" y="28575"/>
                  </a:lnTo>
                  <a:close/>
                </a:path>
                <a:path w="5109845" h="4583430">
                  <a:moveTo>
                    <a:pt x="2346007" y="28575"/>
                  </a:moveTo>
                  <a:lnTo>
                    <a:pt x="2317432" y="28575"/>
                  </a:lnTo>
                  <a:lnTo>
                    <a:pt x="2317432" y="0"/>
                  </a:lnTo>
                  <a:lnTo>
                    <a:pt x="2346007" y="0"/>
                  </a:lnTo>
                  <a:lnTo>
                    <a:pt x="2346007" y="28575"/>
                  </a:lnTo>
                  <a:close/>
                </a:path>
                <a:path w="5109845" h="4583430">
                  <a:moveTo>
                    <a:pt x="2403157" y="28575"/>
                  </a:moveTo>
                  <a:lnTo>
                    <a:pt x="2374582" y="28575"/>
                  </a:lnTo>
                  <a:lnTo>
                    <a:pt x="2374582" y="0"/>
                  </a:lnTo>
                  <a:lnTo>
                    <a:pt x="2403157" y="0"/>
                  </a:lnTo>
                  <a:lnTo>
                    <a:pt x="2403157" y="28575"/>
                  </a:lnTo>
                  <a:close/>
                </a:path>
                <a:path w="5109845" h="4583430">
                  <a:moveTo>
                    <a:pt x="2460307" y="28575"/>
                  </a:moveTo>
                  <a:lnTo>
                    <a:pt x="2431732" y="28575"/>
                  </a:lnTo>
                  <a:lnTo>
                    <a:pt x="2431732" y="0"/>
                  </a:lnTo>
                  <a:lnTo>
                    <a:pt x="2460307" y="0"/>
                  </a:lnTo>
                  <a:lnTo>
                    <a:pt x="2460307" y="28575"/>
                  </a:lnTo>
                  <a:close/>
                </a:path>
                <a:path w="5109845" h="4583430">
                  <a:moveTo>
                    <a:pt x="2517457" y="28575"/>
                  </a:moveTo>
                  <a:lnTo>
                    <a:pt x="2488882" y="28575"/>
                  </a:lnTo>
                  <a:lnTo>
                    <a:pt x="2488882" y="0"/>
                  </a:lnTo>
                  <a:lnTo>
                    <a:pt x="2517457" y="0"/>
                  </a:lnTo>
                  <a:lnTo>
                    <a:pt x="2517457" y="28575"/>
                  </a:lnTo>
                  <a:close/>
                </a:path>
                <a:path w="5109845" h="4583430">
                  <a:moveTo>
                    <a:pt x="2574607" y="28575"/>
                  </a:moveTo>
                  <a:lnTo>
                    <a:pt x="2546032" y="28575"/>
                  </a:lnTo>
                  <a:lnTo>
                    <a:pt x="2546032" y="0"/>
                  </a:lnTo>
                  <a:lnTo>
                    <a:pt x="2574607" y="0"/>
                  </a:lnTo>
                  <a:lnTo>
                    <a:pt x="2574607" y="28575"/>
                  </a:lnTo>
                  <a:close/>
                </a:path>
                <a:path w="5109845" h="4583430">
                  <a:moveTo>
                    <a:pt x="2631757" y="28575"/>
                  </a:moveTo>
                  <a:lnTo>
                    <a:pt x="2603182" y="28575"/>
                  </a:lnTo>
                  <a:lnTo>
                    <a:pt x="2603182" y="0"/>
                  </a:lnTo>
                  <a:lnTo>
                    <a:pt x="2631757" y="0"/>
                  </a:lnTo>
                  <a:lnTo>
                    <a:pt x="2631757" y="28575"/>
                  </a:lnTo>
                  <a:close/>
                </a:path>
                <a:path w="5109845" h="4583430">
                  <a:moveTo>
                    <a:pt x="2688907" y="28575"/>
                  </a:moveTo>
                  <a:lnTo>
                    <a:pt x="2660332" y="28575"/>
                  </a:lnTo>
                  <a:lnTo>
                    <a:pt x="2660332" y="0"/>
                  </a:lnTo>
                  <a:lnTo>
                    <a:pt x="2688907" y="0"/>
                  </a:lnTo>
                  <a:lnTo>
                    <a:pt x="2688907" y="28575"/>
                  </a:lnTo>
                  <a:close/>
                </a:path>
                <a:path w="5109845" h="4583430">
                  <a:moveTo>
                    <a:pt x="2746057" y="28575"/>
                  </a:moveTo>
                  <a:lnTo>
                    <a:pt x="2717482" y="28575"/>
                  </a:lnTo>
                  <a:lnTo>
                    <a:pt x="2717482" y="0"/>
                  </a:lnTo>
                  <a:lnTo>
                    <a:pt x="2746057" y="0"/>
                  </a:lnTo>
                  <a:lnTo>
                    <a:pt x="2746057" y="28575"/>
                  </a:lnTo>
                  <a:close/>
                </a:path>
                <a:path w="5109845" h="4583430">
                  <a:moveTo>
                    <a:pt x="2803207" y="28575"/>
                  </a:moveTo>
                  <a:lnTo>
                    <a:pt x="2774632" y="28575"/>
                  </a:lnTo>
                  <a:lnTo>
                    <a:pt x="2774632" y="0"/>
                  </a:lnTo>
                  <a:lnTo>
                    <a:pt x="2803207" y="0"/>
                  </a:lnTo>
                  <a:lnTo>
                    <a:pt x="2803207" y="28575"/>
                  </a:lnTo>
                  <a:close/>
                </a:path>
                <a:path w="5109845" h="4583430">
                  <a:moveTo>
                    <a:pt x="2860357" y="28575"/>
                  </a:moveTo>
                  <a:lnTo>
                    <a:pt x="2831782" y="28575"/>
                  </a:lnTo>
                  <a:lnTo>
                    <a:pt x="2831782" y="0"/>
                  </a:lnTo>
                  <a:lnTo>
                    <a:pt x="2860357" y="0"/>
                  </a:lnTo>
                  <a:lnTo>
                    <a:pt x="2860357" y="28575"/>
                  </a:lnTo>
                  <a:close/>
                </a:path>
                <a:path w="5109845" h="4583430">
                  <a:moveTo>
                    <a:pt x="2917507" y="28575"/>
                  </a:moveTo>
                  <a:lnTo>
                    <a:pt x="2888932" y="28575"/>
                  </a:lnTo>
                  <a:lnTo>
                    <a:pt x="2888932" y="0"/>
                  </a:lnTo>
                  <a:lnTo>
                    <a:pt x="2917507" y="0"/>
                  </a:lnTo>
                  <a:lnTo>
                    <a:pt x="2917507" y="28575"/>
                  </a:lnTo>
                  <a:close/>
                </a:path>
                <a:path w="5109845" h="4583430">
                  <a:moveTo>
                    <a:pt x="2974657" y="28575"/>
                  </a:moveTo>
                  <a:lnTo>
                    <a:pt x="2946082" y="28575"/>
                  </a:lnTo>
                  <a:lnTo>
                    <a:pt x="2946082" y="0"/>
                  </a:lnTo>
                  <a:lnTo>
                    <a:pt x="2974657" y="0"/>
                  </a:lnTo>
                  <a:lnTo>
                    <a:pt x="2974657" y="28575"/>
                  </a:lnTo>
                  <a:close/>
                </a:path>
                <a:path w="5109845" h="4583430">
                  <a:moveTo>
                    <a:pt x="3031807" y="28575"/>
                  </a:moveTo>
                  <a:lnTo>
                    <a:pt x="3003232" y="28575"/>
                  </a:lnTo>
                  <a:lnTo>
                    <a:pt x="3003232" y="0"/>
                  </a:lnTo>
                  <a:lnTo>
                    <a:pt x="3031807" y="0"/>
                  </a:lnTo>
                  <a:lnTo>
                    <a:pt x="3031807" y="28575"/>
                  </a:lnTo>
                  <a:close/>
                </a:path>
                <a:path w="5109845" h="4583430">
                  <a:moveTo>
                    <a:pt x="3088957" y="28575"/>
                  </a:moveTo>
                  <a:lnTo>
                    <a:pt x="3060382" y="28575"/>
                  </a:lnTo>
                  <a:lnTo>
                    <a:pt x="3060382" y="0"/>
                  </a:lnTo>
                  <a:lnTo>
                    <a:pt x="3088957" y="0"/>
                  </a:lnTo>
                  <a:lnTo>
                    <a:pt x="3088957" y="28575"/>
                  </a:lnTo>
                  <a:close/>
                </a:path>
                <a:path w="5109845" h="4583430">
                  <a:moveTo>
                    <a:pt x="3146107" y="28575"/>
                  </a:moveTo>
                  <a:lnTo>
                    <a:pt x="3117532" y="28575"/>
                  </a:lnTo>
                  <a:lnTo>
                    <a:pt x="3117532" y="0"/>
                  </a:lnTo>
                  <a:lnTo>
                    <a:pt x="3146107" y="0"/>
                  </a:lnTo>
                  <a:lnTo>
                    <a:pt x="3146107" y="28575"/>
                  </a:lnTo>
                  <a:close/>
                </a:path>
                <a:path w="5109845" h="4583430">
                  <a:moveTo>
                    <a:pt x="3203257" y="28575"/>
                  </a:moveTo>
                  <a:lnTo>
                    <a:pt x="3174682" y="28575"/>
                  </a:lnTo>
                  <a:lnTo>
                    <a:pt x="3174682" y="0"/>
                  </a:lnTo>
                  <a:lnTo>
                    <a:pt x="3203257" y="0"/>
                  </a:lnTo>
                  <a:lnTo>
                    <a:pt x="3203257" y="28575"/>
                  </a:lnTo>
                  <a:close/>
                </a:path>
                <a:path w="5109845" h="4583430">
                  <a:moveTo>
                    <a:pt x="3260407" y="28575"/>
                  </a:moveTo>
                  <a:lnTo>
                    <a:pt x="3231832" y="28575"/>
                  </a:lnTo>
                  <a:lnTo>
                    <a:pt x="3231832" y="0"/>
                  </a:lnTo>
                  <a:lnTo>
                    <a:pt x="3260407" y="0"/>
                  </a:lnTo>
                  <a:lnTo>
                    <a:pt x="3260407" y="28575"/>
                  </a:lnTo>
                  <a:close/>
                </a:path>
                <a:path w="5109845" h="4583430">
                  <a:moveTo>
                    <a:pt x="3317557" y="28575"/>
                  </a:moveTo>
                  <a:lnTo>
                    <a:pt x="3288982" y="28575"/>
                  </a:lnTo>
                  <a:lnTo>
                    <a:pt x="3288982" y="0"/>
                  </a:lnTo>
                  <a:lnTo>
                    <a:pt x="3317557" y="0"/>
                  </a:lnTo>
                  <a:lnTo>
                    <a:pt x="3317557" y="28575"/>
                  </a:lnTo>
                  <a:close/>
                </a:path>
                <a:path w="5109845" h="4583430">
                  <a:moveTo>
                    <a:pt x="3374707" y="28575"/>
                  </a:moveTo>
                  <a:lnTo>
                    <a:pt x="3346132" y="28575"/>
                  </a:lnTo>
                  <a:lnTo>
                    <a:pt x="3346132" y="0"/>
                  </a:lnTo>
                  <a:lnTo>
                    <a:pt x="3374707" y="0"/>
                  </a:lnTo>
                  <a:lnTo>
                    <a:pt x="3374707" y="28575"/>
                  </a:lnTo>
                  <a:close/>
                </a:path>
                <a:path w="5109845" h="4583430">
                  <a:moveTo>
                    <a:pt x="3431857" y="28575"/>
                  </a:moveTo>
                  <a:lnTo>
                    <a:pt x="3403282" y="28575"/>
                  </a:lnTo>
                  <a:lnTo>
                    <a:pt x="3403282" y="0"/>
                  </a:lnTo>
                  <a:lnTo>
                    <a:pt x="3431857" y="0"/>
                  </a:lnTo>
                  <a:lnTo>
                    <a:pt x="3431857" y="28575"/>
                  </a:lnTo>
                  <a:close/>
                </a:path>
                <a:path w="5109845" h="4583430">
                  <a:moveTo>
                    <a:pt x="3489007" y="28575"/>
                  </a:moveTo>
                  <a:lnTo>
                    <a:pt x="3460432" y="28575"/>
                  </a:lnTo>
                  <a:lnTo>
                    <a:pt x="3460432" y="0"/>
                  </a:lnTo>
                  <a:lnTo>
                    <a:pt x="3489007" y="0"/>
                  </a:lnTo>
                  <a:lnTo>
                    <a:pt x="3489007" y="28575"/>
                  </a:lnTo>
                  <a:close/>
                </a:path>
                <a:path w="5109845" h="4583430">
                  <a:moveTo>
                    <a:pt x="3546157" y="28575"/>
                  </a:moveTo>
                  <a:lnTo>
                    <a:pt x="3517582" y="28575"/>
                  </a:lnTo>
                  <a:lnTo>
                    <a:pt x="3517582" y="0"/>
                  </a:lnTo>
                  <a:lnTo>
                    <a:pt x="3546157" y="0"/>
                  </a:lnTo>
                  <a:lnTo>
                    <a:pt x="3546157" y="28575"/>
                  </a:lnTo>
                  <a:close/>
                </a:path>
                <a:path w="5109845" h="4583430">
                  <a:moveTo>
                    <a:pt x="3603307" y="28575"/>
                  </a:moveTo>
                  <a:lnTo>
                    <a:pt x="3574732" y="28575"/>
                  </a:lnTo>
                  <a:lnTo>
                    <a:pt x="3574732" y="0"/>
                  </a:lnTo>
                  <a:lnTo>
                    <a:pt x="3603307" y="0"/>
                  </a:lnTo>
                  <a:lnTo>
                    <a:pt x="3603307" y="28575"/>
                  </a:lnTo>
                  <a:close/>
                </a:path>
                <a:path w="5109845" h="4583430">
                  <a:moveTo>
                    <a:pt x="3660457" y="28575"/>
                  </a:moveTo>
                  <a:lnTo>
                    <a:pt x="3631882" y="28575"/>
                  </a:lnTo>
                  <a:lnTo>
                    <a:pt x="3631882" y="0"/>
                  </a:lnTo>
                  <a:lnTo>
                    <a:pt x="3660457" y="0"/>
                  </a:lnTo>
                  <a:lnTo>
                    <a:pt x="3660457" y="28575"/>
                  </a:lnTo>
                  <a:close/>
                </a:path>
                <a:path w="5109845" h="4583430">
                  <a:moveTo>
                    <a:pt x="3717607" y="28575"/>
                  </a:moveTo>
                  <a:lnTo>
                    <a:pt x="3689032" y="28575"/>
                  </a:lnTo>
                  <a:lnTo>
                    <a:pt x="3689032" y="0"/>
                  </a:lnTo>
                  <a:lnTo>
                    <a:pt x="3717607" y="0"/>
                  </a:lnTo>
                  <a:lnTo>
                    <a:pt x="3717607" y="28575"/>
                  </a:lnTo>
                  <a:close/>
                </a:path>
                <a:path w="5109845" h="4583430">
                  <a:moveTo>
                    <a:pt x="3774757" y="28575"/>
                  </a:moveTo>
                  <a:lnTo>
                    <a:pt x="3746182" y="28575"/>
                  </a:lnTo>
                  <a:lnTo>
                    <a:pt x="3746182" y="0"/>
                  </a:lnTo>
                  <a:lnTo>
                    <a:pt x="3774757" y="0"/>
                  </a:lnTo>
                  <a:lnTo>
                    <a:pt x="3774757" y="28575"/>
                  </a:lnTo>
                  <a:close/>
                </a:path>
                <a:path w="5109845" h="4583430">
                  <a:moveTo>
                    <a:pt x="3831907" y="28575"/>
                  </a:moveTo>
                  <a:lnTo>
                    <a:pt x="3803332" y="28575"/>
                  </a:lnTo>
                  <a:lnTo>
                    <a:pt x="3803332" y="0"/>
                  </a:lnTo>
                  <a:lnTo>
                    <a:pt x="3831907" y="0"/>
                  </a:lnTo>
                  <a:lnTo>
                    <a:pt x="3831907" y="28575"/>
                  </a:lnTo>
                  <a:close/>
                </a:path>
                <a:path w="5109845" h="4583430">
                  <a:moveTo>
                    <a:pt x="3889057" y="28575"/>
                  </a:moveTo>
                  <a:lnTo>
                    <a:pt x="3860482" y="28575"/>
                  </a:lnTo>
                  <a:lnTo>
                    <a:pt x="3860482" y="0"/>
                  </a:lnTo>
                  <a:lnTo>
                    <a:pt x="3889057" y="0"/>
                  </a:lnTo>
                  <a:lnTo>
                    <a:pt x="3889057" y="28575"/>
                  </a:lnTo>
                  <a:close/>
                </a:path>
                <a:path w="5109845" h="4583430">
                  <a:moveTo>
                    <a:pt x="3946207" y="28575"/>
                  </a:moveTo>
                  <a:lnTo>
                    <a:pt x="3917632" y="28575"/>
                  </a:lnTo>
                  <a:lnTo>
                    <a:pt x="3917632" y="0"/>
                  </a:lnTo>
                  <a:lnTo>
                    <a:pt x="3946207" y="0"/>
                  </a:lnTo>
                  <a:lnTo>
                    <a:pt x="3946207" y="28575"/>
                  </a:lnTo>
                  <a:close/>
                </a:path>
                <a:path w="5109845" h="4583430">
                  <a:moveTo>
                    <a:pt x="4003357" y="28575"/>
                  </a:moveTo>
                  <a:lnTo>
                    <a:pt x="3974782" y="28575"/>
                  </a:lnTo>
                  <a:lnTo>
                    <a:pt x="3974782" y="0"/>
                  </a:lnTo>
                  <a:lnTo>
                    <a:pt x="4003357" y="0"/>
                  </a:lnTo>
                  <a:lnTo>
                    <a:pt x="4003357" y="28575"/>
                  </a:lnTo>
                  <a:close/>
                </a:path>
                <a:path w="5109845" h="4583430">
                  <a:moveTo>
                    <a:pt x="4060507" y="28575"/>
                  </a:moveTo>
                  <a:lnTo>
                    <a:pt x="4031932" y="28575"/>
                  </a:lnTo>
                  <a:lnTo>
                    <a:pt x="4031932" y="0"/>
                  </a:lnTo>
                  <a:lnTo>
                    <a:pt x="4060507" y="0"/>
                  </a:lnTo>
                  <a:lnTo>
                    <a:pt x="4060507" y="28575"/>
                  </a:lnTo>
                  <a:close/>
                </a:path>
                <a:path w="5109845" h="4583430">
                  <a:moveTo>
                    <a:pt x="4117657" y="28575"/>
                  </a:moveTo>
                  <a:lnTo>
                    <a:pt x="4089082" y="28575"/>
                  </a:lnTo>
                  <a:lnTo>
                    <a:pt x="4089082" y="0"/>
                  </a:lnTo>
                  <a:lnTo>
                    <a:pt x="4117657" y="0"/>
                  </a:lnTo>
                  <a:lnTo>
                    <a:pt x="4117657" y="28575"/>
                  </a:lnTo>
                  <a:close/>
                </a:path>
                <a:path w="5109845" h="4583430">
                  <a:moveTo>
                    <a:pt x="4174807" y="28575"/>
                  </a:moveTo>
                  <a:lnTo>
                    <a:pt x="4146232" y="28575"/>
                  </a:lnTo>
                  <a:lnTo>
                    <a:pt x="4146232" y="0"/>
                  </a:lnTo>
                  <a:lnTo>
                    <a:pt x="4174807" y="0"/>
                  </a:lnTo>
                  <a:lnTo>
                    <a:pt x="4174807" y="28575"/>
                  </a:lnTo>
                  <a:close/>
                </a:path>
                <a:path w="5109845" h="4583430">
                  <a:moveTo>
                    <a:pt x="4231957" y="28575"/>
                  </a:moveTo>
                  <a:lnTo>
                    <a:pt x="4203382" y="28575"/>
                  </a:lnTo>
                  <a:lnTo>
                    <a:pt x="4203382" y="0"/>
                  </a:lnTo>
                  <a:lnTo>
                    <a:pt x="4231957" y="0"/>
                  </a:lnTo>
                  <a:lnTo>
                    <a:pt x="4231957" y="28575"/>
                  </a:lnTo>
                  <a:close/>
                </a:path>
                <a:path w="5109845" h="4583430">
                  <a:moveTo>
                    <a:pt x="4289107" y="28575"/>
                  </a:moveTo>
                  <a:lnTo>
                    <a:pt x="4260532" y="28575"/>
                  </a:lnTo>
                  <a:lnTo>
                    <a:pt x="4260532" y="0"/>
                  </a:lnTo>
                  <a:lnTo>
                    <a:pt x="4289107" y="0"/>
                  </a:lnTo>
                  <a:lnTo>
                    <a:pt x="4289107" y="28575"/>
                  </a:lnTo>
                  <a:close/>
                </a:path>
                <a:path w="5109845" h="4583430">
                  <a:moveTo>
                    <a:pt x="4346257" y="28575"/>
                  </a:moveTo>
                  <a:lnTo>
                    <a:pt x="4317682" y="28575"/>
                  </a:lnTo>
                  <a:lnTo>
                    <a:pt x="4317682" y="0"/>
                  </a:lnTo>
                  <a:lnTo>
                    <a:pt x="4346257" y="0"/>
                  </a:lnTo>
                  <a:lnTo>
                    <a:pt x="4346257" y="28575"/>
                  </a:lnTo>
                  <a:close/>
                </a:path>
                <a:path w="5109845" h="4583430">
                  <a:moveTo>
                    <a:pt x="4403407" y="28575"/>
                  </a:moveTo>
                  <a:lnTo>
                    <a:pt x="4374832" y="28575"/>
                  </a:lnTo>
                  <a:lnTo>
                    <a:pt x="4374832" y="0"/>
                  </a:lnTo>
                  <a:lnTo>
                    <a:pt x="4403407" y="0"/>
                  </a:lnTo>
                  <a:lnTo>
                    <a:pt x="4403407" y="28575"/>
                  </a:lnTo>
                  <a:close/>
                </a:path>
                <a:path w="5109845" h="4583430">
                  <a:moveTo>
                    <a:pt x="4460557" y="28575"/>
                  </a:moveTo>
                  <a:lnTo>
                    <a:pt x="4431982" y="28575"/>
                  </a:lnTo>
                  <a:lnTo>
                    <a:pt x="4431982" y="0"/>
                  </a:lnTo>
                  <a:lnTo>
                    <a:pt x="4460557" y="0"/>
                  </a:lnTo>
                  <a:lnTo>
                    <a:pt x="4460557" y="28575"/>
                  </a:lnTo>
                  <a:close/>
                </a:path>
                <a:path w="5109845" h="4583430">
                  <a:moveTo>
                    <a:pt x="4517707" y="28575"/>
                  </a:moveTo>
                  <a:lnTo>
                    <a:pt x="4489132" y="28575"/>
                  </a:lnTo>
                  <a:lnTo>
                    <a:pt x="4489132" y="0"/>
                  </a:lnTo>
                  <a:lnTo>
                    <a:pt x="4517707" y="0"/>
                  </a:lnTo>
                  <a:lnTo>
                    <a:pt x="4517707" y="28575"/>
                  </a:lnTo>
                  <a:close/>
                </a:path>
                <a:path w="5109845" h="4583430">
                  <a:moveTo>
                    <a:pt x="4574857" y="28575"/>
                  </a:moveTo>
                  <a:lnTo>
                    <a:pt x="4546282" y="28575"/>
                  </a:lnTo>
                  <a:lnTo>
                    <a:pt x="4546282" y="0"/>
                  </a:lnTo>
                  <a:lnTo>
                    <a:pt x="4574857" y="0"/>
                  </a:lnTo>
                  <a:lnTo>
                    <a:pt x="4574857" y="28575"/>
                  </a:lnTo>
                  <a:close/>
                </a:path>
                <a:path w="5109845" h="4583430">
                  <a:moveTo>
                    <a:pt x="4632007" y="28575"/>
                  </a:moveTo>
                  <a:lnTo>
                    <a:pt x="4603432" y="28575"/>
                  </a:lnTo>
                  <a:lnTo>
                    <a:pt x="4603432" y="0"/>
                  </a:lnTo>
                  <a:lnTo>
                    <a:pt x="4632007" y="0"/>
                  </a:lnTo>
                  <a:lnTo>
                    <a:pt x="4632007" y="28575"/>
                  </a:lnTo>
                  <a:close/>
                </a:path>
                <a:path w="5109845" h="4583430">
                  <a:moveTo>
                    <a:pt x="4689157" y="28575"/>
                  </a:moveTo>
                  <a:lnTo>
                    <a:pt x="4660582" y="28575"/>
                  </a:lnTo>
                  <a:lnTo>
                    <a:pt x="4660582" y="0"/>
                  </a:lnTo>
                  <a:lnTo>
                    <a:pt x="4689157" y="0"/>
                  </a:lnTo>
                  <a:lnTo>
                    <a:pt x="4689157" y="28575"/>
                  </a:lnTo>
                  <a:close/>
                </a:path>
                <a:path w="5109845" h="4583430">
                  <a:moveTo>
                    <a:pt x="4746307" y="28575"/>
                  </a:moveTo>
                  <a:lnTo>
                    <a:pt x="4717732" y="28575"/>
                  </a:lnTo>
                  <a:lnTo>
                    <a:pt x="4717732" y="0"/>
                  </a:lnTo>
                  <a:lnTo>
                    <a:pt x="4746307" y="0"/>
                  </a:lnTo>
                  <a:lnTo>
                    <a:pt x="4746307" y="28575"/>
                  </a:lnTo>
                  <a:close/>
                </a:path>
                <a:path w="5109845" h="4583430">
                  <a:moveTo>
                    <a:pt x="4803457" y="28575"/>
                  </a:moveTo>
                  <a:lnTo>
                    <a:pt x="4774882" y="28575"/>
                  </a:lnTo>
                  <a:lnTo>
                    <a:pt x="4774882" y="0"/>
                  </a:lnTo>
                  <a:lnTo>
                    <a:pt x="4803457" y="0"/>
                  </a:lnTo>
                  <a:lnTo>
                    <a:pt x="4803457" y="28575"/>
                  </a:lnTo>
                  <a:close/>
                </a:path>
                <a:path w="5109845" h="4583430">
                  <a:moveTo>
                    <a:pt x="4860607" y="28575"/>
                  </a:moveTo>
                  <a:lnTo>
                    <a:pt x="4832032" y="28575"/>
                  </a:lnTo>
                  <a:lnTo>
                    <a:pt x="4832032" y="0"/>
                  </a:lnTo>
                  <a:lnTo>
                    <a:pt x="4860607" y="0"/>
                  </a:lnTo>
                  <a:lnTo>
                    <a:pt x="4860607" y="28575"/>
                  </a:lnTo>
                  <a:close/>
                </a:path>
                <a:path w="5109845" h="4583430">
                  <a:moveTo>
                    <a:pt x="4917757" y="28575"/>
                  </a:moveTo>
                  <a:lnTo>
                    <a:pt x="4889182" y="28575"/>
                  </a:lnTo>
                  <a:lnTo>
                    <a:pt x="4889182" y="0"/>
                  </a:lnTo>
                  <a:lnTo>
                    <a:pt x="4917757" y="0"/>
                  </a:lnTo>
                  <a:lnTo>
                    <a:pt x="4917757" y="28575"/>
                  </a:lnTo>
                  <a:close/>
                </a:path>
                <a:path w="5109845" h="4583430">
                  <a:moveTo>
                    <a:pt x="4974907" y="28575"/>
                  </a:moveTo>
                  <a:lnTo>
                    <a:pt x="4946332" y="28575"/>
                  </a:lnTo>
                  <a:lnTo>
                    <a:pt x="4946332" y="0"/>
                  </a:lnTo>
                  <a:lnTo>
                    <a:pt x="4974907" y="0"/>
                  </a:lnTo>
                  <a:lnTo>
                    <a:pt x="4974907" y="28575"/>
                  </a:lnTo>
                  <a:close/>
                </a:path>
                <a:path w="5109845" h="4583430">
                  <a:moveTo>
                    <a:pt x="5032057" y="28575"/>
                  </a:moveTo>
                  <a:lnTo>
                    <a:pt x="5003482" y="28575"/>
                  </a:lnTo>
                  <a:lnTo>
                    <a:pt x="5003482" y="0"/>
                  </a:lnTo>
                  <a:lnTo>
                    <a:pt x="5032057" y="0"/>
                  </a:lnTo>
                  <a:lnTo>
                    <a:pt x="5032057" y="28575"/>
                  </a:lnTo>
                  <a:close/>
                </a:path>
                <a:path w="5109845" h="4583430">
                  <a:moveTo>
                    <a:pt x="5089207" y="28575"/>
                  </a:moveTo>
                  <a:lnTo>
                    <a:pt x="5060632" y="28575"/>
                  </a:lnTo>
                  <a:lnTo>
                    <a:pt x="5060632" y="0"/>
                  </a:lnTo>
                  <a:lnTo>
                    <a:pt x="5089207" y="0"/>
                  </a:lnTo>
                  <a:lnTo>
                    <a:pt x="5089207" y="28575"/>
                  </a:lnTo>
                  <a:close/>
                </a:path>
                <a:path w="5109845" h="4583430">
                  <a:moveTo>
                    <a:pt x="5109845" y="65087"/>
                  </a:moveTo>
                  <a:lnTo>
                    <a:pt x="5081270" y="65087"/>
                  </a:lnTo>
                  <a:lnTo>
                    <a:pt x="5081270" y="36512"/>
                  </a:lnTo>
                  <a:lnTo>
                    <a:pt x="5109845" y="36512"/>
                  </a:lnTo>
                  <a:lnTo>
                    <a:pt x="5109845" y="65087"/>
                  </a:lnTo>
                  <a:close/>
                </a:path>
                <a:path w="5109845" h="4583430">
                  <a:moveTo>
                    <a:pt x="5109845" y="122237"/>
                  </a:moveTo>
                  <a:lnTo>
                    <a:pt x="5081270" y="122237"/>
                  </a:lnTo>
                  <a:lnTo>
                    <a:pt x="5081270" y="93662"/>
                  </a:lnTo>
                  <a:lnTo>
                    <a:pt x="5109845" y="93662"/>
                  </a:lnTo>
                  <a:lnTo>
                    <a:pt x="5109845" y="122237"/>
                  </a:lnTo>
                  <a:close/>
                </a:path>
                <a:path w="5109845" h="4583430">
                  <a:moveTo>
                    <a:pt x="5109845" y="179387"/>
                  </a:moveTo>
                  <a:lnTo>
                    <a:pt x="5081270" y="179387"/>
                  </a:lnTo>
                  <a:lnTo>
                    <a:pt x="5081270" y="150812"/>
                  </a:lnTo>
                  <a:lnTo>
                    <a:pt x="5109845" y="150812"/>
                  </a:lnTo>
                  <a:lnTo>
                    <a:pt x="5109845" y="179387"/>
                  </a:lnTo>
                  <a:close/>
                </a:path>
                <a:path w="5109845" h="4583430">
                  <a:moveTo>
                    <a:pt x="5109845" y="236537"/>
                  </a:moveTo>
                  <a:lnTo>
                    <a:pt x="5081270" y="236537"/>
                  </a:lnTo>
                  <a:lnTo>
                    <a:pt x="5081270" y="207962"/>
                  </a:lnTo>
                  <a:lnTo>
                    <a:pt x="5109845" y="207962"/>
                  </a:lnTo>
                  <a:lnTo>
                    <a:pt x="5109845" y="236537"/>
                  </a:lnTo>
                  <a:close/>
                </a:path>
                <a:path w="5109845" h="4583430">
                  <a:moveTo>
                    <a:pt x="5109845" y="293687"/>
                  </a:moveTo>
                  <a:lnTo>
                    <a:pt x="5081270" y="293687"/>
                  </a:lnTo>
                  <a:lnTo>
                    <a:pt x="5081270" y="265112"/>
                  </a:lnTo>
                  <a:lnTo>
                    <a:pt x="5109845" y="265112"/>
                  </a:lnTo>
                  <a:lnTo>
                    <a:pt x="5109845" y="293687"/>
                  </a:lnTo>
                  <a:close/>
                </a:path>
                <a:path w="5109845" h="4583430">
                  <a:moveTo>
                    <a:pt x="5109845" y="350837"/>
                  </a:moveTo>
                  <a:lnTo>
                    <a:pt x="5081270" y="350837"/>
                  </a:lnTo>
                  <a:lnTo>
                    <a:pt x="5081270" y="322262"/>
                  </a:lnTo>
                  <a:lnTo>
                    <a:pt x="5109845" y="322262"/>
                  </a:lnTo>
                  <a:lnTo>
                    <a:pt x="5109845" y="350837"/>
                  </a:lnTo>
                  <a:close/>
                </a:path>
                <a:path w="5109845" h="4583430">
                  <a:moveTo>
                    <a:pt x="5109845" y="407987"/>
                  </a:moveTo>
                  <a:lnTo>
                    <a:pt x="5081270" y="407987"/>
                  </a:lnTo>
                  <a:lnTo>
                    <a:pt x="5081270" y="379412"/>
                  </a:lnTo>
                  <a:lnTo>
                    <a:pt x="5109845" y="379412"/>
                  </a:lnTo>
                  <a:lnTo>
                    <a:pt x="5109845" y="407987"/>
                  </a:lnTo>
                  <a:close/>
                </a:path>
                <a:path w="5109845" h="4583430">
                  <a:moveTo>
                    <a:pt x="5109845" y="465137"/>
                  </a:moveTo>
                  <a:lnTo>
                    <a:pt x="5081270" y="465137"/>
                  </a:lnTo>
                  <a:lnTo>
                    <a:pt x="5081270" y="436562"/>
                  </a:lnTo>
                  <a:lnTo>
                    <a:pt x="5109845" y="436562"/>
                  </a:lnTo>
                  <a:lnTo>
                    <a:pt x="5109845" y="465137"/>
                  </a:lnTo>
                  <a:close/>
                </a:path>
                <a:path w="5109845" h="4583430">
                  <a:moveTo>
                    <a:pt x="5109845" y="522287"/>
                  </a:moveTo>
                  <a:lnTo>
                    <a:pt x="5081270" y="522287"/>
                  </a:lnTo>
                  <a:lnTo>
                    <a:pt x="5081270" y="493712"/>
                  </a:lnTo>
                  <a:lnTo>
                    <a:pt x="5109845" y="493712"/>
                  </a:lnTo>
                  <a:lnTo>
                    <a:pt x="5109845" y="522287"/>
                  </a:lnTo>
                  <a:close/>
                </a:path>
                <a:path w="5109845" h="4583430">
                  <a:moveTo>
                    <a:pt x="5109845" y="579437"/>
                  </a:moveTo>
                  <a:lnTo>
                    <a:pt x="5081270" y="579437"/>
                  </a:lnTo>
                  <a:lnTo>
                    <a:pt x="5081270" y="550862"/>
                  </a:lnTo>
                  <a:lnTo>
                    <a:pt x="5109845" y="550862"/>
                  </a:lnTo>
                  <a:lnTo>
                    <a:pt x="5109845" y="579437"/>
                  </a:lnTo>
                  <a:close/>
                </a:path>
                <a:path w="5109845" h="4583430">
                  <a:moveTo>
                    <a:pt x="5109845" y="636587"/>
                  </a:moveTo>
                  <a:lnTo>
                    <a:pt x="5081270" y="636587"/>
                  </a:lnTo>
                  <a:lnTo>
                    <a:pt x="5081270" y="608012"/>
                  </a:lnTo>
                  <a:lnTo>
                    <a:pt x="5109845" y="608012"/>
                  </a:lnTo>
                  <a:lnTo>
                    <a:pt x="5109845" y="636587"/>
                  </a:lnTo>
                  <a:close/>
                </a:path>
                <a:path w="5109845" h="4583430">
                  <a:moveTo>
                    <a:pt x="5109845" y="693737"/>
                  </a:moveTo>
                  <a:lnTo>
                    <a:pt x="5081270" y="693737"/>
                  </a:lnTo>
                  <a:lnTo>
                    <a:pt x="5081270" y="665162"/>
                  </a:lnTo>
                  <a:lnTo>
                    <a:pt x="5109845" y="665162"/>
                  </a:lnTo>
                  <a:lnTo>
                    <a:pt x="5109845" y="693737"/>
                  </a:lnTo>
                  <a:close/>
                </a:path>
                <a:path w="5109845" h="4583430">
                  <a:moveTo>
                    <a:pt x="5109845" y="750887"/>
                  </a:moveTo>
                  <a:lnTo>
                    <a:pt x="5081270" y="750887"/>
                  </a:lnTo>
                  <a:lnTo>
                    <a:pt x="5081270" y="722312"/>
                  </a:lnTo>
                  <a:lnTo>
                    <a:pt x="5109845" y="722312"/>
                  </a:lnTo>
                  <a:lnTo>
                    <a:pt x="5109845" y="750887"/>
                  </a:lnTo>
                  <a:close/>
                </a:path>
                <a:path w="5109845" h="4583430">
                  <a:moveTo>
                    <a:pt x="5109845" y="808037"/>
                  </a:moveTo>
                  <a:lnTo>
                    <a:pt x="5081270" y="808037"/>
                  </a:lnTo>
                  <a:lnTo>
                    <a:pt x="5081270" y="779462"/>
                  </a:lnTo>
                  <a:lnTo>
                    <a:pt x="5109845" y="779462"/>
                  </a:lnTo>
                  <a:lnTo>
                    <a:pt x="5109845" y="808037"/>
                  </a:lnTo>
                  <a:close/>
                </a:path>
                <a:path w="5109845" h="4583430">
                  <a:moveTo>
                    <a:pt x="5109845" y="865187"/>
                  </a:moveTo>
                  <a:lnTo>
                    <a:pt x="5081270" y="865187"/>
                  </a:lnTo>
                  <a:lnTo>
                    <a:pt x="5081270" y="836612"/>
                  </a:lnTo>
                  <a:lnTo>
                    <a:pt x="5109845" y="836612"/>
                  </a:lnTo>
                  <a:lnTo>
                    <a:pt x="5109845" y="865187"/>
                  </a:lnTo>
                  <a:close/>
                </a:path>
                <a:path w="5109845" h="4583430">
                  <a:moveTo>
                    <a:pt x="5109845" y="922337"/>
                  </a:moveTo>
                  <a:lnTo>
                    <a:pt x="5081270" y="922337"/>
                  </a:lnTo>
                  <a:lnTo>
                    <a:pt x="5081270" y="893762"/>
                  </a:lnTo>
                  <a:lnTo>
                    <a:pt x="5109845" y="893762"/>
                  </a:lnTo>
                  <a:lnTo>
                    <a:pt x="5109845" y="922337"/>
                  </a:lnTo>
                  <a:close/>
                </a:path>
                <a:path w="5109845" h="4583430">
                  <a:moveTo>
                    <a:pt x="5109845" y="979487"/>
                  </a:moveTo>
                  <a:lnTo>
                    <a:pt x="5081270" y="979487"/>
                  </a:lnTo>
                  <a:lnTo>
                    <a:pt x="5081270" y="950912"/>
                  </a:lnTo>
                  <a:lnTo>
                    <a:pt x="5109845" y="950912"/>
                  </a:lnTo>
                  <a:lnTo>
                    <a:pt x="5109845" y="979487"/>
                  </a:lnTo>
                  <a:close/>
                </a:path>
                <a:path w="5109845" h="4583430">
                  <a:moveTo>
                    <a:pt x="5109845" y="1036637"/>
                  </a:moveTo>
                  <a:lnTo>
                    <a:pt x="5081270" y="1036637"/>
                  </a:lnTo>
                  <a:lnTo>
                    <a:pt x="5081270" y="1008062"/>
                  </a:lnTo>
                  <a:lnTo>
                    <a:pt x="5109845" y="1008062"/>
                  </a:lnTo>
                  <a:lnTo>
                    <a:pt x="5109845" y="1036637"/>
                  </a:lnTo>
                  <a:close/>
                </a:path>
                <a:path w="5109845" h="4583430">
                  <a:moveTo>
                    <a:pt x="5109845" y="1093787"/>
                  </a:moveTo>
                  <a:lnTo>
                    <a:pt x="5081270" y="1093787"/>
                  </a:lnTo>
                  <a:lnTo>
                    <a:pt x="5081270" y="1065212"/>
                  </a:lnTo>
                  <a:lnTo>
                    <a:pt x="5109845" y="1065212"/>
                  </a:lnTo>
                  <a:lnTo>
                    <a:pt x="5109845" y="1093787"/>
                  </a:lnTo>
                  <a:close/>
                </a:path>
                <a:path w="5109845" h="4583430">
                  <a:moveTo>
                    <a:pt x="5109845" y="1150937"/>
                  </a:moveTo>
                  <a:lnTo>
                    <a:pt x="5081270" y="1150937"/>
                  </a:lnTo>
                  <a:lnTo>
                    <a:pt x="5081270" y="1122362"/>
                  </a:lnTo>
                  <a:lnTo>
                    <a:pt x="5109845" y="1122362"/>
                  </a:lnTo>
                  <a:lnTo>
                    <a:pt x="5109845" y="1150937"/>
                  </a:lnTo>
                  <a:close/>
                </a:path>
                <a:path w="5109845" h="4583430">
                  <a:moveTo>
                    <a:pt x="5109845" y="1208087"/>
                  </a:moveTo>
                  <a:lnTo>
                    <a:pt x="5081270" y="1208087"/>
                  </a:lnTo>
                  <a:lnTo>
                    <a:pt x="5081270" y="1179512"/>
                  </a:lnTo>
                  <a:lnTo>
                    <a:pt x="5109845" y="1179512"/>
                  </a:lnTo>
                  <a:lnTo>
                    <a:pt x="5109845" y="1208087"/>
                  </a:lnTo>
                  <a:close/>
                </a:path>
                <a:path w="5109845" h="4583430">
                  <a:moveTo>
                    <a:pt x="5109845" y="1265237"/>
                  </a:moveTo>
                  <a:lnTo>
                    <a:pt x="5081270" y="1265237"/>
                  </a:lnTo>
                  <a:lnTo>
                    <a:pt x="5081270" y="1236662"/>
                  </a:lnTo>
                  <a:lnTo>
                    <a:pt x="5109845" y="1236662"/>
                  </a:lnTo>
                  <a:lnTo>
                    <a:pt x="5109845" y="1265237"/>
                  </a:lnTo>
                  <a:close/>
                </a:path>
                <a:path w="5109845" h="4583430">
                  <a:moveTo>
                    <a:pt x="5109845" y="1322387"/>
                  </a:moveTo>
                  <a:lnTo>
                    <a:pt x="5081270" y="1322387"/>
                  </a:lnTo>
                  <a:lnTo>
                    <a:pt x="5081270" y="1293812"/>
                  </a:lnTo>
                  <a:lnTo>
                    <a:pt x="5109845" y="1293812"/>
                  </a:lnTo>
                  <a:lnTo>
                    <a:pt x="5109845" y="1322387"/>
                  </a:lnTo>
                  <a:close/>
                </a:path>
                <a:path w="5109845" h="4583430">
                  <a:moveTo>
                    <a:pt x="5109845" y="1379537"/>
                  </a:moveTo>
                  <a:lnTo>
                    <a:pt x="5081270" y="1379537"/>
                  </a:lnTo>
                  <a:lnTo>
                    <a:pt x="5081270" y="1350962"/>
                  </a:lnTo>
                  <a:lnTo>
                    <a:pt x="5109845" y="1350962"/>
                  </a:lnTo>
                  <a:lnTo>
                    <a:pt x="5109845" y="1379537"/>
                  </a:lnTo>
                  <a:close/>
                </a:path>
                <a:path w="5109845" h="4583430">
                  <a:moveTo>
                    <a:pt x="5109845" y="1436687"/>
                  </a:moveTo>
                  <a:lnTo>
                    <a:pt x="5081270" y="1436687"/>
                  </a:lnTo>
                  <a:lnTo>
                    <a:pt x="5081270" y="1408112"/>
                  </a:lnTo>
                  <a:lnTo>
                    <a:pt x="5109845" y="1408112"/>
                  </a:lnTo>
                  <a:lnTo>
                    <a:pt x="5109845" y="1436687"/>
                  </a:lnTo>
                  <a:close/>
                </a:path>
                <a:path w="5109845" h="4583430">
                  <a:moveTo>
                    <a:pt x="5109845" y="1493837"/>
                  </a:moveTo>
                  <a:lnTo>
                    <a:pt x="5081270" y="1493837"/>
                  </a:lnTo>
                  <a:lnTo>
                    <a:pt x="5081270" y="1465262"/>
                  </a:lnTo>
                  <a:lnTo>
                    <a:pt x="5109845" y="1465262"/>
                  </a:lnTo>
                  <a:lnTo>
                    <a:pt x="5109845" y="1493837"/>
                  </a:lnTo>
                  <a:close/>
                </a:path>
                <a:path w="5109845" h="4583430">
                  <a:moveTo>
                    <a:pt x="5109845" y="1550987"/>
                  </a:moveTo>
                  <a:lnTo>
                    <a:pt x="5081270" y="1550987"/>
                  </a:lnTo>
                  <a:lnTo>
                    <a:pt x="5081270" y="1522412"/>
                  </a:lnTo>
                  <a:lnTo>
                    <a:pt x="5109845" y="1522412"/>
                  </a:lnTo>
                  <a:lnTo>
                    <a:pt x="5109845" y="1550987"/>
                  </a:lnTo>
                  <a:close/>
                </a:path>
                <a:path w="5109845" h="4583430">
                  <a:moveTo>
                    <a:pt x="5109845" y="1608137"/>
                  </a:moveTo>
                  <a:lnTo>
                    <a:pt x="5081270" y="1608137"/>
                  </a:lnTo>
                  <a:lnTo>
                    <a:pt x="5081270" y="1579562"/>
                  </a:lnTo>
                  <a:lnTo>
                    <a:pt x="5109845" y="1579562"/>
                  </a:lnTo>
                  <a:lnTo>
                    <a:pt x="5109845" y="1608137"/>
                  </a:lnTo>
                  <a:close/>
                </a:path>
                <a:path w="5109845" h="4583430">
                  <a:moveTo>
                    <a:pt x="5109845" y="1665287"/>
                  </a:moveTo>
                  <a:lnTo>
                    <a:pt x="5081270" y="1665287"/>
                  </a:lnTo>
                  <a:lnTo>
                    <a:pt x="5081270" y="1636712"/>
                  </a:lnTo>
                  <a:lnTo>
                    <a:pt x="5109845" y="1636712"/>
                  </a:lnTo>
                  <a:lnTo>
                    <a:pt x="5109845" y="1665287"/>
                  </a:lnTo>
                  <a:close/>
                </a:path>
                <a:path w="5109845" h="4583430">
                  <a:moveTo>
                    <a:pt x="5109845" y="1722437"/>
                  </a:moveTo>
                  <a:lnTo>
                    <a:pt x="5081270" y="1722437"/>
                  </a:lnTo>
                  <a:lnTo>
                    <a:pt x="5081270" y="1693862"/>
                  </a:lnTo>
                  <a:lnTo>
                    <a:pt x="5109845" y="1693862"/>
                  </a:lnTo>
                  <a:lnTo>
                    <a:pt x="5109845" y="1722437"/>
                  </a:lnTo>
                  <a:close/>
                </a:path>
                <a:path w="5109845" h="4583430">
                  <a:moveTo>
                    <a:pt x="5109845" y="1779587"/>
                  </a:moveTo>
                  <a:lnTo>
                    <a:pt x="5081270" y="1779587"/>
                  </a:lnTo>
                  <a:lnTo>
                    <a:pt x="5081270" y="1751012"/>
                  </a:lnTo>
                  <a:lnTo>
                    <a:pt x="5109845" y="1751012"/>
                  </a:lnTo>
                  <a:lnTo>
                    <a:pt x="5109845" y="1779587"/>
                  </a:lnTo>
                  <a:close/>
                </a:path>
                <a:path w="5109845" h="4583430">
                  <a:moveTo>
                    <a:pt x="5109845" y="1836737"/>
                  </a:moveTo>
                  <a:lnTo>
                    <a:pt x="5081270" y="1836737"/>
                  </a:lnTo>
                  <a:lnTo>
                    <a:pt x="5081270" y="1808162"/>
                  </a:lnTo>
                  <a:lnTo>
                    <a:pt x="5109845" y="1808162"/>
                  </a:lnTo>
                  <a:lnTo>
                    <a:pt x="5109845" y="1836737"/>
                  </a:lnTo>
                  <a:close/>
                </a:path>
                <a:path w="5109845" h="4583430">
                  <a:moveTo>
                    <a:pt x="5109845" y="1893887"/>
                  </a:moveTo>
                  <a:lnTo>
                    <a:pt x="5081270" y="1893887"/>
                  </a:lnTo>
                  <a:lnTo>
                    <a:pt x="5081270" y="1865312"/>
                  </a:lnTo>
                  <a:lnTo>
                    <a:pt x="5109845" y="1865312"/>
                  </a:lnTo>
                  <a:lnTo>
                    <a:pt x="5109845" y="1893887"/>
                  </a:lnTo>
                  <a:close/>
                </a:path>
                <a:path w="5109845" h="4583430">
                  <a:moveTo>
                    <a:pt x="5109845" y="1951037"/>
                  </a:moveTo>
                  <a:lnTo>
                    <a:pt x="5081270" y="1951037"/>
                  </a:lnTo>
                  <a:lnTo>
                    <a:pt x="5081270" y="1922462"/>
                  </a:lnTo>
                  <a:lnTo>
                    <a:pt x="5109845" y="1922462"/>
                  </a:lnTo>
                  <a:lnTo>
                    <a:pt x="5109845" y="1951037"/>
                  </a:lnTo>
                  <a:close/>
                </a:path>
                <a:path w="5109845" h="4583430">
                  <a:moveTo>
                    <a:pt x="5109845" y="2008187"/>
                  </a:moveTo>
                  <a:lnTo>
                    <a:pt x="5081270" y="2008187"/>
                  </a:lnTo>
                  <a:lnTo>
                    <a:pt x="5081270" y="1979612"/>
                  </a:lnTo>
                  <a:lnTo>
                    <a:pt x="5109845" y="1979612"/>
                  </a:lnTo>
                  <a:lnTo>
                    <a:pt x="5109845" y="2008187"/>
                  </a:lnTo>
                  <a:close/>
                </a:path>
                <a:path w="5109845" h="4583430">
                  <a:moveTo>
                    <a:pt x="5109845" y="2065337"/>
                  </a:moveTo>
                  <a:lnTo>
                    <a:pt x="5081270" y="2065337"/>
                  </a:lnTo>
                  <a:lnTo>
                    <a:pt x="5081270" y="2036762"/>
                  </a:lnTo>
                  <a:lnTo>
                    <a:pt x="5109845" y="2036762"/>
                  </a:lnTo>
                  <a:lnTo>
                    <a:pt x="5109845" y="2065337"/>
                  </a:lnTo>
                  <a:close/>
                </a:path>
                <a:path w="5109845" h="4583430">
                  <a:moveTo>
                    <a:pt x="5109845" y="2122487"/>
                  </a:moveTo>
                  <a:lnTo>
                    <a:pt x="5081270" y="2122487"/>
                  </a:lnTo>
                  <a:lnTo>
                    <a:pt x="5081270" y="2093912"/>
                  </a:lnTo>
                  <a:lnTo>
                    <a:pt x="5109845" y="2093912"/>
                  </a:lnTo>
                  <a:lnTo>
                    <a:pt x="5109845" y="2122487"/>
                  </a:lnTo>
                  <a:close/>
                </a:path>
                <a:path w="5109845" h="4583430">
                  <a:moveTo>
                    <a:pt x="5109845" y="2179637"/>
                  </a:moveTo>
                  <a:lnTo>
                    <a:pt x="5081270" y="2179637"/>
                  </a:lnTo>
                  <a:lnTo>
                    <a:pt x="5081270" y="2151062"/>
                  </a:lnTo>
                  <a:lnTo>
                    <a:pt x="5109845" y="2151062"/>
                  </a:lnTo>
                  <a:lnTo>
                    <a:pt x="5109845" y="2179637"/>
                  </a:lnTo>
                  <a:close/>
                </a:path>
                <a:path w="5109845" h="4583430">
                  <a:moveTo>
                    <a:pt x="5109845" y="2236787"/>
                  </a:moveTo>
                  <a:lnTo>
                    <a:pt x="5081270" y="2236787"/>
                  </a:lnTo>
                  <a:lnTo>
                    <a:pt x="5081270" y="2208212"/>
                  </a:lnTo>
                  <a:lnTo>
                    <a:pt x="5109845" y="2208212"/>
                  </a:lnTo>
                  <a:lnTo>
                    <a:pt x="5109845" y="2236787"/>
                  </a:lnTo>
                  <a:close/>
                </a:path>
                <a:path w="5109845" h="4583430">
                  <a:moveTo>
                    <a:pt x="5109845" y="2293937"/>
                  </a:moveTo>
                  <a:lnTo>
                    <a:pt x="5081270" y="2293937"/>
                  </a:lnTo>
                  <a:lnTo>
                    <a:pt x="5081270" y="2265362"/>
                  </a:lnTo>
                  <a:lnTo>
                    <a:pt x="5109845" y="2265362"/>
                  </a:lnTo>
                  <a:lnTo>
                    <a:pt x="5109845" y="2293937"/>
                  </a:lnTo>
                  <a:close/>
                </a:path>
                <a:path w="5109845" h="4583430">
                  <a:moveTo>
                    <a:pt x="5109845" y="2351087"/>
                  </a:moveTo>
                  <a:lnTo>
                    <a:pt x="5081270" y="2351087"/>
                  </a:lnTo>
                  <a:lnTo>
                    <a:pt x="5081270" y="2322512"/>
                  </a:lnTo>
                  <a:lnTo>
                    <a:pt x="5109845" y="2322512"/>
                  </a:lnTo>
                  <a:lnTo>
                    <a:pt x="5109845" y="2351087"/>
                  </a:lnTo>
                  <a:close/>
                </a:path>
                <a:path w="5109845" h="4583430">
                  <a:moveTo>
                    <a:pt x="5109845" y="2408237"/>
                  </a:moveTo>
                  <a:lnTo>
                    <a:pt x="5081270" y="2408237"/>
                  </a:lnTo>
                  <a:lnTo>
                    <a:pt x="5081270" y="2379662"/>
                  </a:lnTo>
                  <a:lnTo>
                    <a:pt x="5109845" y="2379662"/>
                  </a:lnTo>
                  <a:lnTo>
                    <a:pt x="5109845" y="2408237"/>
                  </a:lnTo>
                  <a:close/>
                </a:path>
                <a:path w="5109845" h="4583430">
                  <a:moveTo>
                    <a:pt x="5109845" y="2465387"/>
                  </a:moveTo>
                  <a:lnTo>
                    <a:pt x="5081270" y="2465387"/>
                  </a:lnTo>
                  <a:lnTo>
                    <a:pt x="5081270" y="2436812"/>
                  </a:lnTo>
                  <a:lnTo>
                    <a:pt x="5109845" y="2436812"/>
                  </a:lnTo>
                  <a:lnTo>
                    <a:pt x="5109845" y="2465387"/>
                  </a:lnTo>
                  <a:close/>
                </a:path>
                <a:path w="5109845" h="4583430">
                  <a:moveTo>
                    <a:pt x="5109845" y="2522537"/>
                  </a:moveTo>
                  <a:lnTo>
                    <a:pt x="5081270" y="2522537"/>
                  </a:lnTo>
                  <a:lnTo>
                    <a:pt x="5081270" y="2493962"/>
                  </a:lnTo>
                  <a:lnTo>
                    <a:pt x="5109845" y="2493962"/>
                  </a:lnTo>
                  <a:lnTo>
                    <a:pt x="5109845" y="2522537"/>
                  </a:lnTo>
                  <a:close/>
                </a:path>
                <a:path w="5109845" h="4583430">
                  <a:moveTo>
                    <a:pt x="5109845" y="2579687"/>
                  </a:moveTo>
                  <a:lnTo>
                    <a:pt x="5081270" y="2579687"/>
                  </a:lnTo>
                  <a:lnTo>
                    <a:pt x="5081270" y="2551112"/>
                  </a:lnTo>
                  <a:lnTo>
                    <a:pt x="5109845" y="2551112"/>
                  </a:lnTo>
                  <a:lnTo>
                    <a:pt x="5109845" y="2579687"/>
                  </a:lnTo>
                  <a:close/>
                </a:path>
                <a:path w="5109845" h="4583430">
                  <a:moveTo>
                    <a:pt x="5109845" y="2636837"/>
                  </a:moveTo>
                  <a:lnTo>
                    <a:pt x="5081270" y="2636837"/>
                  </a:lnTo>
                  <a:lnTo>
                    <a:pt x="5081270" y="2608262"/>
                  </a:lnTo>
                  <a:lnTo>
                    <a:pt x="5109845" y="2608262"/>
                  </a:lnTo>
                  <a:lnTo>
                    <a:pt x="5109845" y="2636837"/>
                  </a:lnTo>
                  <a:close/>
                </a:path>
                <a:path w="5109845" h="4583430">
                  <a:moveTo>
                    <a:pt x="5109845" y="2693987"/>
                  </a:moveTo>
                  <a:lnTo>
                    <a:pt x="5081270" y="2693987"/>
                  </a:lnTo>
                  <a:lnTo>
                    <a:pt x="5081270" y="2665412"/>
                  </a:lnTo>
                  <a:lnTo>
                    <a:pt x="5109845" y="2665412"/>
                  </a:lnTo>
                  <a:lnTo>
                    <a:pt x="5109845" y="2693987"/>
                  </a:lnTo>
                  <a:close/>
                </a:path>
                <a:path w="5109845" h="4583430">
                  <a:moveTo>
                    <a:pt x="5109845" y="2751137"/>
                  </a:moveTo>
                  <a:lnTo>
                    <a:pt x="5081270" y="2751137"/>
                  </a:lnTo>
                  <a:lnTo>
                    <a:pt x="5081270" y="2722562"/>
                  </a:lnTo>
                  <a:lnTo>
                    <a:pt x="5109845" y="2722562"/>
                  </a:lnTo>
                  <a:lnTo>
                    <a:pt x="5109845" y="2751137"/>
                  </a:lnTo>
                  <a:close/>
                </a:path>
                <a:path w="5109845" h="4583430">
                  <a:moveTo>
                    <a:pt x="5109845" y="2808287"/>
                  </a:moveTo>
                  <a:lnTo>
                    <a:pt x="5081270" y="2808287"/>
                  </a:lnTo>
                  <a:lnTo>
                    <a:pt x="5081270" y="2779712"/>
                  </a:lnTo>
                  <a:lnTo>
                    <a:pt x="5109845" y="2779712"/>
                  </a:lnTo>
                  <a:lnTo>
                    <a:pt x="5109845" y="2808287"/>
                  </a:lnTo>
                  <a:close/>
                </a:path>
                <a:path w="5109845" h="4583430">
                  <a:moveTo>
                    <a:pt x="5109845" y="2865437"/>
                  </a:moveTo>
                  <a:lnTo>
                    <a:pt x="5081270" y="2865437"/>
                  </a:lnTo>
                  <a:lnTo>
                    <a:pt x="5081270" y="2836862"/>
                  </a:lnTo>
                  <a:lnTo>
                    <a:pt x="5109845" y="2836862"/>
                  </a:lnTo>
                  <a:lnTo>
                    <a:pt x="5109845" y="2865437"/>
                  </a:lnTo>
                  <a:close/>
                </a:path>
                <a:path w="5109845" h="4583430">
                  <a:moveTo>
                    <a:pt x="5109845" y="2922587"/>
                  </a:moveTo>
                  <a:lnTo>
                    <a:pt x="5081270" y="2922587"/>
                  </a:lnTo>
                  <a:lnTo>
                    <a:pt x="5081270" y="2894012"/>
                  </a:lnTo>
                  <a:lnTo>
                    <a:pt x="5109845" y="2894012"/>
                  </a:lnTo>
                  <a:lnTo>
                    <a:pt x="5109845" y="2922587"/>
                  </a:lnTo>
                  <a:close/>
                </a:path>
                <a:path w="5109845" h="4583430">
                  <a:moveTo>
                    <a:pt x="5109845" y="2979737"/>
                  </a:moveTo>
                  <a:lnTo>
                    <a:pt x="5081270" y="2979737"/>
                  </a:lnTo>
                  <a:lnTo>
                    <a:pt x="5081270" y="2951162"/>
                  </a:lnTo>
                  <a:lnTo>
                    <a:pt x="5109845" y="2951162"/>
                  </a:lnTo>
                  <a:lnTo>
                    <a:pt x="5109845" y="2979737"/>
                  </a:lnTo>
                  <a:close/>
                </a:path>
                <a:path w="5109845" h="4583430">
                  <a:moveTo>
                    <a:pt x="5109845" y="3036887"/>
                  </a:moveTo>
                  <a:lnTo>
                    <a:pt x="5081270" y="3036887"/>
                  </a:lnTo>
                  <a:lnTo>
                    <a:pt x="5081270" y="3008312"/>
                  </a:lnTo>
                  <a:lnTo>
                    <a:pt x="5109845" y="3008312"/>
                  </a:lnTo>
                  <a:lnTo>
                    <a:pt x="5109845" y="3036887"/>
                  </a:lnTo>
                  <a:close/>
                </a:path>
                <a:path w="5109845" h="4583430">
                  <a:moveTo>
                    <a:pt x="5109845" y="3094037"/>
                  </a:moveTo>
                  <a:lnTo>
                    <a:pt x="5081270" y="3094037"/>
                  </a:lnTo>
                  <a:lnTo>
                    <a:pt x="5081270" y="3065462"/>
                  </a:lnTo>
                  <a:lnTo>
                    <a:pt x="5109845" y="3065462"/>
                  </a:lnTo>
                  <a:lnTo>
                    <a:pt x="5109845" y="3094037"/>
                  </a:lnTo>
                  <a:close/>
                </a:path>
                <a:path w="5109845" h="4583430">
                  <a:moveTo>
                    <a:pt x="5109845" y="3151187"/>
                  </a:moveTo>
                  <a:lnTo>
                    <a:pt x="5081270" y="3151187"/>
                  </a:lnTo>
                  <a:lnTo>
                    <a:pt x="5081270" y="3122612"/>
                  </a:lnTo>
                  <a:lnTo>
                    <a:pt x="5109845" y="3122612"/>
                  </a:lnTo>
                  <a:lnTo>
                    <a:pt x="5109845" y="3151187"/>
                  </a:lnTo>
                  <a:close/>
                </a:path>
                <a:path w="5109845" h="4583430">
                  <a:moveTo>
                    <a:pt x="5109845" y="3208337"/>
                  </a:moveTo>
                  <a:lnTo>
                    <a:pt x="5081270" y="3208337"/>
                  </a:lnTo>
                  <a:lnTo>
                    <a:pt x="5081270" y="3179762"/>
                  </a:lnTo>
                  <a:lnTo>
                    <a:pt x="5109845" y="3179762"/>
                  </a:lnTo>
                  <a:lnTo>
                    <a:pt x="5109845" y="3208337"/>
                  </a:lnTo>
                  <a:close/>
                </a:path>
                <a:path w="5109845" h="4583430">
                  <a:moveTo>
                    <a:pt x="5109845" y="3265487"/>
                  </a:moveTo>
                  <a:lnTo>
                    <a:pt x="5081270" y="3265487"/>
                  </a:lnTo>
                  <a:lnTo>
                    <a:pt x="5081270" y="3236912"/>
                  </a:lnTo>
                  <a:lnTo>
                    <a:pt x="5109845" y="3236912"/>
                  </a:lnTo>
                  <a:lnTo>
                    <a:pt x="5109845" y="3265487"/>
                  </a:lnTo>
                  <a:close/>
                </a:path>
                <a:path w="5109845" h="4583430">
                  <a:moveTo>
                    <a:pt x="5109845" y="3322637"/>
                  </a:moveTo>
                  <a:lnTo>
                    <a:pt x="5081270" y="3322637"/>
                  </a:lnTo>
                  <a:lnTo>
                    <a:pt x="5081270" y="3294062"/>
                  </a:lnTo>
                  <a:lnTo>
                    <a:pt x="5109845" y="3294062"/>
                  </a:lnTo>
                  <a:lnTo>
                    <a:pt x="5109845" y="3322637"/>
                  </a:lnTo>
                  <a:close/>
                </a:path>
                <a:path w="5109845" h="4583430">
                  <a:moveTo>
                    <a:pt x="5109845" y="3379787"/>
                  </a:moveTo>
                  <a:lnTo>
                    <a:pt x="5081270" y="3379787"/>
                  </a:lnTo>
                  <a:lnTo>
                    <a:pt x="5081270" y="3351212"/>
                  </a:lnTo>
                  <a:lnTo>
                    <a:pt x="5109845" y="3351212"/>
                  </a:lnTo>
                  <a:lnTo>
                    <a:pt x="5109845" y="3379787"/>
                  </a:lnTo>
                  <a:close/>
                </a:path>
                <a:path w="5109845" h="4583430">
                  <a:moveTo>
                    <a:pt x="5109845" y="3436937"/>
                  </a:moveTo>
                  <a:lnTo>
                    <a:pt x="5081270" y="3436937"/>
                  </a:lnTo>
                  <a:lnTo>
                    <a:pt x="5081270" y="3408362"/>
                  </a:lnTo>
                  <a:lnTo>
                    <a:pt x="5109845" y="3408362"/>
                  </a:lnTo>
                  <a:lnTo>
                    <a:pt x="5109845" y="3436937"/>
                  </a:lnTo>
                  <a:close/>
                </a:path>
                <a:path w="5109845" h="4583430">
                  <a:moveTo>
                    <a:pt x="5109845" y="3494087"/>
                  </a:moveTo>
                  <a:lnTo>
                    <a:pt x="5081270" y="3494087"/>
                  </a:lnTo>
                  <a:lnTo>
                    <a:pt x="5081270" y="3465512"/>
                  </a:lnTo>
                  <a:lnTo>
                    <a:pt x="5109845" y="3465512"/>
                  </a:lnTo>
                  <a:lnTo>
                    <a:pt x="5109845" y="3494087"/>
                  </a:lnTo>
                  <a:close/>
                </a:path>
                <a:path w="5109845" h="4583430">
                  <a:moveTo>
                    <a:pt x="5109845" y="3551237"/>
                  </a:moveTo>
                  <a:lnTo>
                    <a:pt x="5081270" y="3551237"/>
                  </a:lnTo>
                  <a:lnTo>
                    <a:pt x="5081270" y="3522662"/>
                  </a:lnTo>
                  <a:lnTo>
                    <a:pt x="5109845" y="3522662"/>
                  </a:lnTo>
                  <a:lnTo>
                    <a:pt x="5109845" y="3551237"/>
                  </a:lnTo>
                  <a:close/>
                </a:path>
                <a:path w="5109845" h="4583430">
                  <a:moveTo>
                    <a:pt x="5109845" y="3608387"/>
                  </a:moveTo>
                  <a:lnTo>
                    <a:pt x="5081270" y="3608387"/>
                  </a:lnTo>
                  <a:lnTo>
                    <a:pt x="5081270" y="3579812"/>
                  </a:lnTo>
                  <a:lnTo>
                    <a:pt x="5109845" y="3579812"/>
                  </a:lnTo>
                  <a:lnTo>
                    <a:pt x="5109845" y="3608387"/>
                  </a:lnTo>
                  <a:close/>
                </a:path>
                <a:path w="5109845" h="4583430">
                  <a:moveTo>
                    <a:pt x="5109845" y="3665537"/>
                  </a:moveTo>
                  <a:lnTo>
                    <a:pt x="5081270" y="3665537"/>
                  </a:lnTo>
                  <a:lnTo>
                    <a:pt x="5081270" y="3636962"/>
                  </a:lnTo>
                  <a:lnTo>
                    <a:pt x="5109845" y="3636962"/>
                  </a:lnTo>
                  <a:lnTo>
                    <a:pt x="5109845" y="3665537"/>
                  </a:lnTo>
                  <a:close/>
                </a:path>
                <a:path w="5109845" h="4583430">
                  <a:moveTo>
                    <a:pt x="5109845" y="3722687"/>
                  </a:moveTo>
                  <a:lnTo>
                    <a:pt x="5081270" y="3722687"/>
                  </a:lnTo>
                  <a:lnTo>
                    <a:pt x="5081270" y="3694112"/>
                  </a:lnTo>
                  <a:lnTo>
                    <a:pt x="5109845" y="3694112"/>
                  </a:lnTo>
                  <a:lnTo>
                    <a:pt x="5109845" y="3722687"/>
                  </a:lnTo>
                  <a:close/>
                </a:path>
                <a:path w="5109845" h="4583430">
                  <a:moveTo>
                    <a:pt x="5109845" y="3779837"/>
                  </a:moveTo>
                  <a:lnTo>
                    <a:pt x="5081270" y="3779837"/>
                  </a:lnTo>
                  <a:lnTo>
                    <a:pt x="5081270" y="3751262"/>
                  </a:lnTo>
                  <a:lnTo>
                    <a:pt x="5109845" y="3751262"/>
                  </a:lnTo>
                  <a:lnTo>
                    <a:pt x="5109845" y="3779837"/>
                  </a:lnTo>
                  <a:close/>
                </a:path>
                <a:path w="5109845" h="4583430">
                  <a:moveTo>
                    <a:pt x="5109845" y="3836987"/>
                  </a:moveTo>
                  <a:lnTo>
                    <a:pt x="5081270" y="3836987"/>
                  </a:lnTo>
                  <a:lnTo>
                    <a:pt x="5081270" y="3808412"/>
                  </a:lnTo>
                  <a:lnTo>
                    <a:pt x="5109845" y="3808412"/>
                  </a:lnTo>
                  <a:lnTo>
                    <a:pt x="5109845" y="3836987"/>
                  </a:lnTo>
                  <a:close/>
                </a:path>
                <a:path w="5109845" h="4583430">
                  <a:moveTo>
                    <a:pt x="5109845" y="3894137"/>
                  </a:moveTo>
                  <a:lnTo>
                    <a:pt x="5081270" y="3894137"/>
                  </a:lnTo>
                  <a:lnTo>
                    <a:pt x="5081270" y="3865562"/>
                  </a:lnTo>
                  <a:lnTo>
                    <a:pt x="5109845" y="3865562"/>
                  </a:lnTo>
                  <a:lnTo>
                    <a:pt x="5109845" y="3894137"/>
                  </a:lnTo>
                  <a:close/>
                </a:path>
                <a:path w="5109845" h="4583430">
                  <a:moveTo>
                    <a:pt x="5109845" y="3951287"/>
                  </a:moveTo>
                  <a:lnTo>
                    <a:pt x="5081270" y="3951287"/>
                  </a:lnTo>
                  <a:lnTo>
                    <a:pt x="5081270" y="3922712"/>
                  </a:lnTo>
                  <a:lnTo>
                    <a:pt x="5109845" y="3922712"/>
                  </a:lnTo>
                  <a:lnTo>
                    <a:pt x="5109845" y="3951287"/>
                  </a:lnTo>
                  <a:close/>
                </a:path>
                <a:path w="5109845" h="4583430">
                  <a:moveTo>
                    <a:pt x="5109845" y="4008437"/>
                  </a:moveTo>
                  <a:lnTo>
                    <a:pt x="5081270" y="4008437"/>
                  </a:lnTo>
                  <a:lnTo>
                    <a:pt x="5081270" y="3979862"/>
                  </a:lnTo>
                  <a:lnTo>
                    <a:pt x="5109845" y="3979862"/>
                  </a:lnTo>
                  <a:lnTo>
                    <a:pt x="5109845" y="4008437"/>
                  </a:lnTo>
                  <a:close/>
                </a:path>
                <a:path w="5109845" h="4583430">
                  <a:moveTo>
                    <a:pt x="5109845" y="4065587"/>
                  </a:moveTo>
                  <a:lnTo>
                    <a:pt x="5081270" y="4065587"/>
                  </a:lnTo>
                  <a:lnTo>
                    <a:pt x="5081270" y="4037012"/>
                  </a:lnTo>
                  <a:lnTo>
                    <a:pt x="5109845" y="4037012"/>
                  </a:lnTo>
                  <a:lnTo>
                    <a:pt x="5109845" y="4065587"/>
                  </a:lnTo>
                  <a:close/>
                </a:path>
                <a:path w="5109845" h="4583430">
                  <a:moveTo>
                    <a:pt x="5109845" y="4122737"/>
                  </a:moveTo>
                  <a:lnTo>
                    <a:pt x="5081270" y="4122737"/>
                  </a:lnTo>
                  <a:lnTo>
                    <a:pt x="5081270" y="4094162"/>
                  </a:lnTo>
                  <a:lnTo>
                    <a:pt x="5109845" y="4094162"/>
                  </a:lnTo>
                  <a:lnTo>
                    <a:pt x="5109845" y="4122737"/>
                  </a:lnTo>
                  <a:close/>
                </a:path>
                <a:path w="5109845" h="4583430">
                  <a:moveTo>
                    <a:pt x="5109845" y="4179887"/>
                  </a:moveTo>
                  <a:lnTo>
                    <a:pt x="5081270" y="4179887"/>
                  </a:lnTo>
                  <a:lnTo>
                    <a:pt x="5081270" y="4151312"/>
                  </a:lnTo>
                  <a:lnTo>
                    <a:pt x="5109845" y="4151312"/>
                  </a:lnTo>
                  <a:lnTo>
                    <a:pt x="5109845" y="4179887"/>
                  </a:lnTo>
                  <a:close/>
                </a:path>
                <a:path w="5109845" h="4583430">
                  <a:moveTo>
                    <a:pt x="5109845" y="4237037"/>
                  </a:moveTo>
                  <a:lnTo>
                    <a:pt x="5081270" y="4237037"/>
                  </a:lnTo>
                  <a:lnTo>
                    <a:pt x="5081270" y="4208462"/>
                  </a:lnTo>
                  <a:lnTo>
                    <a:pt x="5109845" y="4208462"/>
                  </a:lnTo>
                  <a:lnTo>
                    <a:pt x="5109845" y="4237037"/>
                  </a:lnTo>
                  <a:close/>
                </a:path>
                <a:path w="5109845" h="4583430">
                  <a:moveTo>
                    <a:pt x="5109845" y="4294187"/>
                  </a:moveTo>
                  <a:lnTo>
                    <a:pt x="5081270" y="4294187"/>
                  </a:lnTo>
                  <a:lnTo>
                    <a:pt x="5081270" y="4265612"/>
                  </a:lnTo>
                  <a:lnTo>
                    <a:pt x="5109845" y="4265612"/>
                  </a:lnTo>
                  <a:lnTo>
                    <a:pt x="5109845" y="4294187"/>
                  </a:lnTo>
                  <a:close/>
                </a:path>
                <a:path w="5109845" h="4583430">
                  <a:moveTo>
                    <a:pt x="5109845" y="4351337"/>
                  </a:moveTo>
                  <a:lnTo>
                    <a:pt x="5081270" y="4351337"/>
                  </a:lnTo>
                  <a:lnTo>
                    <a:pt x="5081270" y="4322762"/>
                  </a:lnTo>
                  <a:lnTo>
                    <a:pt x="5109845" y="4322762"/>
                  </a:lnTo>
                  <a:lnTo>
                    <a:pt x="5109845" y="4351337"/>
                  </a:lnTo>
                  <a:close/>
                </a:path>
                <a:path w="5109845" h="4583430">
                  <a:moveTo>
                    <a:pt x="5109845" y="4408487"/>
                  </a:moveTo>
                  <a:lnTo>
                    <a:pt x="5081270" y="4408487"/>
                  </a:lnTo>
                  <a:lnTo>
                    <a:pt x="5081270" y="4379912"/>
                  </a:lnTo>
                  <a:lnTo>
                    <a:pt x="5109845" y="4379912"/>
                  </a:lnTo>
                  <a:lnTo>
                    <a:pt x="5109845" y="4408487"/>
                  </a:lnTo>
                  <a:close/>
                </a:path>
                <a:path w="5109845" h="4583430">
                  <a:moveTo>
                    <a:pt x="5109845" y="4465637"/>
                  </a:moveTo>
                  <a:lnTo>
                    <a:pt x="5081270" y="4465637"/>
                  </a:lnTo>
                  <a:lnTo>
                    <a:pt x="5081270" y="4437062"/>
                  </a:lnTo>
                  <a:lnTo>
                    <a:pt x="5109845" y="4437062"/>
                  </a:lnTo>
                  <a:lnTo>
                    <a:pt x="5109845" y="4465637"/>
                  </a:lnTo>
                  <a:close/>
                </a:path>
                <a:path w="5109845" h="4583430">
                  <a:moveTo>
                    <a:pt x="5109845" y="4522787"/>
                  </a:moveTo>
                  <a:lnTo>
                    <a:pt x="5081270" y="4522787"/>
                  </a:lnTo>
                  <a:lnTo>
                    <a:pt x="5081270" y="4494212"/>
                  </a:lnTo>
                  <a:lnTo>
                    <a:pt x="5109845" y="4494212"/>
                  </a:lnTo>
                  <a:lnTo>
                    <a:pt x="5109845" y="4522787"/>
                  </a:lnTo>
                  <a:close/>
                </a:path>
                <a:path w="5109845" h="4583430">
                  <a:moveTo>
                    <a:pt x="5081270" y="4569142"/>
                  </a:moveTo>
                  <a:lnTo>
                    <a:pt x="5081270" y="4551362"/>
                  </a:lnTo>
                  <a:lnTo>
                    <a:pt x="5109845" y="4551362"/>
                  </a:lnTo>
                  <a:lnTo>
                    <a:pt x="5109845" y="4554855"/>
                  </a:lnTo>
                  <a:lnTo>
                    <a:pt x="5084762" y="4554855"/>
                  </a:lnTo>
                  <a:lnTo>
                    <a:pt x="5084762" y="4565650"/>
                  </a:lnTo>
                  <a:lnTo>
                    <a:pt x="5081270" y="4569142"/>
                  </a:lnTo>
                  <a:close/>
                </a:path>
                <a:path w="5109845" h="4583430">
                  <a:moveTo>
                    <a:pt x="5084762" y="4565650"/>
                  </a:moveTo>
                  <a:lnTo>
                    <a:pt x="5084762" y="4554855"/>
                  </a:lnTo>
                  <a:lnTo>
                    <a:pt x="5095557" y="4554855"/>
                  </a:lnTo>
                  <a:lnTo>
                    <a:pt x="5084762" y="4565650"/>
                  </a:lnTo>
                  <a:close/>
                </a:path>
                <a:path w="5109845" h="4583430">
                  <a:moveTo>
                    <a:pt x="5109845" y="4583430"/>
                  </a:moveTo>
                  <a:lnTo>
                    <a:pt x="5084762" y="4583430"/>
                  </a:lnTo>
                  <a:lnTo>
                    <a:pt x="5084762" y="4565650"/>
                  </a:lnTo>
                  <a:lnTo>
                    <a:pt x="5095557" y="4554855"/>
                  </a:lnTo>
                  <a:lnTo>
                    <a:pt x="5109845" y="4554855"/>
                  </a:lnTo>
                  <a:lnTo>
                    <a:pt x="5109845" y="4583430"/>
                  </a:lnTo>
                  <a:close/>
                </a:path>
                <a:path w="5109845" h="4583430">
                  <a:moveTo>
                    <a:pt x="5056187" y="4583430"/>
                  </a:moveTo>
                  <a:lnTo>
                    <a:pt x="5027612" y="4583430"/>
                  </a:lnTo>
                  <a:lnTo>
                    <a:pt x="5027612" y="4554855"/>
                  </a:lnTo>
                  <a:lnTo>
                    <a:pt x="5056187" y="4554855"/>
                  </a:lnTo>
                  <a:lnTo>
                    <a:pt x="5056187" y="4583430"/>
                  </a:lnTo>
                  <a:close/>
                </a:path>
                <a:path w="5109845" h="4583430">
                  <a:moveTo>
                    <a:pt x="4999037" y="4583430"/>
                  </a:moveTo>
                  <a:lnTo>
                    <a:pt x="4970462" y="4583430"/>
                  </a:lnTo>
                  <a:lnTo>
                    <a:pt x="4970462" y="4554855"/>
                  </a:lnTo>
                  <a:lnTo>
                    <a:pt x="4999037" y="4554855"/>
                  </a:lnTo>
                  <a:lnTo>
                    <a:pt x="4999037" y="4583430"/>
                  </a:lnTo>
                  <a:close/>
                </a:path>
                <a:path w="5109845" h="4583430">
                  <a:moveTo>
                    <a:pt x="4941887" y="4583430"/>
                  </a:moveTo>
                  <a:lnTo>
                    <a:pt x="4913312" y="4583430"/>
                  </a:lnTo>
                  <a:lnTo>
                    <a:pt x="4913312" y="4554855"/>
                  </a:lnTo>
                  <a:lnTo>
                    <a:pt x="4941887" y="4554855"/>
                  </a:lnTo>
                  <a:lnTo>
                    <a:pt x="4941887" y="4583430"/>
                  </a:lnTo>
                  <a:close/>
                </a:path>
                <a:path w="5109845" h="4583430">
                  <a:moveTo>
                    <a:pt x="4884737" y="4583430"/>
                  </a:moveTo>
                  <a:lnTo>
                    <a:pt x="4856162" y="4583430"/>
                  </a:lnTo>
                  <a:lnTo>
                    <a:pt x="4856162" y="4554855"/>
                  </a:lnTo>
                  <a:lnTo>
                    <a:pt x="4884737" y="4554855"/>
                  </a:lnTo>
                  <a:lnTo>
                    <a:pt x="4884737" y="4583430"/>
                  </a:lnTo>
                  <a:close/>
                </a:path>
                <a:path w="5109845" h="4583430">
                  <a:moveTo>
                    <a:pt x="4827587" y="4583430"/>
                  </a:moveTo>
                  <a:lnTo>
                    <a:pt x="4799012" y="4583430"/>
                  </a:lnTo>
                  <a:lnTo>
                    <a:pt x="4799012" y="4554855"/>
                  </a:lnTo>
                  <a:lnTo>
                    <a:pt x="4827587" y="4554855"/>
                  </a:lnTo>
                  <a:lnTo>
                    <a:pt x="4827587" y="4583430"/>
                  </a:lnTo>
                  <a:close/>
                </a:path>
                <a:path w="5109845" h="4583430">
                  <a:moveTo>
                    <a:pt x="4770437" y="4583430"/>
                  </a:moveTo>
                  <a:lnTo>
                    <a:pt x="4741862" y="4583430"/>
                  </a:lnTo>
                  <a:lnTo>
                    <a:pt x="4741862" y="4554855"/>
                  </a:lnTo>
                  <a:lnTo>
                    <a:pt x="4770437" y="4554855"/>
                  </a:lnTo>
                  <a:lnTo>
                    <a:pt x="4770437" y="4583430"/>
                  </a:lnTo>
                  <a:close/>
                </a:path>
                <a:path w="5109845" h="4583430">
                  <a:moveTo>
                    <a:pt x="4713287" y="4583430"/>
                  </a:moveTo>
                  <a:lnTo>
                    <a:pt x="4684712" y="4583430"/>
                  </a:lnTo>
                  <a:lnTo>
                    <a:pt x="4684712" y="4554855"/>
                  </a:lnTo>
                  <a:lnTo>
                    <a:pt x="4713287" y="4554855"/>
                  </a:lnTo>
                  <a:lnTo>
                    <a:pt x="4713287" y="4583430"/>
                  </a:lnTo>
                  <a:close/>
                </a:path>
                <a:path w="5109845" h="4583430">
                  <a:moveTo>
                    <a:pt x="4656137" y="4583430"/>
                  </a:moveTo>
                  <a:lnTo>
                    <a:pt x="4627562" y="4583430"/>
                  </a:lnTo>
                  <a:lnTo>
                    <a:pt x="4627562" y="4554855"/>
                  </a:lnTo>
                  <a:lnTo>
                    <a:pt x="4656137" y="4554855"/>
                  </a:lnTo>
                  <a:lnTo>
                    <a:pt x="4656137" y="4583430"/>
                  </a:lnTo>
                  <a:close/>
                </a:path>
                <a:path w="5109845" h="4583430">
                  <a:moveTo>
                    <a:pt x="4598987" y="4583430"/>
                  </a:moveTo>
                  <a:lnTo>
                    <a:pt x="4570412" y="4583430"/>
                  </a:lnTo>
                  <a:lnTo>
                    <a:pt x="4570412" y="4554855"/>
                  </a:lnTo>
                  <a:lnTo>
                    <a:pt x="4598987" y="4554855"/>
                  </a:lnTo>
                  <a:lnTo>
                    <a:pt x="4598987" y="4583430"/>
                  </a:lnTo>
                  <a:close/>
                </a:path>
                <a:path w="5109845" h="4583430">
                  <a:moveTo>
                    <a:pt x="4541837" y="4583430"/>
                  </a:moveTo>
                  <a:lnTo>
                    <a:pt x="4513262" y="4583430"/>
                  </a:lnTo>
                  <a:lnTo>
                    <a:pt x="4513262" y="4554855"/>
                  </a:lnTo>
                  <a:lnTo>
                    <a:pt x="4541837" y="4554855"/>
                  </a:lnTo>
                  <a:lnTo>
                    <a:pt x="4541837" y="4583430"/>
                  </a:lnTo>
                  <a:close/>
                </a:path>
                <a:path w="5109845" h="4583430">
                  <a:moveTo>
                    <a:pt x="4484687" y="4583430"/>
                  </a:moveTo>
                  <a:lnTo>
                    <a:pt x="4456112" y="4583430"/>
                  </a:lnTo>
                  <a:lnTo>
                    <a:pt x="4456112" y="4554855"/>
                  </a:lnTo>
                  <a:lnTo>
                    <a:pt x="4484687" y="4554855"/>
                  </a:lnTo>
                  <a:lnTo>
                    <a:pt x="4484687" y="4583430"/>
                  </a:lnTo>
                  <a:close/>
                </a:path>
                <a:path w="5109845" h="4583430">
                  <a:moveTo>
                    <a:pt x="4427537" y="4583430"/>
                  </a:moveTo>
                  <a:lnTo>
                    <a:pt x="4398962" y="4583430"/>
                  </a:lnTo>
                  <a:lnTo>
                    <a:pt x="4398962" y="4554855"/>
                  </a:lnTo>
                  <a:lnTo>
                    <a:pt x="4427537" y="4554855"/>
                  </a:lnTo>
                  <a:lnTo>
                    <a:pt x="4427537" y="4583430"/>
                  </a:lnTo>
                  <a:close/>
                </a:path>
                <a:path w="5109845" h="4583430">
                  <a:moveTo>
                    <a:pt x="4370387" y="4583430"/>
                  </a:moveTo>
                  <a:lnTo>
                    <a:pt x="4341812" y="4583430"/>
                  </a:lnTo>
                  <a:lnTo>
                    <a:pt x="4341812" y="4554855"/>
                  </a:lnTo>
                  <a:lnTo>
                    <a:pt x="4370387" y="4554855"/>
                  </a:lnTo>
                  <a:lnTo>
                    <a:pt x="4370387" y="4583430"/>
                  </a:lnTo>
                  <a:close/>
                </a:path>
                <a:path w="5109845" h="4583430">
                  <a:moveTo>
                    <a:pt x="4313237" y="4583430"/>
                  </a:moveTo>
                  <a:lnTo>
                    <a:pt x="4284662" y="4583430"/>
                  </a:lnTo>
                  <a:lnTo>
                    <a:pt x="4284662" y="4554855"/>
                  </a:lnTo>
                  <a:lnTo>
                    <a:pt x="4313237" y="4554855"/>
                  </a:lnTo>
                  <a:lnTo>
                    <a:pt x="4313237" y="4583430"/>
                  </a:lnTo>
                  <a:close/>
                </a:path>
                <a:path w="5109845" h="4583430">
                  <a:moveTo>
                    <a:pt x="4256087" y="4583430"/>
                  </a:moveTo>
                  <a:lnTo>
                    <a:pt x="4227512" y="4583430"/>
                  </a:lnTo>
                  <a:lnTo>
                    <a:pt x="4227512" y="4554855"/>
                  </a:lnTo>
                  <a:lnTo>
                    <a:pt x="4256087" y="4554855"/>
                  </a:lnTo>
                  <a:lnTo>
                    <a:pt x="4256087" y="4583430"/>
                  </a:lnTo>
                  <a:close/>
                </a:path>
                <a:path w="5109845" h="4583430">
                  <a:moveTo>
                    <a:pt x="4198937" y="4583430"/>
                  </a:moveTo>
                  <a:lnTo>
                    <a:pt x="4170362" y="4583430"/>
                  </a:lnTo>
                  <a:lnTo>
                    <a:pt x="4170362" y="4554855"/>
                  </a:lnTo>
                  <a:lnTo>
                    <a:pt x="4198937" y="4554855"/>
                  </a:lnTo>
                  <a:lnTo>
                    <a:pt x="4198937" y="4583430"/>
                  </a:lnTo>
                  <a:close/>
                </a:path>
                <a:path w="5109845" h="4583430">
                  <a:moveTo>
                    <a:pt x="4141787" y="4583430"/>
                  </a:moveTo>
                  <a:lnTo>
                    <a:pt x="4113212" y="4583430"/>
                  </a:lnTo>
                  <a:lnTo>
                    <a:pt x="4113212" y="4554855"/>
                  </a:lnTo>
                  <a:lnTo>
                    <a:pt x="4141787" y="4554855"/>
                  </a:lnTo>
                  <a:lnTo>
                    <a:pt x="4141787" y="4583430"/>
                  </a:lnTo>
                  <a:close/>
                </a:path>
                <a:path w="5109845" h="4583430">
                  <a:moveTo>
                    <a:pt x="4084637" y="4583430"/>
                  </a:moveTo>
                  <a:lnTo>
                    <a:pt x="4056062" y="4583430"/>
                  </a:lnTo>
                  <a:lnTo>
                    <a:pt x="4056062" y="4554855"/>
                  </a:lnTo>
                  <a:lnTo>
                    <a:pt x="4084637" y="4554855"/>
                  </a:lnTo>
                  <a:lnTo>
                    <a:pt x="4084637" y="4583430"/>
                  </a:lnTo>
                  <a:close/>
                </a:path>
                <a:path w="5109845" h="4583430">
                  <a:moveTo>
                    <a:pt x="4027487" y="4583430"/>
                  </a:moveTo>
                  <a:lnTo>
                    <a:pt x="3998912" y="4583430"/>
                  </a:lnTo>
                  <a:lnTo>
                    <a:pt x="3998912" y="4554855"/>
                  </a:lnTo>
                  <a:lnTo>
                    <a:pt x="4027487" y="4554855"/>
                  </a:lnTo>
                  <a:lnTo>
                    <a:pt x="4027487" y="4583430"/>
                  </a:lnTo>
                  <a:close/>
                </a:path>
                <a:path w="5109845" h="4583430">
                  <a:moveTo>
                    <a:pt x="3970337" y="4583430"/>
                  </a:moveTo>
                  <a:lnTo>
                    <a:pt x="3941762" y="4583430"/>
                  </a:lnTo>
                  <a:lnTo>
                    <a:pt x="3941762" y="4554855"/>
                  </a:lnTo>
                  <a:lnTo>
                    <a:pt x="3970337" y="4554855"/>
                  </a:lnTo>
                  <a:lnTo>
                    <a:pt x="3970337" y="4583430"/>
                  </a:lnTo>
                  <a:close/>
                </a:path>
                <a:path w="5109845" h="4583430">
                  <a:moveTo>
                    <a:pt x="3913187" y="4583430"/>
                  </a:moveTo>
                  <a:lnTo>
                    <a:pt x="3884612" y="4583430"/>
                  </a:lnTo>
                  <a:lnTo>
                    <a:pt x="3884612" y="4554855"/>
                  </a:lnTo>
                  <a:lnTo>
                    <a:pt x="3913187" y="4554855"/>
                  </a:lnTo>
                  <a:lnTo>
                    <a:pt x="3913187" y="4583430"/>
                  </a:lnTo>
                  <a:close/>
                </a:path>
                <a:path w="5109845" h="4583430">
                  <a:moveTo>
                    <a:pt x="3856037" y="4583430"/>
                  </a:moveTo>
                  <a:lnTo>
                    <a:pt x="3827462" y="4583430"/>
                  </a:lnTo>
                  <a:lnTo>
                    <a:pt x="3827462" y="4554855"/>
                  </a:lnTo>
                  <a:lnTo>
                    <a:pt x="3856037" y="4554855"/>
                  </a:lnTo>
                  <a:lnTo>
                    <a:pt x="3856037" y="4583430"/>
                  </a:lnTo>
                  <a:close/>
                </a:path>
                <a:path w="5109845" h="4583430">
                  <a:moveTo>
                    <a:pt x="3798887" y="4583430"/>
                  </a:moveTo>
                  <a:lnTo>
                    <a:pt x="3770312" y="4583430"/>
                  </a:lnTo>
                  <a:lnTo>
                    <a:pt x="3770312" y="4554855"/>
                  </a:lnTo>
                  <a:lnTo>
                    <a:pt x="3798887" y="4554855"/>
                  </a:lnTo>
                  <a:lnTo>
                    <a:pt x="3798887" y="4583430"/>
                  </a:lnTo>
                  <a:close/>
                </a:path>
                <a:path w="5109845" h="4583430">
                  <a:moveTo>
                    <a:pt x="3741737" y="4583430"/>
                  </a:moveTo>
                  <a:lnTo>
                    <a:pt x="3713162" y="4583430"/>
                  </a:lnTo>
                  <a:lnTo>
                    <a:pt x="3713162" y="4554855"/>
                  </a:lnTo>
                  <a:lnTo>
                    <a:pt x="3741737" y="4554855"/>
                  </a:lnTo>
                  <a:lnTo>
                    <a:pt x="3741737" y="4583430"/>
                  </a:lnTo>
                  <a:close/>
                </a:path>
                <a:path w="5109845" h="4583430">
                  <a:moveTo>
                    <a:pt x="3684587" y="4583430"/>
                  </a:moveTo>
                  <a:lnTo>
                    <a:pt x="3656012" y="4583430"/>
                  </a:lnTo>
                  <a:lnTo>
                    <a:pt x="3656012" y="4554855"/>
                  </a:lnTo>
                  <a:lnTo>
                    <a:pt x="3684587" y="4554855"/>
                  </a:lnTo>
                  <a:lnTo>
                    <a:pt x="3684587" y="4583430"/>
                  </a:lnTo>
                  <a:close/>
                </a:path>
                <a:path w="5109845" h="4583430">
                  <a:moveTo>
                    <a:pt x="3627437" y="4583430"/>
                  </a:moveTo>
                  <a:lnTo>
                    <a:pt x="3598862" y="4583430"/>
                  </a:lnTo>
                  <a:lnTo>
                    <a:pt x="3598862" y="4554855"/>
                  </a:lnTo>
                  <a:lnTo>
                    <a:pt x="3627437" y="4554855"/>
                  </a:lnTo>
                  <a:lnTo>
                    <a:pt x="3627437" y="4583430"/>
                  </a:lnTo>
                  <a:close/>
                </a:path>
                <a:path w="5109845" h="4583430">
                  <a:moveTo>
                    <a:pt x="3570287" y="4583430"/>
                  </a:moveTo>
                  <a:lnTo>
                    <a:pt x="3541712" y="4583430"/>
                  </a:lnTo>
                  <a:lnTo>
                    <a:pt x="3541712" y="4554855"/>
                  </a:lnTo>
                  <a:lnTo>
                    <a:pt x="3570287" y="4554855"/>
                  </a:lnTo>
                  <a:lnTo>
                    <a:pt x="3570287" y="4583430"/>
                  </a:lnTo>
                  <a:close/>
                </a:path>
                <a:path w="5109845" h="4583430">
                  <a:moveTo>
                    <a:pt x="3513137" y="4583430"/>
                  </a:moveTo>
                  <a:lnTo>
                    <a:pt x="3484562" y="4583430"/>
                  </a:lnTo>
                  <a:lnTo>
                    <a:pt x="3484562" y="4554855"/>
                  </a:lnTo>
                  <a:lnTo>
                    <a:pt x="3513137" y="4554855"/>
                  </a:lnTo>
                  <a:lnTo>
                    <a:pt x="3513137" y="4583430"/>
                  </a:lnTo>
                  <a:close/>
                </a:path>
                <a:path w="5109845" h="4583430">
                  <a:moveTo>
                    <a:pt x="3455987" y="4583430"/>
                  </a:moveTo>
                  <a:lnTo>
                    <a:pt x="3427412" y="4583430"/>
                  </a:lnTo>
                  <a:lnTo>
                    <a:pt x="3427412" y="4554855"/>
                  </a:lnTo>
                  <a:lnTo>
                    <a:pt x="3455987" y="4554855"/>
                  </a:lnTo>
                  <a:lnTo>
                    <a:pt x="3455987" y="4583430"/>
                  </a:lnTo>
                  <a:close/>
                </a:path>
                <a:path w="5109845" h="4583430">
                  <a:moveTo>
                    <a:pt x="3398837" y="4583430"/>
                  </a:moveTo>
                  <a:lnTo>
                    <a:pt x="3370262" y="4583430"/>
                  </a:lnTo>
                  <a:lnTo>
                    <a:pt x="3370262" y="4554855"/>
                  </a:lnTo>
                  <a:lnTo>
                    <a:pt x="3398837" y="4554855"/>
                  </a:lnTo>
                  <a:lnTo>
                    <a:pt x="3398837" y="4583430"/>
                  </a:lnTo>
                  <a:close/>
                </a:path>
                <a:path w="5109845" h="4583430">
                  <a:moveTo>
                    <a:pt x="3341687" y="4583430"/>
                  </a:moveTo>
                  <a:lnTo>
                    <a:pt x="3313112" y="4583430"/>
                  </a:lnTo>
                  <a:lnTo>
                    <a:pt x="3313112" y="4554855"/>
                  </a:lnTo>
                  <a:lnTo>
                    <a:pt x="3341687" y="4554855"/>
                  </a:lnTo>
                  <a:lnTo>
                    <a:pt x="3341687" y="4583430"/>
                  </a:lnTo>
                  <a:close/>
                </a:path>
                <a:path w="5109845" h="4583430">
                  <a:moveTo>
                    <a:pt x="3284537" y="4583430"/>
                  </a:moveTo>
                  <a:lnTo>
                    <a:pt x="3255962" y="4583430"/>
                  </a:lnTo>
                  <a:lnTo>
                    <a:pt x="3255962" y="4554855"/>
                  </a:lnTo>
                  <a:lnTo>
                    <a:pt x="3284537" y="4554855"/>
                  </a:lnTo>
                  <a:lnTo>
                    <a:pt x="3284537" y="4583430"/>
                  </a:lnTo>
                  <a:close/>
                </a:path>
                <a:path w="5109845" h="4583430">
                  <a:moveTo>
                    <a:pt x="3227387" y="4583430"/>
                  </a:moveTo>
                  <a:lnTo>
                    <a:pt x="3198812" y="4583430"/>
                  </a:lnTo>
                  <a:lnTo>
                    <a:pt x="3198812" y="4554855"/>
                  </a:lnTo>
                  <a:lnTo>
                    <a:pt x="3227387" y="4554855"/>
                  </a:lnTo>
                  <a:lnTo>
                    <a:pt x="3227387" y="4583430"/>
                  </a:lnTo>
                  <a:close/>
                </a:path>
                <a:path w="5109845" h="4583430">
                  <a:moveTo>
                    <a:pt x="3170237" y="4583430"/>
                  </a:moveTo>
                  <a:lnTo>
                    <a:pt x="3141662" y="4583430"/>
                  </a:lnTo>
                  <a:lnTo>
                    <a:pt x="3141662" y="4554855"/>
                  </a:lnTo>
                  <a:lnTo>
                    <a:pt x="3170237" y="4554855"/>
                  </a:lnTo>
                  <a:lnTo>
                    <a:pt x="3170237" y="4583430"/>
                  </a:lnTo>
                  <a:close/>
                </a:path>
                <a:path w="5109845" h="4583430">
                  <a:moveTo>
                    <a:pt x="3113087" y="4583430"/>
                  </a:moveTo>
                  <a:lnTo>
                    <a:pt x="3084512" y="4583430"/>
                  </a:lnTo>
                  <a:lnTo>
                    <a:pt x="3084512" y="4554855"/>
                  </a:lnTo>
                  <a:lnTo>
                    <a:pt x="3113087" y="4554855"/>
                  </a:lnTo>
                  <a:lnTo>
                    <a:pt x="3113087" y="4583430"/>
                  </a:lnTo>
                  <a:close/>
                </a:path>
                <a:path w="5109845" h="4583430">
                  <a:moveTo>
                    <a:pt x="3055937" y="4583430"/>
                  </a:moveTo>
                  <a:lnTo>
                    <a:pt x="3027362" y="4583430"/>
                  </a:lnTo>
                  <a:lnTo>
                    <a:pt x="3027362" y="4554855"/>
                  </a:lnTo>
                  <a:lnTo>
                    <a:pt x="3055937" y="4554855"/>
                  </a:lnTo>
                  <a:lnTo>
                    <a:pt x="3055937" y="4583430"/>
                  </a:lnTo>
                  <a:close/>
                </a:path>
                <a:path w="5109845" h="4583430">
                  <a:moveTo>
                    <a:pt x="2998787" y="4583430"/>
                  </a:moveTo>
                  <a:lnTo>
                    <a:pt x="2970212" y="4583430"/>
                  </a:lnTo>
                  <a:lnTo>
                    <a:pt x="2970212" y="4554855"/>
                  </a:lnTo>
                  <a:lnTo>
                    <a:pt x="2998787" y="4554855"/>
                  </a:lnTo>
                  <a:lnTo>
                    <a:pt x="2998787" y="4583430"/>
                  </a:lnTo>
                  <a:close/>
                </a:path>
                <a:path w="5109845" h="4583430">
                  <a:moveTo>
                    <a:pt x="2941637" y="4583430"/>
                  </a:moveTo>
                  <a:lnTo>
                    <a:pt x="2913062" y="4583430"/>
                  </a:lnTo>
                  <a:lnTo>
                    <a:pt x="2913062" y="4554855"/>
                  </a:lnTo>
                  <a:lnTo>
                    <a:pt x="2941637" y="4554855"/>
                  </a:lnTo>
                  <a:lnTo>
                    <a:pt x="2941637" y="4583430"/>
                  </a:lnTo>
                  <a:close/>
                </a:path>
                <a:path w="5109845" h="4583430">
                  <a:moveTo>
                    <a:pt x="2884487" y="4583430"/>
                  </a:moveTo>
                  <a:lnTo>
                    <a:pt x="2855912" y="4583430"/>
                  </a:lnTo>
                  <a:lnTo>
                    <a:pt x="2855912" y="4554855"/>
                  </a:lnTo>
                  <a:lnTo>
                    <a:pt x="2884487" y="4554855"/>
                  </a:lnTo>
                  <a:lnTo>
                    <a:pt x="2884487" y="4583430"/>
                  </a:lnTo>
                  <a:close/>
                </a:path>
                <a:path w="5109845" h="4583430">
                  <a:moveTo>
                    <a:pt x="2827337" y="4583430"/>
                  </a:moveTo>
                  <a:lnTo>
                    <a:pt x="2798762" y="4583430"/>
                  </a:lnTo>
                  <a:lnTo>
                    <a:pt x="2798762" y="4554855"/>
                  </a:lnTo>
                  <a:lnTo>
                    <a:pt x="2827337" y="4554855"/>
                  </a:lnTo>
                  <a:lnTo>
                    <a:pt x="2827337" y="4583430"/>
                  </a:lnTo>
                  <a:close/>
                </a:path>
                <a:path w="5109845" h="4583430">
                  <a:moveTo>
                    <a:pt x="2770187" y="4583430"/>
                  </a:moveTo>
                  <a:lnTo>
                    <a:pt x="2741612" y="4583430"/>
                  </a:lnTo>
                  <a:lnTo>
                    <a:pt x="2741612" y="4554855"/>
                  </a:lnTo>
                  <a:lnTo>
                    <a:pt x="2770187" y="4554855"/>
                  </a:lnTo>
                  <a:lnTo>
                    <a:pt x="2770187" y="4583430"/>
                  </a:lnTo>
                  <a:close/>
                </a:path>
                <a:path w="5109845" h="4583430">
                  <a:moveTo>
                    <a:pt x="2713037" y="4583430"/>
                  </a:moveTo>
                  <a:lnTo>
                    <a:pt x="2684462" y="4583430"/>
                  </a:lnTo>
                  <a:lnTo>
                    <a:pt x="2684462" y="4554855"/>
                  </a:lnTo>
                  <a:lnTo>
                    <a:pt x="2713037" y="4554855"/>
                  </a:lnTo>
                  <a:lnTo>
                    <a:pt x="2713037" y="4583430"/>
                  </a:lnTo>
                  <a:close/>
                </a:path>
                <a:path w="5109845" h="4583430">
                  <a:moveTo>
                    <a:pt x="2655887" y="4583430"/>
                  </a:moveTo>
                  <a:lnTo>
                    <a:pt x="2627312" y="4583430"/>
                  </a:lnTo>
                  <a:lnTo>
                    <a:pt x="2627312" y="4554855"/>
                  </a:lnTo>
                  <a:lnTo>
                    <a:pt x="2655887" y="4554855"/>
                  </a:lnTo>
                  <a:lnTo>
                    <a:pt x="2655887" y="4583430"/>
                  </a:lnTo>
                  <a:close/>
                </a:path>
                <a:path w="5109845" h="4583430">
                  <a:moveTo>
                    <a:pt x="2598737" y="4583430"/>
                  </a:moveTo>
                  <a:lnTo>
                    <a:pt x="2570162" y="4583430"/>
                  </a:lnTo>
                  <a:lnTo>
                    <a:pt x="2570162" y="4554855"/>
                  </a:lnTo>
                  <a:lnTo>
                    <a:pt x="2598737" y="4554855"/>
                  </a:lnTo>
                  <a:lnTo>
                    <a:pt x="2598737" y="4583430"/>
                  </a:lnTo>
                  <a:close/>
                </a:path>
                <a:path w="5109845" h="4583430">
                  <a:moveTo>
                    <a:pt x="2541587" y="4583430"/>
                  </a:moveTo>
                  <a:lnTo>
                    <a:pt x="2513012" y="4583430"/>
                  </a:lnTo>
                  <a:lnTo>
                    <a:pt x="2513012" y="4554855"/>
                  </a:lnTo>
                  <a:lnTo>
                    <a:pt x="2541587" y="4554855"/>
                  </a:lnTo>
                  <a:lnTo>
                    <a:pt x="2541587" y="4583430"/>
                  </a:lnTo>
                  <a:close/>
                </a:path>
                <a:path w="5109845" h="4583430">
                  <a:moveTo>
                    <a:pt x="2484437" y="4583430"/>
                  </a:moveTo>
                  <a:lnTo>
                    <a:pt x="2455862" y="4583430"/>
                  </a:lnTo>
                  <a:lnTo>
                    <a:pt x="2455862" y="4554855"/>
                  </a:lnTo>
                  <a:lnTo>
                    <a:pt x="2484437" y="4554855"/>
                  </a:lnTo>
                  <a:lnTo>
                    <a:pt x="2484437" y="4583430"/>
                  </a:lnTo>
                  <a:close/>
                </a:path>
                <a:path w="5109845" h="4583430">
                  <a:moveTo>
                    <a:pt x="2427287" y="4583430"/>
                  </a:moveTo>
                  <a:lnTo>
                    <a:pt x="2398712" y="4583430"/>
                  </a:lnTo>
                  <a:lnTo>
                    <a:pt x="2398712" y="4554855"/>
                  </a:lnTo>
                  <a:lnTo>
                    <a:pt x="2427287" y="4554855"/>
                  </a:lnTo>
                  <a:lnTo>
                    <a:pt x="2427287" y="4583430"/>
                  </a:lnTo>
                  <a:close/>
                </a:path>
                <a:path w="5109845" h="4583430">
                  <a:moveTo>
                    <a:pt x="2370137" y="4583430"/>
                  </a:moveTo>
                  <a:lnTo>
                    <a:pt x="2341562" y="4583430"/>
                  </a:lnTo>
                  <a:lnTo>
                    <a:pt x="2341562" y="4554855"/>
                  </a:lnTo>
                  <a:lnTo>
                    <a:pt x="2370137" y="4554855"/>
                  </a:lnTo>
                  <a:lnTo>
                    <a:pt x="2370137" y="4583430"/>
                  </a:lnTo>
                  <a:close/>
                </a:path>
                <a:path w="5109845" h="4583430">
                  <a:moveTo>
                    <a:pt x="2312987" y="4583430"/>
                  </a:moveTo>
                  <a:lnTo>
                    <a:pt x="2284412" y="4583430"/>
                  </a:lnTo>
                  <a:lnTo>
                    <a:pt x="2284412" y="4554855"/>
                  </a:lnTo>
                  <a:lnTo>
                    <a:pt x="2312987" y="4554855"/>
                  </a:lnTo>
                  <a:lnTo>
                    <a:pt x="2312987" y="4583430"/>
                  </a:lnTo>
                  <a:close/>
                </a:path>
                <a:path w="5109845" h="4583430">
                  <a:moveTo>
                    <a:pt x="2255837" y="4583430"/>
                  </a:moveTo>
                  <a:lnTo>
                    <a:pt x="2227262" y="4583430"/>
                  </a:lnTo>
                  <a:lnTo>
                    <a:pt x="2227262" y="4554855"/>
                  </a:lnTo>
                  <a:lnTo>
                    <a:pt x="2255837" y="4554855"/>
                  </a:lnTo>
                  <a:lnTo>
                    <a:pt x="2255837" y="4583430"/>
                  </a:lnTo>
                  <a:close/>
                </a:path>
                <a:path w="5109845" h="4583430">
                  <a:moveTo>
                    <a:pt x="2198687" y="4583430"/>
                  </a:moveTo>
                  <a:lnTo>
                    <a:pt x="2170112" y="4583430"/>
                  </a:lnTo>
                  <a:lnTo>
                    <a:pt x="2170112" y="4554855"/>
                  </a:lnTo>
                  <a:lnTo>
                    <a:pt x="2198687" y="4554855"/>
                  </a:lnTo>
                  <a:lnTo>
                    <a:pt x="2198687" y="4583430"/>
                  </a:lnTo>
                  <a:close/>
                </a:path>
                <a:path w="5109845" h="4583430">
                  <a:moveTo>
                    <a:pt x="2141537" y="4583430"/>
                  </a:moveTo>
                  <a:lnTo>
                    <a:pt x="2112962" y="4583430"/>
                  </a:lnTo>
                  <a:lnTo>
                    <a:pt x="2112962" y="4554855"/>
                  </a:lnTo>
                  <a:lnTo>
                    <a:pt x="2141537" y="4554855"/>
                  </a:lnTo>
                  <a:lnTo>
                    <a:pt x="2141537" y="4583430"/>
                  </a:lnTo>
                  <a:close/>
                </a:path>
                <a:path w="5109845" h="4583430">
                  <a:moveTo>
                    <a:pt x="2084387" y="4583430"/>
                  </a:moveTo>
                  <a:lnTo>
                    <a:pt x="2055812" y="4583430"/>
                  </a:lnTo>
                  <a:lnTo>
                    <a:pt x="2055812" y="4554855"/>
                  </a:lnTo>
                  <a:lnTo>
                    <a:pt x="2084387" y="4554855"/>
                  </a:lnTo>
                  <a:lnTo>
                    <a:pt x="2084387" y="4583430"/>
                  </a:lnTo>
                  <a:close/>
                </a:path>
                <a:path w="5109845" h="4583430">
                  <a:moveTo>
                    <a:pt x="2027237" y="4583430"/>
                  </a:moveTo>
                  <a:lnTo>
                    <a:pt x="1998662" y="4583430"/>
                  </a:lnTo>
                  <a:lnTo>
                    <a:pt x="1998662" y="4554855"/>
                  </a:lnTo>
                  <a:lnTo>
                    <a:pt x="2027237" y="4554855"/>
                  </a:lnTo>
                  <a:lnTo>
                    <a:pt x="2027237" y="4583430"/>
                  </a:lnTo>
                  <a:close/>
                </a:path>
                <a:path w="5109845" h="4583430">
                  <a:moveTo>
                    <a:pt x="1970087" y="4583430"/>
                  </a:moveTo>
                  <a:lnTo>
                    <a:pt x="1941512" y="4583430"/>
                  </a:lnTo>
                  <a:lnTo>
                    <a:pt x="1941512" y="4554855"/>
                  </a:lnTo>
                  <a:lnTo>
                    <a:pt x="1970087" y="4554855"/>
                  </a:lnTo>
                  <a:lnTo>
                    <a:pt x="1970087" y="4583430"/>
                  </a:lnTo>
                  <a:close/>
                </a:path>
                <a:path w="5109845" h="4583430">
                  <a:moveTo>
                    <a:pt x="1912937" y="4583430"/>
                  </a:moveTo>
                  <a:lnTo>
                    <a:pt x="1884362" y="4583430"/>
                  </a:lnTo>
                  <a:lnTo>
                    <a:pt x="1884362" y="4554855"/>
                  </a:lnTo>
                  <a:lnTo>
                    <a:pt x="1912937" y="4554855"/>
                  </a:lnTo>
                  <a:lnTo>
                    <a:pt x="1912937" y="4583430"/>
                  </a:lnTo>
                  <a:close/>
                </a:path>
                <a:path w="5109845" h="4583430">
                  <a:moveTo>
                    <a:pt x="1855787" y="4583430"/>
                  </a:moveTo>
                  <a:lnTo>
                    <a:pt x="1827212" y="4583430"/>
                  </a:lnTo>
                  <a:lnTo>
                    <a:pt x="1827212" y="4554855"/>
                  </a:lnTo>
                  <a:lnTo>
                    <a:pt x="1855787" y="4554855"/>
                  </a:lnTo>
                  <a:lnTo>
                    <a:pt x="1855787" y="4583430"/>
                  </a:lnTo>
                  <a:close/>
                </a:path>
                <a:path w="5109845" h="4583430">
                  <a:moveTo>
                    <a:pt x="1798637" y="4583430"/>
                  </a:moveTo>
                  <a:lnTo>
                    <a:pt x="1770062" y="4583430"/>
                  </a:lnTo>
                  <a:lnTo>
                    <a:pt x="1770062" y="4554855"/>
                  </a:lnTo>
                  <a:lnTo>
                    <a:pt x="1798637" y="4554855"/>
                  </a:lnTo>
                  <a:lnTo>
                    <a:pt x="1798637" y="4583430"/>
                  </a:lnTo>
                  <a:close/>
                </a:path>
                <a:path w="5109845" h="4583430">
                  <a:moveTo>
                    <a:pt x="1741487" y="4583430"/>
                  </a:moveTo>
                  <a:lnTo>
                    <a:pt x="1712912" y="4583430"/>
                  </a:lnTo>
                  <a:lnTo>
                    <a:pt x="1712912" y="4554855"/>
                  </a:lnTo>
                  <a:lnTo>
                    <a:pt x="1741487" y="4554855"/>
                  </a:lnTo>
                  <a:lnTo>
                    <a:pt x="1741487" y="4583430"/>
                  </a:lnTo>
                  <a:close/>
                </a:path>
                <a:path w="5109845" h="4583430">
                  <a:moveTo>
                    <a:pt x="1684337" y="4583430"/>
                  </a:moveTo>
                  <a:lnTo>
                    <a:pt x="1655762" y="4583430"/>
                  </a:lnTo>
                  <a:lnTo>
                    <a:pt x="1655762" y="4554855"/>
                  </a:lnTo>
                  <a:lnTo>
                    <a:pt x="1684337" y="4554855"/>
                  </a:lnTo>
                  <a:lnTo>
                    <a:pt x="1684337" y="4583430"/>
                  </a:lnTo>
                  <a:close/>
                </a:path>
                <a:path w="5109845" h="4583430">
                  <a:moveTo>
                    <a:pt x="1627187" y="4583430"/>
                  </a:moveTo>
                  <a:lnTo>
                    <a:pt x="1598612" y="4583430"/>
                  </a:lnTo>
                  <a:lnTo>
                    <a:pt x="1598612" y="4554855"/>
                  </a:lnTo>
                  <a:lnTo>
                    <a:pt x="1627187" y="4554855"/>
                  </a:lnTo>
                  <a:lnTo>
                    <a:pt x="1627187" y="4583430"/>
                  </a:lnTo>
                  <a:close/>
                </a:path>
                <a:path w="5109845" h="4583430">
                  <a:moveTo>
                    <a:pt x="1570037" y="4583430"/>
                  </a:moveTo>
                  <a:lnTo>
                    <a:pt x="1541462" y="4583430"/>
                  </a:lnTo>
                  <a:lnTo>
                    <a:pt x="1541462" y="4554855"/>
                  </a:lnTo>
                  <a:lnTo>
                    <a:pt x="1570037" y="4554855"/>
                  </a:lnTo>
                  <a:lnTo>
                    <a:pt x="1570037" y="4583430"/>
                  </a:lnTo>
                  <a:close/>
                </a:path>
                <a:path w="5109845" h="4583430">
                  <a:moveTo>
                    <a:pt x="1512887" y="4583430"/>
                  </a:moveTo>
                  <a:lnTo>
                    <a:pt x="1484312" y="4583430"/>
                  </a:lnTo>
                  <a:lnTo>
                    <a:pt x="1484312" y="4554855"/>
                  </a:lnTo>
                  <a:lnTo>
                    <a:pt x="1512887" y="4554855"/>
                  </a:lnTo>
                  <a:lnTo>
                    <a:pt x="1512887" y="4583430"/>
                  </a:lnTo>
                  <a:close/>
                </a:path>
                <a:path w="5109845" h="4583430">
                  <a:moveTo>
                    <a:pt x="1455737" y="4583430"/>
                  </a:moveTo>
                  <a:lnTo>
                    <a:pt x="1427162" y="4583430"/>
                  </a:lnTo>
                  <a:lnTo>
                    <a:pt x="1427162" y="4554855"/>
                  </a:lnTo>
                  <a:lnTo>
                    <a:pt x="1455737" y="4554855"/>
                  </a:lnTo>
                  <a:lnTo>
                    <a:pt x="1455737" y="4583430"/>
                  </a:lnTo>
                  <a:close/>
                </a:path>
                <a:path w="5109845" h="4583430">
                  <a:moveTo>
                    <a:pt x="1398587" y="4583430"/>
                  </a:moveTo>
                  <a:lnTo>
                    <a:pt x="1370012" y="4583430"/>
                  </a:lnTo>
                  <a:lnTo>
                    <a:pt x="1370012" y="4554855"/>
                  </a:lnTo>
                  <a:lnTo>
                    <a:pt x="1398587" y="4554855"/>
                  </a:lnTo>
                  <a:lnTo>
                    <a:pt x="1398587" y="4583430"/>
                  </a:lnTo>
                  <a:close/>
                </a:path>
                <a:path w="5109845" h="4583430">
                  <a:moveTo>
                    <a:pt x="1341437" y="4583430"/>
                  </a:moveTo>
                  <a:lnTo>
                    <a:pt x="1312862" y="4583430"/>
                  </a:lnTo>
                  <a:lnTo>
                    <a:pt x="1312862" y="4554855"/>
                  </a:lnTo>
                  <a:lnTo>
                    <a:pt x="1341437" y="4554855"/>
                  </a:lnTo>
                  <a:lnTo>
                    <a:pt x="1341437" y="4583430"/>
                  </a:lnTo>
                  <a:close/>
                </a:path>
                <a:path w="5109845" h="4583430">
                  <a:moveTo>
                    <a:pt x="1284287" y="4583430"/>
                  </a:moveTo>
                  <a:lnTo>
                    <a:pt x="1255712" y="4583430"/>
                  </a:lnTo>
                  <a:lnTo>
                    <a:pt x="1255712" y="4554855"/>
                  </a:lnTo>
                  <a:lnTo>
                    <a:pt x="1284287" y="4554855"/>
                  </a:lnTo>
                  <a:lnTo>
                    <a:pt x="1284287" y="4583430"/>
                  </a:lnTo>
                  <a:close/>
                </a:path>
                <a:path w="5109845" h="4583430">
                  <a:moveTo>
                    <a:pt x="1227137" y="4583430"/>
                  </a:moveTo>
                  <a:lnTo>
                    <a:pt x="1198562" y="4583430"/>
                  </a:lnTo>
                  <a:lnTo>
                    <a:pt x="1198562" y="4554855"/>
                  </a:lnTo>
                  <a:lnTo>
                    <a:pt x="1227137" y="4554855"/>
                  </a:lnTo>
                  <a:lnTo>
                    <a:pt x="1227137" y="4583430"/>
                  </a:lnTo>
                  <a:close/>
                </a:path>
                <a:path w="5109845" h="4583430">
                  <a:moveTo>
                    <a:pt x="1169987" y="4583430"/>
                  </a:moveTo>
                  <a:lnTo>
                    <a:pt x="1141412" y="4583430"/>
                  </a:lnTo>
                  <a:lnTo>
                    <a:pt x="1141412" y="4554855"/>
                  </a:lnTo>
                  <a:lnTo>
                    <a:pt x="1169987" y="4554855"/>
                  </a:lnTo>
                  <a:lnTo>
                    <a:pt x="1169987" y="4583430"/>
                  </a:lnTo>
                  <a:close/>
                </a:path>
                <a:path w="5109845" h="4583430">
                  <a:moveTo>
                    <a:pt x="1112837" y="4583430"/>
                  </a:moveTo>
                  <a:lnTo>
                    <a:pt x="1084262" y="4583430"/>
                  </a:lnTo>
                  <a:lnTo>
                    <a:pt x="1084262" y="4554855"/>
                  </a:lnTo>
                  <a:lnTo>
                    <a:pt x="1112837" y="4554855"/>
                  </a:lnTo>
                  <a:lnTo>
                    <a:pt x="1112837" y="4583430"/>
                  </a:lnTo>
                  <a:close/>
                </a:path>
                <a:path w="5109845" h="4583430">
                  <a:moveTo>
                    <a:pt x="1055687" y="4583430"/>
                  </a:moveTo>
                  <a:lnTo>
                    <a:pt x="1027112" y="4583430"/>
                  </a:lnTo>
                  <a:lnTo>
                    <a:pt x="1027112" y="4554855"/>
                  </a:lnTo>
                  <a:lnTo>
                    <a:pt x="1055687" y="4554855"/>
                  </a:lnTo>
                  <a:lnTo>
                    <a:pt x="1055687" y="4583430"/>
                  </a:lnTo>
                  <a:close/>
                </a:path>
                <a:path w="5109845" h="4583430">
                  <a:moveTo>
                    <a:pt x="998537" y="4583430"/>
                  </a:moveTo>
                  <a:lnTo>
                    <a:pt x="969962" y="4583430"/>
                  </a:lnTo>
                  <a:lnTo>
                    <a:pt x="969962" y="4554855"/>
                  </a:lnTo>
                  <a:lnTo>
                    <a:pt x="998537" y="4554855"/>
                  </a:lnTo>
                  <a:lnTo>
                    <a:pt x="998537" y="4583430"/>
                  </a:lnTo>
                  <a:close/>
                </a:path>
                <a:path w="5109845" h="4583430">
                  <a:moveTo>
                    <a:pt x="941387" y="4583430"/>
                  </a:moveTo>
                  <a:lnTo>
                    <a:pt x="912812" y="4583430"/>
                  </a:lnTo>
                  <a:lnTo>
                    <a:pt x="912812" y="4554855"/>
                  </a:lnTo>
                  <a:lnTo>
                    <a:pt x="941387" y="4554855"/>
                  </a:lnTo>
                  <a:lnTo>
                    <a:pt x="941387" y="4583430"/>
                  </a:lnTo>
                  <a:close/>
                </a:path>
                <a:path w="5109845" h="4583430">
                  <a:moveTo>
                    <a:pt x="884237" y="4583430"/>
                  </a:moveTo>
                  <a:lnTo>
                    <a:pt x="855662" y="4583430"/>
                  </a:lnTo>
                  <a:lnTo>
                    <a:pt x="855662" y="4554855"/>
                  </a:lnTo>
                  <a:lnTo>
                    <a:pt x="884237" y="4554855"/>
                  </a:lnTo>
                  <a:lnTo>
                    <a:pt x="884237" y="4583430"/>
                  </a:lnTo>
                  <a:close/>
                </a:path>
                <a:path w="5109845" h="4583430">
                  <a:moveTo>
                    <a:pt x="827087" y="4583430"/>
                  </a:moveTo>
                  <a:lnTo>
                    <a:pt x="798512" y="4583430"/>
                  </a:lnTo>
                  <a:lnTo>
                    <a:pt x="798512" y="4554855"/>
                  </a:lnTo>
                  <a:lnTo>
                    <a:pt x="827087" y="4554855"/>
                  </a:lnTo>
                  <a:lnTo>
                    <a:pt x="827087" y="4583430"/>
                  </a:lnTo>
                  <a:close/>
                </a:path>
                <a:path w="5109845" h="4583430">
                  <a:moveTo>
                    <a:pt x="769937" y="4583430"/>
                  </a:moveTo>
                  <a:lnTo>
                    <a:pt x="741362" y="4583430"/>
                  </a:lnTo>
                  <a:lnTo>
                    <a:pt x="741362" y="4554855"/>
                  </a:lnTo>
                  <a:lnTo>
                    <a:pt x="769937" y="4554855"/>
                  </a:lnTo>
                  <a:lnTo>
                    <a:pt x="769937" y="4583430"/>
                  </a:lnTo>
                  <a:close/>
                </a:path>
                <a:path w="5109845" h="4583430">
                  <a:moveTo>
                    <a:pt x="712787" y="4583430"/>
                  </a:moveTo>
                  <a:lnTo>
                    <a:pt x="684212" y="4583430"/>
                  </a:lnTo>
                  <a:lnTo>
                    <a:pt x="684212" y="4554855"/>
                  </a:lnTo>
                  <a:lnTo>
                    <a:pt x="712787" y="4554855"/>
                  </a:lnTo>
                  <a:lnTo>
                    <a:pt x="712787" y="4583430"/>
                  </a:lnTo>
                  <a:close/>
                </a:path>
                <a:path w="5109845" h="4583430">
                  <a:moveTo>
                    <a:pt x="655637" y="4583430"/>
                  </a:moveTo>
                  <a:lnTo>
                    <a:pt x="627062" y="4583430"/>
                  </a:lnTo>
                  <a:lnTo>
                    <a:pt x="627062" y="4554855"/>
                  </a:lnTo>
                  <a:lnTo>
                    <a:pt x="655637" y="4554855"/>
                  </a:lnTo>
                  <a:lnTo>
                    <a:pt x="655637" y="4583430"/>
                  </a:lnTo>
                  <a:close/>
                </a:path>
                <a:path w="5109845" h="4583430">
                  <a:moveTo>
                    <a:pt x="598487" y="4583430"/>
                  </a:moveTo>
                  <a:lnTo>
                    <a:pt x="569912" y="4583430"/>
                  </a:lnTo>
                  <a:lnTo>
                    <a:pt x="569912" y="4554855"/>
                  </a:lnTo>
                  <a:lnTo>
                    <a:pt x="598487" y="4554855"/>
                  </a:lnTo>
                  <a:lnTo>
                    <a:pt x="598487" y="4583430"/>
                  </a:lnTo>
                  <a:close/>
                </a:path>
                <a:path w="5109845" h="4583430">
                  <a:moveTo>
                    <a:pt x="541337" y="4583430"/>
                  </a:moveTo>
                  <a:lnTo>
                    <a:pt x="512762" y="4583430"/>
                  </a:lnTo>
                  <a:lnTo>
                    <a:pt x="512762" y="4554855"/>
                  </a:lnTo>
                  <a:lnTo>
                    <a:pt x="541337" y="4554855"/>
                  </a:lnTo>
                  <a:lnTo>
                    <a:pt x="541337" y="4583430"/>
                  </a:lnTo>
                  <a:close/>
                </a:path>
                <a:path w="5109845" h="4583430">
                  <a:moveTo>
                    <a:pt x="484187" y="4583430"/>
                  </a:moveTo>
                  <a:lnTo>
                    <a:pt x="455612" y="4583430"/>
                  </a:lnTo>
                  <a:lnTo>
                    <a:pt x="455612" y="4554855"/>
                  </a:lnTo>
                  <a:lnTo>
                    <a:pt x="484187" y="4554855"/>
                  </a:lnTo>
                  <a:lnTo>
                    <a:pt x="484187" y="4583430"/>
                  </a:lnTo>
                  <a:close/>
                </a:path>
                <a:path w="5109845" h="4583430">
                  <a:moveTo>
                    <a:pt x="427037" y="4583430"/>
                  </a:moveTo>
                  <a:lnTo>
                    <a:pt x="398462" y="4583430"/>
                  </a:lnTo>
                  <a:lnTo>
                    <a:pt x="398462" y="4554855"/>
                  </a:lnTo>
                  <a:lnTo>
                    <a:pt x="427037" y="4554855"/>
                  </a:lnTo>
                  <a:lnTo>
                    <a:pt x="427037" y="4583430"/>
                  </a:lnTo>
                  <a:close/>
                </a:path>
                <a:path w="5109845" h="4583430">
                  <a:moveTo>
                    <a:pt x="369887" y="4583430"/>
                  </a:moveTo>
                  <a:lnTo>
                    <a:pt x="341312" y="4583430"/>
                  </a:lnTo>
                  <a:lnTo>
                    <a:pt x="341312" y="4554855"/>
                  </a:lnTo>
                  <a:lnTo>
                    <a:pt x="369887" y="4554855"/>
                  </a:lnTo>
                  <a:lnTo>
                    <a:pt x="369887" y="4583430"/>
                  </a:lnTo>
                  <a:close/>
                </a:path>
                <a:path w="5109845" h="4583430">
                  <a:moveTo>
                    <a:pt x="312737" y="4583430"/>
                  </a:moveTo>
                  <a:lnTo>
                    <a:pt x="284162" y="4583430"/>
                  </a:lnTo>
                  <a:lnTo>
                    <a:pt x="284162" y="4554855"/>
                  </a:lnTo>
                  <a:lnTo>
                    <a:pt x="312737" y="4554855"/>
                  </a:lnTo>
                  <a:lnTo>
                    <a:pt x="312737" y="4583430"/>
                  </a:lnTo>
                  <a:close/>
                </a:path>
                <a:path w="5109845" h="4583430">
                  <a:moveTo>
                    <a:pt x="255587" y="4583430"/>
                  </a:moveTo>
                  <a:lnTo>
                    <a:pt x="227012" y="4583430"/>
                  </a:lnTo>
                  <a:lnTo>
                    <a:pt x="227012" y="4554855"/>
                  </a:lnTo>
                  <a:lnTo>
                    <a:pt x="255587" y="4554855"/>
                  </a:lnTo>
                  <a:lnTo>
                    <a:pt x="255587" y="4583430"/>
                  </a:lnTo>
                  <a:close/>
                </a:path>
                <a:path w="5109845" h="4583430">
                  <a:moveTo>
                    <a:pt x="198437" y="4583430"/>
                  </a:moveTo>
                  <a:lnTo>
                    <a:pt x="169862" y="4583430"/>
                  </a:lnTo>
                  <a:lnTo>
                    <a:pt x="169862" y="4554855"/>
                  </a:lnTo>
                  <a:lnTo>
                    <a:pt x="198437" y="4554855"/>
                  </a:lnTo>
                  <a:lnTo>
                    <a:pt x="198437" y="4583430"/>
                  </a:lnTo>
                  <a:close/>
                </a:path>
                <a:path w="5109845" h="4583430">
                  <a:moveTo>
                    <a:pt x="141287" y="4583430"/>
                  </a:moveTo>
                  <a:lnTo>
                    <a:pt x="112712" y="4583430"/>
                  </a:lnTo>
                  <a:lnTo>
                    <a:pt x="112712" y="4554855"/>
                  </a:lnTo>
                  <a:lnTo>
                    <a:pt x="141287" y="4554855"/>
                  </a:lnTo>
                  <a:lnTo>
                    <a:pt x="141287" y="4583430"/>
                  </a:lnTo>
                  <a:close/>
                </a:path>
                <a:path w="5109845" h="4583430">
                  <a:moveTo>
                    <a:pt x="84137" y="4583430"/>
                  </a:moveTo>
                  <a:lnTo>
                    <a:pt x="55562" y="4583430"/>
                  </a:lnTo>
                  <a:lnTo>
                    <a:pt x="55562" y="4554855"/>
                  </a:lnTo>
                  <a:lnTo>
                    <a:pt x="84137" y="4554855"/>
                  </a:lnTo>
                  <a:lnTo>
                    <a:pt x="84137" y="4583430"/>
                  </a:lnTo>
                  <a:close/>
                </a:path>
              </a:pathLst>
            </a:custGeom>
            <a:solidFill>
              <a:srgbClr val="2069D2"/>
            </a:solidFill>
          </p:spPr>
          <p:txBody>
            <a:bodyPr wrap="square" lIns="0" tIns="0" rIns="0" bIns="0" rtlCol="0"/>
            <a:lstStyle/>
            <a:p>
              <a:endParaRPr/>
            </a:p>
          </p:txBody>
        </p:sp>
        <p:sp>
          <p:nvSpPr>
            <p:cNvPr id="8" name="object 8"/>
            <p:cNvSpPr/>
            <p:nvPr/>
          </p:nvSpPr>
          <p:spPr>
            <a:xfrm>
              <a:off x="228600" y="932688"/>
              <a:ext cx="11791315" cy="550545"/>
            </a:xfrm>
            <a:custGeom>
              <a:avLst/>
              <a:gdLst/>
              <a:ahLst/>
              <a:cxnLst/>
              <a:rect l="l" t="t" r="r" b="b"/>
              <a:pathLst>
                <a:path w="11791315" h="550544">
                  <a:moveTo>
                    <a:pt x="11791188" y="550163"/>
                  </a:moveTo>
                  <a:lnTo>
                    <a:pt x="0" y="550163"/>
                  </a:lnTo>
                  <a:lnTo>
                    <a:pt x="0" y="0"/>
                  </a:lnTo>
                  <a:lnTo>
                    <a:pt x="11791188" y="0"/>
                  </a:lnTo>
                  <a:lnTo>
                    <a:pt x="11791188" y="550163"/>
                  </a:lnTo>
                  <a:close/>
                </a:path>
              </a:pathLst>
            </a:custGeom>
            <a:solidFill>
              <a:srgbClr val="BED4F5"/>
            </a:solidFill>
          </p:spPr>
          <p:txBody>
            <a:bodyPr wrap="square" lIns="0" tIns="0" rIns="0" bIns="0" rtlCol="0"/>
            <a:lstStyle/>
            <a:p>
              <a:endParaRPr/>
            </a:p>
          </p:txBody>
        </p:sp>
      </p:grpSp>
      <p:sp>
        <p:nvSpPr>
          <p:cNvPr id="9" name="object 9"/>
          <p:cNvSpPr txBox="1">
            <a:spLocks noGrp="1"/>
          </p:cNvSpPr>
          <p:nvPr>
            <p:ph type="title"/>
          </p:nvPr>
        </p:nvSpPr>
        <p:spPr>
          <a:xfrm>
            <a:off x="77469" y="0"/>
            <a:ext cx="6767830" cy="634365"/>
          </a:xfrm>
          <a:prstGeom prst="rect">
            <a:avLst/>
          </a:prstGeom>
        </p:spPr>
        <p:txBody>
          <a:bodyPr vert="horz" wrap="square" lIns="0" tIns="12065" rIns="0" bIns="0" rtlCol="0">
            <a:spAutoFit/>
          </a:bodyPr>
          <a:lstStyle/>
          <a:p>
            <a:pPr marL="12700">
              <a:lnSpc>
                <a:spcPct val="100000"/>
              </a:lnSpc>
              <a:spcBef>
                <a:spcPts val="95"/>
              </a:spcBef>
              <a:tabLst>
                <a:tab pos="4606925" algn="l"/>
              </a:tabLst>
            </a:pPr>
            <a:r>
              <a:rPr sz="4000" spc="145" dirty="0">
                <a:solidFill>
                  <a:srgbClr val="000000"/>
                </a:solidFill>
              </a:rPr>
              <a:t>AI</a:t>
            </a:r>
            <a:r>
              <a:rPr sz="4000" spc="270" dirty="0">
                <a:solidFill>
                  <a:srgbClr val="000000"/>
                </a:solidFill>
              </a:rPr>
              <a:t>幻觉：五类七</a:t>
            </a:r>
            <a:r>
              <a:rPr sz="4000" spc="-50" dirty="0">
                <a:solidFill>
                  <a:srgbClr val="000000"/>
                </a:solidFill>
              </a:rPr>
              <a:t>特</a:t>
            </a:r>
            <a:r>
              <a:rPr sz="4000" dirty="0">
                <a:solidFill>
                  <a:srgbClr val="000000"/>
                </a:solidFill>
              </a:rPr>
              <a:t>	</a:t>
            </a:r>
            <a:r>
              <a:rPr sz="4000" spc="270" dirty="0">
                <a:solidFill>
                  <a:srgbClr val="000000"/>
                </a:solidFill>
              </a:rPr>
              <a:t>虚实迷</a:t>
            </a:r>
            <a:r>
              <a:rPr sz="4000" spc="-50" dirty="0">
                <a:solidFill>
                  <a:srgbClr val="000000"/>
                </a:solidFill>
              </a:rPr>
              <a:t>域</a:t>
            </a:r>
            <a:endParaRPr sz="4000"/>
          </a:p>
        </p:txBody>
      </p:sp>
      <p:sp>
        <p:nvSpPr>
          <p:cNvPr id="10" name="object 10"/>
          <p:cNvSpPr txBox="1"/>
          <p:nvPr/>
        </p:nvSpPr>
        <p:spPr>
          <a:xfrm>
            <a:off x="228600" y="932688"/>
            <a:ext cx="11791315" cy="550545"/>
          </a:xfrm>
          <a:prstGeom prst="rect">
            <a:avLst/>
          </a:prstGeom>
        </p:spPr>
        <p:txBody>
          <a:bodyPr vert="horz" wrap="square" lIns="0" tIns="52705" rIns="0" bIns="0" rtlCol="0">
            <a:spAutoFit/>
          </a:bodyPr>
          <a:lstStyle/>
          <a:p>
            <a:pPr algn="ctr">
              <a:lnSpc>
                <a:spcPct val="100000"/>
              </a:lnSpc>
              <a:spcBef>
                <a:spcPts val="415"/>
              </a:spcBef>
              <a:tabLst>
                <a:tab pos="6405245" algn="l"/>
              </a:tabLst>
            </a:pPr>
            <a:r>
              <a:rPr sz="2400" b="1" dirty="0">
                <a:latin typeface="Microsoft JhengHei"/>
                <a:cs typeface="Microsoft JhengHei"/>
              </a:rPr>
              <a:t>五“类</a:t>
            </a:r>
            <a:r>
              <a:rPr sz="2400" b="1" spc="-50" dirty="0">
                <a:latin typeface="Microsoft JhengHei"/>
                <a:cs typeface="Microsoft JhengHei"/>
              </a:rPr>
              <a:t>”</a:t>
            </a:r>
            <a:r>
              <a:rPr sz="2400" b="1" dirty="0">
                <a:latin typeface="Microsoft JhengHei"/>
                <a:cs typeface="Microsoft JhengHei"/>
              </a:rPr>
              <a:t>	七“特</a:t>
            </a:r>
            <a:r>
              <a:rPr sz="2400" b="1" spc="-50" dirty="0">
                <a:latin typeface="Microsoft JhengHei"/>
                <a:cs typeface="Microsoft JhengHei"/>
              </a:rPr>
              <a:t>”</a:t>
            </a:r>
            <a:endParaRPr sz="2400">
              <a:latin typeface="Microsoft JhengHei"/>
              <a:cs typeface="Microsoft JhengHei"/>
            </a:endParaRPr>
          </a:p>
        </p:txBody>
      </p:sp>
      <p:pic>
        <p:nvPicPr>
          <p:cNvPr id="11" name="object 11"/>
          <p:cNvPicPr/>
          <p:nvPr/>
        </p:nvPicPr>
        <p:blipFill>
          <a:blip r:embed="rId3" cstate="print"/>
          <a:stretch>
            <a:fillRect/>
          </a:stretch>
        </p:blipFill>
        <p:spPr>
          <a:xfrm>
            <a:off x="0" y="578294"/>
            <a:ext cx="1358747" cy="1360335"/>
          </a:xfrm>
          <a:prstGeom prst="rect">
            <a:avLst/>
          </a:prstGeom>
        </p:spPr>
      </p:pic>
      <p:pic>
        <p:nvPicPr>
          <p:cNvPr id="12" name="object 12"/>
          <p:cNvPicPr/>
          <p:nvPr/>
        </p:nvPicPr>
        <p:blipFill>
          <a:blip r:embed="rId4" cstate="print"/>
          <a:stretch>
            <a:fillRect/>
          </a:stretch>
        </p:blipFill>
        <p:spPr>
          <a:xfrm>
            <a:off x="5956693" y="601154"/>
            <a:ext cx="1470113" cy="1360335"/>
          </a:xfrm>
          <a:prstGeom prst="rect">
            <a:avLst/>
          </a:prstGeom>
        </p:spPr>
      </p:pic>
      <p:grpSp>
        <p:nvGrpSpPr>
          <p:cNvPr id="13" name="object 13"/>
          <p:cNvGrpSpPr/>
          <p:nvPr/>
        </p:nvGrpSpPr>
        <p:grpSpPr>
          <a:xfrm>
            <a:off x="310768" y="991730"/>
            <a:ext cx="6527165" cy="359410"/>
            <a:chOff x="310768" y="991730"/>
            <a:chExt cx="6527165" cy="359410"/>
          </a:xfrm>
        </p:grpSpPr>
        <p:pic>
          <p:nvPicPr>
            <p:cNvPr id="14" name="object 14"/>
            <p:cNvPicPr/>
            <p:nvPr/>
          </p:nvPicPr>
          <p:blipFill>
            <a:blip r:embed="rId5" cstate="print"/>
            <a:stretch>
              <a:fillRect/>
            </a:stretch>
          </p:blipFill>
          <p:spPr>
            <a:xfrm>
              <a:off x="310768" y="1010780"/>
              <a:ext cx="397421" cy="340182"/>
            </a:xfrm>
            <a:prstGeom prst="rect">
              <a:avLst/>
            </a:prstGeom>
          </p:spPr>
        </p:pic>
        <p:pic>
          <p:nvPicPr>
            <p:cNvPr id="15" name="object 15"/>
            <p:cNvPicPr/>
            <p:nvPr/>
          </p:nvPicPr>
          <p:blipFill>
            <a:blip r:embed="rId6" cstate="print"/>
            <a:stretch>
              <a:fillRect/>
            </a:stretch>
          </p:blipFill>
          <p:spPr>
            <a:xfrm>
              <a:off x="6378828" y="991730"/>
              <a:ext cx="458977" cy="340182"/>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900" y="0"/>
            <a:ext cx="10802620" cy="634365"/>
          </a:xfrm>
          <a:prstGeom prst="rect">
            <a:avLst/>
          </a:prstGeom>
        </p:spPr>
        <p:txBody>
          <a:bodyPr vert="horz" wrap="square" lIns="0" tIns="12065" rIns="0" bIns="0" rtlCol="0">
            <a:spAutoFit/>
          </a:bodyPr>
          <a:lstStyle/>
          <a:p>
            <a:pPr marL="12700">
              <a:lnSpc>
                <a:spcPct val="100000"/>
              </a:lnSpc>
              <a:spcBef>
                <a:spcPts val="95"/>
              </a:spcBef>
            </a:pPr>
            <a:r>
              <a:rPr sz="4000" spc="-25" dirty="0">
                <a:solidFill>
                  <a:srgbClr val="000000"/>
                </a:solidFill>
                <a:latin typeface="Arial"/>
                <a:cs typeface="Arial"/>
              </a:rPr>
              <a:t>AIGC</a:t>
            </a:r>
            <a:r>
              <a:rPr sz="4000" spc="-30" dirty="0">
                <a:solidFill>
                  <a:srgbClr val="000000"/>
                </a:solidFill>
              </a:rPr>
              <a:t>评测</a:t>
            </a:r>
            <a:r>
              <a:rPr sz="4000" spc="-35" dirty="0">
                <a:solidFill>
                  <a:srgbClr val="000000"/>
                </a:solidFill>
              </a:rPr>
              <a:t>：</a:t>
            </a:r>
            <a:r>
              <a:rPr sz="4000" spc="-35" dirty="0">
                <a:solidFill>
                  <a:srgbClr val="000000"/>
                </a:solidFill>
                <a:latin typeface="Arial"/>
                <a:cs typeface="Arial"/>
              </a:rPr>
              <a:t>2</a:t>
            </a:r>
            <a:r>
              <a:rPr sz="4000" spc="-30" dirty="0">
                <a:solidFill>
                  <a:srgbClr val="000000"/>
                </a:solidFill>
              </a:rPr>
              <a:t>个国家级项目</a:t>
            </a:r>
            <a:r>
              <a:rPr sz="4000" spc="-30" dirty="0">
                <a:solidFill>
                  <a:srgbClr val="000000"/>
                </a:solidFill>
                <a:latin typeface="Arial"/>
                <a:cs typeface="Arial"/>
              </a:rPr>
              <a:t>+1</a:t>
            </a:r>
            <a:r>
              <a:rPr sz="4000" spc="-30" dirty="0">
                <a:solidFill>
                  <a:srgbClr val="000000"/>
                </a:solidFill>
              </a:rPr>
              <a:t>套自动化测评系</a:t>
            </a:r>
            <a:r>
              <a:rPr sz="4000" spc="-50" dirty="0">
                <a:solidFill>
                  <a:srgbClr val="000000"/>
                </a:solidFill>
              </a:rPr>
              <a:t>统</a:t>
            </a:r>
            <a:endParaRPr sz="4000">
              <a:latin typeface="Arial"/>
              <a:cs typeface="Arial"/>
            </a:endParaRPr>
          </a:p>
        </p:txBody>
      </p:sp>
      <p:pic>
        <p:nvPicPr>
          <p:cNvPr id="3" name="object 3"/>
          <p:cNvPicPr/>
          <p:nvPr/>
        </p:nvPicPr>
        <p:blipFill>
          <a:blip r:embed="rId2" cstate="print"/>
          <a:stretch>
            <a:fillRect/>
          </a:stretch>
        </p:blipFill>
        <p:spPr>
          <a:xfrm>
            <a:off x="266700" y="1144363"/>
            <a:ext cx="4719828" cy="4619484"/>
          </a:xfrm>
          <a:prstGeom prst="rect">
            <a:avLst/>
          </a:prstGeom>
        </p:spPr>
      </p:pic>
      <p:sp>
        <p:nvSpPr>
          <p:cNvPr id="4" name="object 4"/>
          <p:cNvSpPr txBox="1"/>
          <p:nvPr/>
        </p:nvSpPr>
        <p:spPr>
          <a:xfrm>
            <a:off x="1846681" y="5793397"/>
            <a:ext cx="167322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共计</a:t>
            </a:r>
            <a:r>
              <a:rPr sz="1600" spc="-10" dirty="0">
                <a:latin typeface="Arial"/>
                <a:cs typeface="Arial"/>
              </a:rPr>
              <a:t>26</a:t>
            </a:r>
            <a:r>
              <a:rPr sz="1600" spc="-20" dirty="0">
                <a:latin typeface="宋体"/>
                <a:cs typeface="宋体"/>
              </a:rPr>
              <a:t>个细分指</a:t>
            </a:r>
            <a:r>
              <a:rPr sz="1600" spc="-60" dirty="0">
                <a:latin typeface="宋体"/>
                <a:cs typeface="宋体"/>
              </a:rPr>
              <a:t>标</a:t>
            </a:r>
            <a:endParaRPr sz="1600">
              <a:latin typeface="宋体"/>
              <a:cs typeface="宋体"/>
            </a:endParaRPr>
          </a:p>
        </p:txBody>
      </p:sp>
      <p:sp>
        <p:nvSpPr>
          <p:cNvPr id="5" name="object 5"/>
          <p:cNvSpPr txBox="1"/>
          <p:nvPr/>
        </p:nvSpPr>
        <p:spPr>
          <a:xfrm>
            <a:off x="5436234" y="946149"/>
            <a:ext cx="5963285" cy="1670050"/>
          </a:xfrm>
          <a:prstGeom prst="rect">
            <a:avLst/>
          </a:prstGeom>
        </p:spPr>
        <p:txBody>
          <a:bodyPr vert="horz" wrap="square" lIns="0" tIns="67310" rIns="0" bIns="0" rtlCol="0">
            <a:spAutoFit/>
          </a:bodyPr>
          <a:lstStyle/>
          <a:p>
            <a:pPr marL="12700">
              <a:lnSpc>
                <a:spcPct val="100000"/>
              </a:lnSpc>
              <a:spcBef>
                <a:spcPts val="530"/>
              </a:spcBef>
            </a:pPr>
            <a:r>
              <a:rPr sz="1800" b="1" spc="-10" dirty="0">
                <a:latin typeface="Microsoft JhengHei"/>
                <a:cs typeface="Microsoft JhengHei"/>
              </a:rPr>
              <a:t>两项国家级项目：</a:t>
            </a:r>
            <a:endParaRPr sz="1800">
              <a:latin typeface="Microsoft JhengHei"/>
              <a:cs typeface="Microsoft JhengHei"/>
            </a:endParaRPr>
          </a:p>
          <a:p>
            <a:pPr marL="298450" marR="40640" indent="-285750">
              <a:lnSpc>
                <a:spcPct val="119900"/>
              </a:lnSpc>
              <a:buFont typeface="Arial"/>
              <a:buChar char="•"/>
              <a:tabLst>
                <a:tab pos="297815" algn="l"/>
                <a:tab pos="298450" algn="l"/>
              </a:tabLst>
            </a:pPr>
            <a:r>
              <a:rPr sz="1800" b="1" dirty="0">
                <a:latin typeface="Microsoft JhengHei"/>
                <a:cs typeface="Microsoft JhengHei"/>
              </a:rPr>
              <a:t>2023</a:t>
            </a:r>
            <a:r>
              <a:rPr sz="1800" b="1" spc="-5" dirty="0">
                <a:latin typeface="Microsoft JhengHei"/>
                <a:cs typeface="Microsoft JhengHei"/>
              </a:rPr>
              <a:t>国家自然科学基金青年项目“面向人工智能生成内容的风险识别与治理策略研究”</a:t>
            </a:r>
            <a:endParaRPr sz="1800">
              <a:latin typeface="Microsoft JhengHei"/>
              <a:cs typeface="Microsoft JhengHei"/>
            </a:endParaRPr>
          </a:p>
          <a:p>
            <a:pPr marL="298450" marR="5080" indent="-285750">
              <a:lnSpc>
                <a:spcPct val="119900"/>
              </a:lnSpc>
              <a:buFont typeface="Arial"/>
              <a:buChar char="•"/>
              <a:tabLst>
                <a:tab pos="297815" algn="l"/>
                <a:tab pos="298450" algn="l"/>
              </a:tabLst>
            </a:pPr>
            <a:r>
              <a:rPr sz="1800" b="1" dirty="0">
                <a:latin typeface="Microsoft JhengHei"/>
                <a:cs typeface="Microsoft JhengHei"/>
              </a:rPr>
              <a:t>2023国家资助博士后研究人员计划B档“AIGC</a:t>
            </a:r>
            <a:r>
              <a:rPr sz="1800" b="1" spc="-15" dirty="0">
                <a:latin typeface="Microsoft JhengHei"/>
                <a:cs typeface="Microsoft JhengHei"/>
              </a:rPr>
              <a:t>意识形态</a:t>
            </a:r>
            <a:r>
              <a:rPr sz="1800" b="1" spc="-10" dirty="0">
                <a:latin typeface="Microsoft JhengHei"/>
                <a:cs typeface="Microsoft JhengHei"/>
              </a:rPr>
              <a:t>安全评估”</a:t>
            </a:r>
            <a:endParaRPr sz="1800">
              <a:latin typeface="Microsoft JhengHei"/>
              <a:cs typeface="Microsoft JhengHei"/>
            </a:endParaRPr>
          </a:p>
        </p:txBody>
      </p:sp>
      <p:pic>
        <p:nvPicPr>
          <p:cNvPr id="6" name="object 6"/>
          <p:cNvPicPr/>
          <p:nvPr/>
        </p:nvPicPr>
        <p:blipFill>
          <a:blip r:embed="rId3" cstate="print"/>
          <a:stretch>
            <a:fillRect/>
          </a:stretch>
        </p:blipFill>
        <p:spPr>
          <a:xfrm>
            <a:off x="5497067" y="2791967"/>
            <a:ext cx="5844540" cy="315010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920730" cy="634365"/>
          </a:xfrm>
          <a:prstGeom prst="rect">
            <a:avLst/>
          </a:prstGeom>
        </p:spPr>
        <p:txBody>
          <a:bodyPr vert="horz" wrap="square" lIns="0" tIns="12065" rIns="0" bIns="0" rtlCol="0">
            <a:spAutoFit/>
          </a:bodyPr>
          <a:lstStyle/>
          <a:p>
            <a:pPr marL="12700">
              <a:lnSpc>
                <a:spcPct val="100000"/>
              </a:lnSpc>
              <a:spcBef>
                <a:spcPts val="95"/>
              </a:spcBef>
            </a:pPr>
            <a:r>
              <a:rPr sz="4000" spc="270" dirty="0"/>
              <a:t>创新的火花：如何设计出独具匠心的提示语</a:t>
            </a:r>
            <a:r>
              <a:rPr sz="4000" spc="-50" dirty="0"/>
              <a:t>？</a:t>
            </a:r>
            <a:endParaRPr sz="4000"/>
          </a:p>
        </p:txBody>
      </p:sp>
      <p:sp>
        <p:nvSpPr>
          <p:cNvPr id="3" name="object 3"/>
          <p:cNvSpPr txBox="1"/>
          <p:nvPr/>
        </p:nvSpPr>
        <p:spPr>
          <a:xfrm>
            <a:off x="626109" y="1101724"/>
            <a:ext cx="9424035" cy="331470"/>
          </a:xfrm>
          <a:prstGeom prst="rect">
            <a:avLst/>
          </a:prstGeom>
        </p:spPr>
        <p:txBody>
          <a:bodyPr vert="horz" wrap="square" lIns="0" tIns="13335" rIns="0" bIns="0" rtlCol="0">
            <a:spAutoFit/>
          </a:bodyPr>
          <a:lstStyle/>
          <a:p>
            <a:pPr marL="12700">
              <a:lnSpc>
                <a:spcPct val="100000"/>
              </a:lnSpc>
              <a:spcBef>
                <a:spcPts val="105"/>
              </a:spcBef>
              <a:tabLst>
                <a:tab pos="5845810" algn="l"/>
              </a:tabLst>
            </a:pPr>
            <a:r>
              <a:rPr sz="2000" b="1" dirty="0">
                <a:latin typeface="Microsoft JhengHei"/>
                <a:cs typeface="Microsoft JhengHei"/>
              </a:rPr>
              <a:t>抽象</a:t>
            </a:r>
            <a:r>
              <a:rPr sz="2000" b="1" spc="-10" dirty="0">
                <a:latin typeface="Arial"/>
                <a:cs typeface="Arial"/>
              </a:rPr>
              <a:t>—</a:t>
            </a:r>
            <a:r>
              <a:rPr sz="2000" b="1" dirty="0">
                <a:latin typeface="Microsoft JhengHei"/>
                <a:cs typeface="Microsoft JhengHei"/>
              </a:rPr>
              <a:t>具体循环法：在不同抽象层次间灵活切</a:t>
            </a:r>
            <a:r>
              <a:rPr sz="2000" b="1" spc="-50" dirty="0">
                <a:latin typeface="Microsoft JhengHei"/>
                <a:cs typeface="Microsoft JhengHei"/>
              </a:rPr>
              <a:t>换</a:t>
            </a:r>
            <a:r>
              <a:rPr sz="2000" b="1" dirty="0">
                <a:latin typeface="Microsoft JhengHei"/>
                <a:cs typeface="Microsoft JhengHei"/>
              </a:rPr>
              <a:t>	</a:t>
            </a:r>
            <a:r>
              <a:rPr sz="3000" b="1" baseline="2777" dirty="0">
                <a:latin typeface="Microsoft JhengHei"/>
                <a:cs typeface="Microsoft JhengHei"/>
              </a:rPr>
              <a:t>矛盾思维法：利用对立促进创</a:t>
            </a:r>
            <a:r>
              <a:rPr sz="3000" b="1" spc="-75" baseline="2777" dirty="0">
                <a:latin typeface="Microsoft JhengHei"/>
                <a:cs typeface="Microsoft JhengHei"/>
              </a:rPr>
              <a:t>新</a:t>
            </a:r>
            <a:endParaRPr sz="3000" baseline="2777">
              <a:latin typeface="Microsoft JhengHei"/>
              <a:cs typeface="Microsoft JhengHei"/>
            </a:endParaRPr>
          </a:p>
        </p:txBody>
      </p:sp>
      <p:sp>
        <p:nvSpPr>
          <p:cNvPr id="4" name="object 4"/>
          <p:cNvSpPr txBox="1"/>
          <p:nvPr/>
        </p:nvSpPr>
        <p:spPr>
          <a:xfrm>
            <a:off x="6355079" y="4100195"/>
            <a:ext cx="5199380" cy="2233295"/>
          </a:xfrm>
          <a:prstGeom prst="rect">
            <a:avLst/>
          </a:prstGeom>
        </p:spPr>
        <p:txBody>
          <a:bodyPr vert="horz" wrap="square" lIns="0" tIns="13335" rIns="0" bIns="0" rtlCol="0">
            <a:spAutoFit/>
          </a:bodyPr>
          <a:lstStyle/>
          <a:p>
            <a:pPr marL="171450">
              <a:lnSpc>
                <a:spcPct val="100000"/>
              </a:lnSpc>
              <a:spcBef>
                <a:spcPts val="105"/>
              </a:spcBef>
            </a:pPr>
            <a:r>
              <a:rPr sz="2000" b="1" spc="-5" dirty="0">
                <a:latin typeface="Microsoft JhengHei"/>
                <a:cs typeface="Microsoft JhengHei"/>
              </a:rPr>
              <a:t>涌现思维模型：利用集体智慧的提示语设计</a:t>
            </a:r>
            <a:endParaRPr sz="2000">
              <a:latin typeface="Microsoft JhengHei"/>
              <a:cs typeface="Microsoft JhengHei"/>
            </a:endParaRPr>
          </a:p>
          <a:p>
            <a:pPr marL="157480" marR="5080" indent="-157480">
              <a:lnSpc>
                <a:spcPct val="129900"/>
              </a:lnSpc>
              <a:spcBef>
                <a:spcPts val="955"/>
              </a:spcBef>
              <a:buFont typeface="Arial"/>
              <a:buChar char="▪"/>
              <a:tabLst>
                <a:tab pos="157480" algn="l"/>
              </a:tabLst>
            </a:pPr>
            <a:r>
              <a:rPr sz="1800" spc="-5" dirty="0">
                <a:latin typeface="宋体"/>
                <a:cs typeface="宋体"/>
              </a:rPr>
              <a:t>分解与重组：先将复杂问题分解为简单组件，再设</a:t>
            </a:r>
            <a:r>
              <a:rPr sz="1800" spc="-10" dirty="0">
                <a:latin typeface="宋体"/>
                <a:cs typeface="宋体"/>
              </a:rPr>
              <a:t>计其交互方式。</a:t>
            </a:r>
            <a:endParaRPr sz="1800">
              <a:latin typeface="宋体"/>
              <a:cs typeface="宋体"/>
            </a:endParaRPr>
          </a:p>
          <a:p>
            <a:pPr marL="157480" indent="-144780">
              <a:lnSpc>
                <a:spcPct val="100000"/>
              </a:lnSpc>
              <a:spcBef>
                <a:spcPts val="645"/>
              </a:spcBef>
              <a:buFont typeface="Arial"/>
              <a:buChar char="▪"/>
              <a:tabLst>
                <a:tab pos="157480" algn="l"/>
              </a:tabLst>
            </a:pPr>
            <a:r>
              <a:rPr sz="1800" spc="-5" dirty="0">
                <a:latin typeface="宋体"/>
                <a:cs typeface="宋体"/>
              </a:rPr>
              <a:t>互动规则设定：在提示语中定义组件互动规则。</a:t>
            </a:r>
            <a:endParaRPr sz="1800">
              <a:latin typeface="宋体"/>
              <a:cs typeface="宋体"/>
            </a:endParaRPr>
          </a:p>
          <a:p>
            <a:pPr marL="157480" marR="5080" indent="-157480">
              <a:lnSpc>
                <a:spcPct val="129900"/>
              </a:lnSpc>
              <a:buFont typeface="Arial"/>
              <a:buChar char="▪"/>
              <a:tabLst>
                <a:tab pos="157480" algn="l"/>
              </a:tabLst>
            </a:pPr>
            <a:r>
              <a:rPr sz="1800" spc="-5" dirty="0">
                <a:latin typeface="宋体"/>
                <a:cs typeface="宋体"/>
              </a:rPr>
              <a:t>整体行为观察：设计机制来观察和解释从互动中涌</a:t>
            </a:r>
            <a:r>
              <a:rPr sz="1800" spc="-10" dirty="0">
                <a:latin typeface="宋体"/>
                <a:cs typeface="宋体"/>
              </a:rPr>
              <a:t>现的整体行为。</a:t>
            </a:r>
            <a:endParaRPr sz="1800">
              <a:latin typeface="宋体"/>
              <a:cs typeface="宋体"/>
            </a:endParaRPr>
          </a:p>
        </p:txBody>
      </p:sp>
      <p:pic>
        <p:nvPicPr>
          <p:cNvPr id="5" name="object 5"/>
          <p:cNvPicPr/>
          <p:nvPr/>
        </p:nvPicPr>
        <p:blipFill>
          <a:blip r:embed="rId2" cstate="print"/>
          <a:stretch>
            <a:fillRect/>
          </a:stretch>
        </p:blipFill>
        <p:spPr>
          <a:xfrm>
            <a:off x="548640" y="1665732"/>
            <a:ext cx="1488948" cy="571500"/>
          </a:xfrm>
          <a:prstGeom prst="rect">
            <a:avLst/>
          </a:prstGeom>
        </p:spPr>
      </p:pic>
      <p:pic>
        <p:nvPicPr>
          <p:cNvPr id="6" name="object 6"/>
          <p:cNvPicPr/>
          <p:nvPr/>
        </p:nvPicPr>
        <p:blipFill>
          <a:blip r:embed="rId3" cstate="print"/>
          <a:stretch>
            <a:fillRect/>
          </a:stretch>
        </p:blipFill>
        <p:spPr>
          <a:xfrm>
            <a:off x="2439923" y="1671827"/>
            <a:ext cx="1488948" cy="569976"/>
          </a:xfrm>
          <a:prstGeom prst="rect">
            <a:avLst/>
          </a:prstGeom>
        </p:spPr>
      </p:pic>
      <p:pic>
        <p:nvPicPr>
          <p:cNvPr id="7" name="object 7"/>
          <p:cNvPicPr/>
          <p:nvPr/>
        </p:nvPicPr>
        <p:blipFill>
          <a:blip r:embed="rId4" cstate="print"/>
          <a:stretch>
            <a:fillRect/>
          </a:stretch>
        </p:blipFill>
        <p:spPr>
          <a:xfrm>
            <a:off x="4314444" y="1665732"/>
            <a:ext cx="1488947" cy="571500"/>
          </a:xfrm>
          <a:prstGeom prst="rect">
            <a:avLst/>
          </a:prstGeom>
        </p:spPr>
      </p:pic>
      <p:sp>
        <p:nvSpPr>
          <p:cNvPr id="8" name="object 8"/>
          <p:cNvSpPr txBox="1"/>
          <p:nvPr/>
        </p:nvSpPr>
        <p:spPr>
          <a:xfrm>
            <a:off x="654684" y="1777923"/>
            <a:ext cx="4874260" cy="966469"/>
          </a:xfrm>
          <a:prstGeom prst="rect">
            <a:avLst/>
          </a:prstGeom>
        </p:spPr>
        <p:txBody>
          <a:bodyPr vert="horz" wrap="square" lIns="0" tIns="12700" rIns="0" bIns="0" rtlCol="0">
            <a:spAutoFit/>
          </a:bodyPr>
          <a:lstStyle/>
          <a:p>
            <a:pPr marL="65405">
              <a:lnSpc>
                <a:spcPct val="100000"/>
              </a:lnSpc>
              <a:spcBef>
                <a:spcPts val="100"/>
              </a:spcBef>
              <a:tabLst>
                <a:tab pos="1957070" algn="l"/>
                <a:tab pos="3946525" algn="l"/>
              </a:tabLst>
            </a:pPr>
            <a:r>
              <a:rPr sz="2700" baseline="1543" dirty="0">
                <a:solidFill>
                  <a:srgbClr val="FFFFFF"/>
                </a:solidFill>
                <a:latin typeface="宋体"/>
                <a:cs typeface="宋体"/>
              </a:rPr>
              <a:t>抽象化问</a:t>
            </a:r>
            <a:r>
              <a:rPr sz="2700" spc="-75" baseline="1543" dirty="0">
                <a:solidFill>
                  <a:srgbClr val="FFFFFF"/>
                </a:solidFill>
                <a:latin typeface="宋体"/>
                <a:cs typeface="宋体"/>
              </a:rPr>
              <a:t>题</a:t>
            </a:r>
            <a:r>
              <a:rPr sz="2700" baseline="1543" dirty="0">
                <a:solidFill>
                  <a:srgbClr val="FFFFFF"/>
                </a:solidFill>
                <a:latin typeface="宋体"/>
                <a:cs typeface="宋体"/>
              </a:rPr>
              <a:t>	</a:t>
            </a:r>
            <a:r>
              <a:rPr sz="1800" dirty="0">
                <a:solidFill>
                  <a:srgbClr val="FFFFFF"/>
                </a:solidFill>
                <a:latin typeface="宋体"/>
                <a:cs typeface="宋体"/>
              </a:rPr>
              <a:t>具体化反</a:t>
            </a:r>
            <a:r>
              <a:rPr sz="1800" spc="-50" dirty="0">
                <a:solidFill>
                  <a:srgbClr val="FFFFFF"/>
                </a:solidFill>
                <a:latin typeface="宋体"/>
                <a:cs typeface="宋体"/>
              </a:rPr>
              <a:t>馈</a:t>
            </a:r>
            <a:r>
              <a:rPr sz="1800" dirty="0">
                <a:solidFill>
                  <a:srgbClr val="FFFFFF"/>
                </a:solidFill>
                <a:latin typeface="宋体"/>
                <a:cs typeface="宋体"/>
              </a:rPr>
              <a:t>	</a:t>
            </a:r>
            <a:r>
              <a:rPr sz="2700" baseline="1543" dirty="0">
                <a:solidFill>
                  <a:srgbClr val="FFFFFF"/>
                </a:solidFill>
                <a:latin typeface="宋体"/>
                <a:cs typeface="宋体"/>
              </a:rPr>
              <a:t>迭代优</a:t>
            </a:r>
            <a:r>
              <a:rPr sz="2700" spc="-75" baseline="1543" dirty="0">
                <a:solidFill>
                  <a:srgbClr val="FFFFFF"/>
                </a:solidFill>
                <a:latin typeface="宋体"/>
                <a:cs typeface="宋体"/>
              </a:rPr>
              <a:t>化</a:t>
            </a:r>
            <a:endParaRPr sz="2700" baseline="1543">
              <a:latin typeface="宋体"/>
              <a:cs typeface="宋体"/>
            </a:endParaRPr>
          </a:p>
          <a:p>
            <a:pPr>
              <a:lnSpc>
                <a:spcPct val="100000"/>
              </a:lnSpc>
              <a:spcBef>
                <a:spcPts val="25"/>
              </a:spcBef>
            </a:pPr>
            <a:endParaRPr sz="2200">
              <a:latin typeface="宋体"/>
              <a:cs typeface="宋体"/>
            </a:endParaRPr>
          </a:p>
          <a:p>
            <a:pPr marL="12700">
              <a:lnSpc>
                <a:spcPct val="100000"/>
              </a:lnSpc>
            </a:pPr>
            <a:r>
              <a:rPr sz="2000" b="1" spc="-5" dirty="0">
                <a:latin typeface="Microsoft JhengHei"/>
                <a:cs typeface="Microsoft JhengHei"/>
              </a:rPr>
              <a:t>运用类比与隐喻：增强创意表达</a:t>
            </a:r>
            <a:endParaRPr sz="2000">
              <a:latin typeface="Microsoft JhengHei"/>
              <a:cs typeface="Microsoft JhengHei"/>
            </a:endParaRPr>
          </a:p>
        </p:txBody>
      </p:sp>
      <p:sp>
        <p:nvSpPr>
          <p:cNvPr id="9" name="object 9"/>
          <p:cNvSpPr/>
          <p:nvPr/>
        </p:nvSpPr>
        <p:spPr>
          <a:xfrm>
            <a:off x="2100072" y="1886711"/>
            <a:ext cx="297180" cy="139065"/>
          </a:xfrm>
          <a:custGeom>
            <a:avLst/>
            <a:gdLst/>
            <a:ahLst/>
            <a:cxnLst/>
            <a:rect l="l" t="t" r="r" b="b"/>
            <a:pathLst>
              <a:path w="297180" h="139064">
                <a:moveTo>
                  <a:pt x="227075" y="138683"/>
                </a:moveTo>
                <a:lnTo>
                  <a:pt x="227075" y="103631"/>
                </a:lnTo>
                <a:lnTo>
                  <a:pt x="0" y="103631"/>
                </a:lnTo>
                <a:lnTo>
                  <a:pt x="0" y="35051"/>
                </a:lnTo>
                <a:lnTo>
                  <a:pt x="227075" y="35051"/>
                </a:lnTo>
                <a:lnTo>
                  <a:pt x="227075" y="0"/>
                </a:lnTo>
                <a:lnTo>
                  <a:pt x="297179" y="70104"/>
                </a:lnTo>
                <a:lnTo>
                  <a:pt x="227075" y="138683"/>
                </a:lnTo>
                <a:close/>
              </a:path>
            </a:pathLst>
          </a:custGeom>
          <a:solidFill>
            <a:srgbClr val="006FC0"/>
          </a:solidFill>
        </p:spPr>
        <p:txBody>
          <a:bodyPr wrap="square" lIns="0" tIns="0" rIns="0" bIns="0" rtlCol="0"/>
          <a:lstStyle/>
          <a:p>
            <a:endParaRPr/>
          </a:p>
        </p:txBody>
      </p:sp>
      <p:sp>
        <p:nvSpPr>
          <p:cNvPr id="10" name="object 10"/>
          <p:cNvSpPr/>
          <p:nvPr/>
        </p:nvSpPr>
        <p:spPr>
          <a:xfrm>
            <a:off x="3983735" y="1886711"/>
            <a:ext cx="295910" cy="139065"/>
          </a:xfrm>
          <a:custGeom>
            <a:avLst/>
            <a:gdLst/>
            <a:ahLst/>
            <a:cxnLst/>
            <a:rect l="l" t="t" r="r" b="b"/>
            <a:pathLst>
              <a:path w="295910" h="139064">
                <a:moveTo>
                  <a:pt x="227075" y="138683"/>
                </a:moveTo>
                <a:lnTo>
                  <a:pt x="227075" y="103631"/>
                </a:lnTo>
                <a:lnTo>
                  <a:pt x="0" y="103631"/>
                </a:lnTo>
                <a:lnTo>
                  <a:pt x="0" y="35051"/>
                </a:lnTo>
                <a:lnTo>
                  <a:pt x="227075" y="35051"/>
                </a:lnTo>
                <a:lnTo>
                  <a:pt x="227075" y="0"/>
                </a:lnTo>
                <a:lnTo>
                  <a:pt x="295655" y="70104"/>
                </a:lnTo>
                <a:lnTo>
                  <a:pt x="227075" y="138683"/>
                </a:lnTo>
                <a:close/>
              </a:path>
            </a:pathLst>
          </a:custGeom>
          <a:solidFill>
            <a:srgbClr val="006FC0"/>
          </a:solidFill>
        </p:spPr>
        <p:txBody>
          <a:bodyPr wrap="square" lIns="0" tIns="0" rIns="0" bIns="0" rtlCol="0"/>
          <a:lstStyle/>
          <a:p>
            <a:endParaRPr/>
          </a:p>
        </p:txBody>
      </p:sp>
      <p:pic>
        <p:nvPicPr>
          <p:cNvPr id="11" name="object 11"/>
          <p:cNvPicPr/>
          <p:nvPr/>
        </p:nvPicPr>
        <p:blipFill>
          <a:blip r:embed="rId5" cstate="print"/>
          <a:stretch>
            <a:fillRect/>
          </a:stretch>
        </p:blipFill>
        <p:spPr>
          <a:xfrm>
            <a:off x="999594" y="2868295"/>
            <a:ext cx="2989475" cy="1212214"/>
          </a:xfrm>
          <a:prstGeom prst="rect">
            <a:avLst/>
          </a:prstGeom>
        </p:spPr>
      </p:pic>
      <p:sp>
        <p:nvSpPr>
          <p:cNvPr id="12" name="object 12"/>
          <p:cNvSpPr txBox="1"/>
          <p:nvPr/>
        </p:nvSpPr>
        <p:spPr>
          <a:xfrm>
            <a:off x="1338338" y="2988703"/>
            <a:ext cx="23114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使用类比说明复杂概念</a:t>
            </a:r>
            <a:endParaRPr sz="1800">
              <a:latin typeface="宋体"/>
              <a:cs typeface="宋体"/>
            </a:endParaRPr>
          </a:p>
        </p:txBody>
      </p:sp>
      <p:sp>
        <p:nvSpPr>
          <p:cNvPr id="13" name="object 13"/>
          <p:cNvSpPr txBox="1"/>
          <p:nvPr/>
        </p:nvSpPr>
        <p:spPr>
          <a:xfrm>
            <a:off x="1224203" y="3607358"/>
            <a:ext cx="25400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隐喻增强语言的表达层次</a:t>
            </a:r>
            <a:endParaRPr sz="1800">
              <a:latin typeface="宋体"/>
              <a:cs typeface="宋体"/>
            </a:endParaRPr>
          </a:p>
        </p:txBody>
      </p:sp>
      <p:sp>
        <p:nvSpPr>
          <p:cNvPr id="14" name="object 14"/>
          <p:cNvSpPr/>
          <p:nvPr/>
        </p:nvSpPr>
        <p:spPr>
          <a:xfrm>
            <a:off x="999616" y="4144009"/>
            <a:ext cx="2989580" cy="589280"/>
          </a:xfrm>
          <a:custGeom>
            <a:avLst/>
            <a:gdLst/>
            <a:ahLst/>
            <a:cxnLst/>
            <a:rect l="l" t="t" r="r" b="b"/>
            <a:pathLst>
              <a:path w="2989579" h="589279">
                <a:moveTo>
                  <a:pt x="2895473" y="589279"/>
                </a:moveTo>
                <a:lnTo>
                  <a:pt x="93853" y="589279"/>
                </a:lnTo>
                <a:lnTo>
                  <a:pt x="73418" y="584200"/>
                </a:lnTo>
                <a:lnTo>
                  <a:pt x="37960" y="565150"/>
                </a:lnTo>
                <a:lnTo>
                  <a:pt x="34163" y="562610"/>
                </a:lnTo>
                <a:lnTo>
                  <a:pt x="15024" y="538479"/>
                </a:lnTo>
                <a:lnTo>
                  <a:pt x="12509" y="534670"/>
                </a:lnTo>
                <a:lnTo>
                  <a:pt x="10198" y="529589"/>
                </a:lnTo>
                <a:lnTo>
                  <a:pt x="8102" y="525779"/>
                </a:lnTo>
                <a:lnTo>
                  <a:pt x="6223" y="520700"/>
                </a:lnTo>
                <a:lnTo>
                  <a:pt x="0" y="490220"/>
                </a:lnTo>
                <a:lnTo>
                  <a:pt x="0" y="99060"/>
                </a:lnTo>
                <a:lnTo>
                  <a:pt x="6223" y="68579"/>
                </a:lnTo>
                <a:lnTo>
                  <a:pt x="8102" y="63500"/>
                </a:lnTo>
                <a:lnTo>
                  <a:pt x="10198" y="58420"/>
                </a:lnTo>
                <a:lnTo>
                  <a:pt x="12509" y="54610"/>
                </a:lnTo>
                <a:lnTo>
                  <a:pt x="15024" y="49529"/>
                </a:lnTo>
                <a:lnTo>
                  <a:pt x="17754" y="45720"/>
                </a:lnTo>
                <a:lnTo>
                  <a:pt x="20675" y="41910"/>
                </a:lnTo>
                <a:lnTo>
                  <a:pt x="23774" y="36829"/>
                </a:lnTo>
                <a:lnTo>
                  <a:pt x="27063" y="33020"/>
                </a:lnTo>
                <a:lnTo>
                  <a:pt x="30530" y="30479"/>
                </a:lnTo>
                <a:lnTo>
                  <a:pt x="34163" y="26670"/>
                </a:lnTo>
                <a:lnTo>
                  <a:pt x="37960" y="22860"/>
                </a:lnTo>
                <a:lnTo>
                  <a:pt x="41910" y="20320"/>
                </a:lnTo>
                <a:lnTo>
                  <a:pt x="46012" y="17779"/>
                </a:lnTo>
                <a:lnTo>
                  <a:pt x="50253" y="13970"/>
                </a:lnTo>
                <a:lnTo>
                  <a:pt x="54648" y="11429"/>
                </a:lnTo>
                <a:lnTo>
                  <a:pt x="59156" y="10160"/>
                </a:lnTo>
                <a:lnTo>
                  <a:pt x="63792" y="7620"/>
                </a:lnTo>
                <a:lnTo>
                  <a:pt x="68554" y="6350"/>
                </a:lnTo>
                <a:lnTo>
                  <a:pt x="73418" y="3810"/>
                </a:lnTo>
                <a:lnTo>
                  <a:pt x="88607" y="0"/>
                </a:lnTo>
                <a:lnTo>
                  <a:pt x="2900705" y="0"/>
                </a:lnTo>
                <a:lnTo>
                  <a:pt x="2915907" y="3810"/>
                </a:lnTo>
                <a:lnTo>
                  <a:pt x="2920771" y="6350"/>
                </a:lnTo>
                <a:lnTo>
                  <a:pt x="2925533" y="7620"/>
                </a:lnTo>
                <a:lnTo>
                  <a:pt x="2930169" y="10160"/>
                </a:lnTo>
                <a:lnTo>
                  <a:pt x="2934677" y="11429"/>
                </a:lnTo>
                <a:lnTo>
                  <a:pt x="2939072" y="13970"/>
                </a:lnTo>
                <a:lnTo>
                  <a:pt x="2943313" y="17779"/>
                </a:lnTo>
                <a:lnTo>
                  <a:pt x="2945364" y="19050"/>
                </a:lnTo>
                <a:lnTo>
                  <a:pt x="91732" y="19050"/>
                </a:lnTo>
                <a:lnTo>
                  <a:pt x="87045" y="20320"/>
                </a:lnTo>
                <a:lnTo>
                  <a:pt x="87503" y="20320"/>
                </a:lnTo>
                <a:lnTo>
                  <a:pt x="82905" y="21589"/>
                </a:lnTo>
                <a:lnTo>
                  <a:pt x="79298" y="21589"/>
                </a:lnTo>
                <a:lnTo>
                  <a:pt x="74879" y="24129"/>
                </a:lnTo>
                <a:lnTo>
                  <a:pt x="75323" y="24129"/>
                </a:lnTo>
                <a:lnTo>
                  <a:pt x="71005" y="25400"/>
                </a:lnTo>
                <a:lnTo>
                  <a:pt x="71437" y="25400"/>
                </a:lnTo>
                <a:lnTo>
                  <a:pt x="67221" y="26670"/>
                </a:lnTo>
                <a:lnTo>
                  <a:pt x="67640" y="26670"/>
                </a:lnTo>
                <a:lnTo>
                  <a:pt x="63538" y="29210"/>
                </a:lnTo>
                <a:lnTo>
                  <a:pt x="63944" y="29210"/>
                </a:lnTo>
                <a:lnTo>
                  <a:pt x="59956" y="30479"/>
                </a:lnTo>
                <a:lnTo>
                  <a:pt x="60350" y="30479"/>
                </a:lnTo>
                <a:lnTo>
                  <a:pt x="56489" y="33020"/>
                </a:lnTo>
                <a:lnTo>
                  <a:pt x="56870" y="33020"/>
                </a:lnTo>
                <a:lnTo>
                  <a:pt x="53136" y="35560"/>
                </a:lnTo>
                <a:lnTo>
                  <a:pt x="53505" y="35560"/>
                </a:lnTo>
                <a:lnTo>
                  <a:pt x="49911" y="38100"/>
                </a:lnTo>
                <a:lnTo>
                  <a:pt x="50253" y="38100"/>
                </a:lnTo>
                <a:lnTo>
                  <a:pt x="46799" y="40639"/>
                </a:lnTo>
                <a:lnTo>
                  <a:pt x="47142" y="40639"/>
                </a:lnTo>
                <a:lnTo>
                  <a:pt x="43840" y="43179"/>
                </a:lnTo>
                <a:lnTo>
                  <a:pt x="44157" y="43179"/>
                </a:lnTo>
                <a:lnTo>
                  <a:pt x="42058" y="45720"/>
                </a:lnTo>
                <a:lnTo>
                  <a:pt x="41313" y="45720"/>
                </a:lnTo>
                <a:lnTo>
                  <a:pt x="38328" y="49529"/>
                </a:lnTo>
                <a:lnTo>
                  <a:pt x="38608" y="49529"/>
                </a:lnTo>
                <a:lnTo>
                  <a:pt x="36728" y="52070"/>
                </a:lnTo>
                <a:lnTo>
                  <a:pt x="36068" y="52070"/>
                </a:lnTo>
                <a:lnTo>
                  <a:pt x="33413" y="55879"/>
                </a:lnTo>
                <a:lnTo>
                  <a:pt x="33667" y="55879"/>
                </a:lnTo>
                <a:lnTo>
                  <a:pt x="31191" y="59689"/>
                </a:lnTo>
                <a:lnTo>
                  <a:pt x="31432" y="59689"/>
                </a:lnTo>
                <a:lnTo>
                  <a:pt x="29133" y="63500"/>
                </a:lnTo>
                <a:lnTo>
                  <a:pt x="29362" y="63500"/>
                </a:lnTo>
                <a:lnTo>
                  <a:pt x="27254" y="67310"/>
                </a:lnTo>
                <a:lnTo>
                  <a:pt x="27457" y="67310"/>
                </a:lnTo>
                <a:lnTo>
                  <a:pt x="25552" y="71120"/>
                </a:lnTo>
                <a:lnTo>
                  <a:pt x="25730" y="71120"/>
                </a:lnTo>
                <a:lnTo>
                  <a:pt x="24028" y="74929"/>
                </a:lnTo>
                <a:lnTo>
                  <a:pt x="24193" y="74929"/>
                </a:lnTo>
                <a:lnTo>
                  <a:pt x="22694" y="78739"/>
                </a:lnTo>
                <a:lnTo>
                  <a:pt x="22834" y="78739"/>
                </a:lnTo>
                <a:lnTo>
                  <a:pt x="21551" y="82550"/>
                </a:lnTo>
                <a:lnTo>
                  <a:pt x="21678" y="82550"/>
                </a:lnTo>
                <a:lnTo>
                  <a:pt x="20878" y="86360"/>
                </a:lnTo>
                <a:lnTo>
                  <a:pt x="20713" y="86360"/>
                </a:lnTo>
                <a:lnTo>
                  <a:pt x="20085" y="90170"/>
                </a:lnTo>
                <a:lnTo>
                  <a:pt x="19939" y="90170"/>
                </a:lnTo>
                <a:lnTo>
                  <a:pt x="19342" y="95250"/>
                </a:lnTo>
                <a:lnTo>
                  <a:pt x="19116" y="99060"/>
                </a:lnTo>
                <a:lnTo>
                  <a:pt x="18954" y="485139"/>
                </a:lnTo>
                <a:lnTo>
                  <a:pt x="19024" y="488950"/>
                </a:lnTo>
                <a:lnTo>
                  <a:pt x="19392" y="494029"/>
                </a:lnTo>
                <a:lnTo>
                  <a:pt x="19939" y="497839"/>
                </a:lnTo>
                <a:lnTo>
                  <a:pt x="20713" y="501650"/>
                </a:lnTo>
                <a:lnTo>
                  <a:pt x="21678" y="506729"/>
                </a:lnTo>
                <a:lnTo>
                  <a:pt x="21872" y="506729"/>
                </a:lnTo>
                <a:lnTo>
                  <a:pt x="22834" y="510539"/>
                </a:lnTo>
                <a:lnTo>
                  <a:pt x="23069" y="510539"/>
                </a:lnTo>
                <a:lnTo>
                  <a:pt x="24193" y="514350"/>
                </a:lnTo>
                <a:lnTo>
                  <a:pt x="24028" y="514350"/>
                </a:lnTo>
                <a:lnTo>
                  <a:pt x="25730" y="518160"/>
                </a:lnTo>
                <a:lnTo>
                  <a:pt x="25552" y="518160"/>
                </a:lnTo>
                <a:lnTo>
                  <a:pt x="27457" y="521970"/>
                </a:lnTo>
                <a:lnTo>
                  <a:pt x="27254" y="521970"/>
                </a:lnTo>
                <a:lnTo>
                  <a:pt x="29362" y="525779"/>
                </a:lnTo>
                <a:lnTo>
                  <a:pt x="29133" y="525779"/>
                </a:lnTo>
                <a:lnTo>
                  <a:pt x="31432" y="529589"/>
                </a:lnTo>
                <a:lnTo>
                  <a:pt x="32016" y="529589"/>
                </a:lnTo>
                <a:lnTo>
                  <a:pt x="33667" y="532129"/>
                </a:lnTo>
                <a:lnTo>
                  <a:pt x="33413" y="532129"/>
                </a:lnTo>
                <a:lnTo>
                  <a:pt x="36068" y="535939"/>
                </a:lnTo>
                <a:lnTo>
                  <a:pt x="35788" y="535939"/>
                </a:lnTo>
                <a:lnTo>
                  <a:pt x="38608" y="539750"/>
                </a:lnTo>
                <a:lnTo>
                  <a:pt x="39323" y="539750"/>
                </a:lnTo>
                <a:lnTo>
                  <a:pt x="41313" y="542289"/>
                </a:lnTo>
                <a:lnTo>
                  <a:pt x="41008" y="542289"/>
                </a:lnTo>
                <a:lnTo>
                  <a:pt x="44157" y="544829"/>
                </a:lnTo>
                <a:lnTo>
                  <a:pt x="43840" y="544829"/>
                </a:lnTo>
                <a:lnTo>
                  <a:pt x="47142" y="548639"/>
                </a:lnTo>
                <a:lnTo>
                  <a:pt x="47950" y="548639"/>
                </a:lnTo>
                <a:lnTo>
                  <a:pt x="50253" y="551179"/>
                </a:lnTo>
                <a:lnTo>
                  <a:pt x="51109" y="551179"/>
                </a:lnTo>
                <a:lnTo>
                  <a:pt x="53505" y="553720"/>
                </a:lnTo>
                <a:lnTo>
                  <a:pt x="54381" y="553720"/>
                </a:lnTo>
                <a:lnTo>
                  <a:pt x="56870" y="556260"/>
                </a:lnTo>
                <a:lnTo>
                  <a:pt x="58420" y="556260"/>
                </a:lnTo>
                <a:lnTo>
                  <a:pt x="60350" y="557529"/>
                </a:lnTo>
                <a:lnTo>
                  <a:pt x="59956" y="557529"/>
                </a:lnTo>
                <a:lnTo>
                  <a:pt x="63944" y="560070"/>
                </a:lnTo>
                <a:lnTo>
                  <a:pt x="63538" y="560070"/>
                </a:lnTo>
                <a:lnTo>
                  <a:pt x="67640" y="561339"/>
                </a:lnTo>
                <a:lnTo>
                  <a:pt x="67221" y="561339"/>
                </a:lnTo>
                <a:lnTo>
                  <a:pt x="71437" y="563879"/>
                </a:lnTo>
                <a:lnTo>
                  <a:pt x="71005" y="563879"/>
                </a:lnTo>
                <a:lnTo>
                  <a:pt x="75323" y="565150"/>
                </a:lnTo>
                <a:lnTo>
                  <a:pt x="74879" y="565150"/>
                </a:lnTo>
                <a:lnTo>
                  <a:pt x="79298" y="566420"/>
                </a:lnTo>
                <a:lnTo>
                  <a:pt x="78854" y="566420"/>
                </a:lnTo>
                <a:lnTo>
                  <a:pt x="83362" y="567689"/>
                </a:lnTo>
                <a:lnTo>
                  <a:pt x="82905" y="567689"/>
                </a:lnTo>
                <a:lnTo>
                  <a:pt x="87503" y="568960"/>
                </a:lnTo>
                <a:lnTo>
                  <a:pt x="91249" y="568960"/>
                </a:lnTo>
                <a:lnTo>
                  <a:pt x="96012" y="570229"/>
                </a:lnTo>
                <a:lnTo>
                  <a:pt x="2945364" y="570229"/>
                </a:lnTo>
                <a:lnTo>
                  <a:pt x="2943313" y="571500"/>
                </a:lnTo>
                <a:lnTo>
                  <a:pt x="2915907" y="584200"/>
                </a:lnTo>
                <a:lnTo>
                  <a:pt x="2895473" y="589279"/>
                </a:lnTo>
                <a:close/>
              </a:path>
              <a:path w="2989579" h="589279">
                <a:moveTo>
                  <a:pt x="2948317" y="46989"/>
                </a:moveTo>
                <a:lnTo>
                  <a:pt x="2945168" y="43179"/>
                </a:lnTo>
                <a:lnTo>
                  <a:pt x="2945485" y="43179"/>
                </a:lnTo>
                <a:lnTo>
                  <a:pt x="2942183" y="40639"/>
                </a:lnTo>
                <a:lnTo>
                  <a:pt x="2942513" y="40639"/>
                </a:lnTo>
                <a:lnTo>
                  <a:pt x="2939072" y="38100"/>
                </a:lnTo>
                <a:lnTo>
                  <a:pt x="2939415" y="38100"/>
                </a:lnTo>
                <a:lnTo>
                  <a:pt x="2935820" y="35560"/>
                </a:lnTo>
                <a:lnTo>
                  <a:pt x="2936189" y="35560"/>
                </a:lnTo>
                <a:lnTo>
                  <a:pt x="2932455" y="33020"/>
                </a:lnTo>
                <a:lnTo>
                  <a:pt x="2932836" y="33020"/>
                </a:lnTo>
                <a:lnTo>
                  <a:pt x="2928975" y="30479"/>
                </a:lnTo>
                <a:lnTo>
                  <a:pt x="2929369" y="30479"/>
                </a:lnTo>
                <a:lnTo>
                  <a:pt x="2925381" y="29210"/>
                </a:lnTo>
                <a:lnTo>
                  <a:pt x="2925787" y="29210"/>
                </a:lnTo>
                <a:lnTo>
                  <a:pt x="2921685" y="26670"/>
                </a:lnTo>
                <a:lnTo>
                  <a:pt x="2922104" y="26670"/>
                </a:lnTo>
                <a:lnTo>
                  <a:pt x="2917888" y="25400"/>
                </a:lnTo>
                <a:lnTo>
                  <a:pt x="2918320" y="25400"/>
                </a:lnTo>
                <a:lnTo>
                  <a:pt x="2914002" y="24129"/>
                </a:lnTo>
                <a:lnTo>
                  <a:pt x="2914446" y="24129"/>
                </a:lnTo>
                <a:lnTo>
                  <a:pt x="2910027" y="21589"/>
                </a:lnTo>
                <a:lnTo>
                  <a:pt x="2906420" y="21589"/>
                </a:lnTo>
                <a:lnTo>
                  <a:pt x="2901810" y="20320"/>
                </a:lnTo>
                <a:lnTo>
                  <a:pt x="2902280" y="20320"/>
                </a:lnTo>
                <a:lnTo>
                  <a:pt x="2897593" y="19050"/>
                </a:lnTo>
                <a:lnTo>
                  <a:pt x="2945364" y="19050"/>
                </a:lnTo>
                <a:lnTo>
                  <a:pt x="2947416" y="20320"/>
                </a:lnTo>
                <a:lnTo>
                  <a:pt x="2951365" y="22860"/>
                </a:lnTo>
                <a:lnTo>
                  <a:pt x="2955163" y="26670"/>
                </a:lnTo>
                <a:lnTo>
                  <a:pt x="2958795" y="30479"/>
                </a:lnTo>
                <a:lnTo>
                  <a:pt x="2962262" y="33020"/>
                </a:lnTo>
                <a:lnTo>
                  <a:pt x="2965551" y="36829"/>
                </a:lnTo>
                <a:lnTo>
                  <a:pt x="2968650" y="41910"/>
                </a:lnTo>
                <a:lnTo>
                  <a:pt x="2971571" y="45720"/>
                </a:lnTo>
                <a:lnTo>
                  <a:pt x="2948012" y="45720"/>
                </a:lnTo>
                <a:lnTo>
                  <a:pt x="2948317" y="46989"/>
                </a:lnTo>
                <a:close/>
              </a:path>
              <a:path w="2989579" h="589279">
                <a:moveTo>
                  <a:pt x="78854" y="22860"/>
                </a:moveTo>
                <a:lnTo>
                  <a:pt x="79298" y="21589"/>
                </a:lnTo>
                <a:lnTo>
                  <a:pt x="83362" y="21589"/>
                </a:lnTo>
                <a:lnTo>
                  <a:pt x="78854" y="22860"/>
                </a:lnTo>
                <a:close/>
              </a:path>
              <a:path w="2989579" h="589279">
                <a:moveTo>
                  <a:pt x="2910471" y="22860"/>
                </a:moveTo>
                <a:lnTo>
                  <a:pt x="2905963" y="21589"/>
                </a:lnTo>
                <a:lnTo>
                  <a:pt x="2910027" y="21589"/>
                </a:lnTo>
                <a:lnTo>
                  <a:pt x="2910471" y="22860"/>
                </a:lnTo>
                <a:close/>
              </a:path>
              <a:path w="2989579" h="589279">
                <a:moveTo>
                  <a:pt x="41008" y="46989"/>
                </a:moveTo>
                <a:lnTo>
                  <a:pt x="41313" y="45720"/>
                </a:lnTo>
                <a:lnTo>
                  <a:pt x="42058" y="45720"/>
                </a:lnTo>
                <a:lnTo>
                  <a:pt x="41008" y="46989"/>
                </a:lnTo>
                <a:close/>
              </a:path>
              <a:path w="2989579" h="589279">
                <a:moveTo>
                  <a:pt x="2953537" y="53339"/>
                </a:moveTo>
                <a:lnTo>
                  <a:pt x="2950718" y="49529"/>
                </a:lnTo>
                <a:lnTo>
                  <a:pt x="2950997" y="49529"/>
                </a:lnTo>
                <a:lnTo>
                  <a:pt x="2948012" y="45720"/>
                </a:lnTo>
                <a:lnTo>
                  <a:pt x="2971571" y="45720"/>
                </a:lnTo>
                <a:lnTo>
                  <a:pt x="2974301" y="49529"/>
                </a:lnTo>
                <a:lnTo>
                  <a:pt x="2975559" y="52070"/>
                </a:lnTo>
                <a:lnTo>
                  <a:pt x="2953258" y="52070"/>
                </a:lnTo>
                <a:lnTo>
                  <a:pt x="2953537" y="53339"/>
                </a:lnTo>
                <a:close/>
              </a:path>
              <a:path w="2989579" h="589279">
                <a:moveTo>
                  <a:pt x="35788" y="53339"/>
                </a:moveTo>
                <a:lnTo>
                  <a:pt x="36068" y="52070"/>
                </a:lnTo>
                <a:lnTo>
                  <a:pt x="36728" y="52070"/>
                </a:lnTo>
                <a:lnTo>
                  <a:pt x="35788" y="53339"/>
                </a:lnTo>
                <a:close/>
              </a:path>
              <a:path w="2989579" h="589279">
                <a:moveTo>
                  <a:pt x="2968713" y="87629"/>
                </a:moveTo>
                <a:lnTo>
                  <a:pt x="2967647" y="82550"/>
                </a:lnTo>
                <a:lnTo>
                  <a:pt x="2966491" y="78739"/>
                </a:lnTo>
                <a:lnTo>
                  <a:pt x="2966631" y="78739"/>
                </a:lnTo>
                <a:lnTo>
                  <a:pt x="2965132" y="74929"/>
                </a:lnTo>
                <a:lnTo>
                  <a:pt x="2965297" y="74929"/>
                </a:lnTo>
                <a:lnTo>
                  <a:pt x="2963595" y="71120"/>
                </a:lnTo>
                <a:lnTo>
                  <a:pt x="2963773" y="71120"/>
                </a:lnTo>
                <a:lnTo>
                  <a:pt x="2961868" y="67310"/>
                </a:lnTo>
                <a:lnTo>
                  <a:pt x="2962071" y="67310"/>
                </a:lnTo>
                <a:lnTo>
                  <a:pt x="2959963" y="63500"/>
                </a:lnTo>
                <a:lnTo>
                  <a:pt x="2960192" y="63500"/>
                </a:lnTo>
                <a:lnTo>
                  <a:pt x="2957893" y="59689"/>
                </a:lnTo>
                <a:lnTo>
                  <a:pt x="2958134" y="59689"/>
                </a:lnTo>
                <a:lnTo>
                  <a:pt x="2955658" y="55879"/>
                </a:lnTo>
                <a:lnTo>
                  <a:pt x="2955912" y="55879"/>
                </a:lnTo>
                <a:lnTo>
                  <a:pt x="2953258" y="52070"/>
                </a:lnTo>
                <a:lnTo>
                  <a:pt x="2975559" y="52070"/>
                </a:lnTo>
                <a:lnTo>
                  <a:pt x="2976816" y="54610"/>
                </a:lnTo>
                <a:lnTo>
                  <a:pt x="2979127" y="58420"/>
                </a:lnTo>
                <a:lnTo>
                  <a:pt x="2981223" y="63500"/>
                </a:lnTo>
                <a:lnTo>
                  <a:pt x="2983103" y="68579"/>
                </a:lnTo>
                <a:lnTo>
                  <a:pt x="2984754" y="72389"/>
                </a:lnTo>
                <a:lnTo>
                  <a:pt x="2986163" y="77470"/>
                </a:lnTo>
                <a:lnTo>
                  <a:pt x="2987332" y="82550"/>
                </a:lnTo>
                <a:lnTo>
                  <a:pt x="2988017" y="86360"/>
                </a:lnTo>
                <a:lnTo>
                  <a:pt x="2968612" y="86360"/>
                </a:lnTo>
                <a:lnTo>
                  <a:pt x="2968713" y="87629"/>
                </a:lnTo>
                <a:close/>
              </a:path>
              <a:path w="2989579" h="589279">
                <a:moveTo>
                  <a:pt x="20612" y="87629"/>
                </a:moveTo>
                <a:lnTo>
                  <a:pt x="20713" y="86360"/>
                </a:lnTo>
                <a:lnTo>
                  <a:pt x="20878" y="86360"/>
                </a:lnTo>
                <a:lnTo>
                  <a:pt x="20612" y="87629"/>
                </a:lnTo>
                <a:close/>
              </a:path>
              <a:path w="2989579" h="589279">
                <a:moveTo>
                  <a:pt x="2969450" y="91439"/>
                </a:moveTo>
                <a:lnTo>
                  <a:pt x="2968612" y="86360"/>
                </a:lnTo>
                <a:lnTo>
                  <a:pt x="2988017" y="86360"/>
                </a:lnTo>
                <a:lnTo>
                  <a:pt x="2988246" y="87629"/>
                </a:lnTo>
                <a:lnTo>
                  <a:pt x="2988583" y="90170"/>
                </a:lnTo>
                <a:lnTo>
                  <a:pt x="2969387" y="90170"/>
                </a:lnTo>
                <a:lnTo>
                  <a:pt x="2969450" y="91439"/>
                </a:lnTo>
                <a:close/>
              </a:path>
              <a:path w="2989579" h="589279">
                <a:moveTo>
                  <a:pt x="19875" y="91439"/>
                </a:moveTo>
                <a:lnTo>
                  <a:pt x="19939" y="90170"/>
                </a:lnTo>
                <a:lnTo>
                  <a:pt x="20085" y="90170"/>
                </a:lnTo>
                <a:lnTo>
                  <a:pt x="19875" y="91439"/>
                </a:lnTo>
                <a:close/>
              </a:path>
              <a:path w="2989579" h="589279">
                <a:moveTo>
                  <a:pt x="2989453" y="485139"/>
                </a:moveTo>
                <a:lnTo>
                  <a:pt x="2970403" y="485139"/>
                </a:lnTo>
                <a:lnTo>
                  <a:pt x="2970307" y="100329"/>
                </a:lnTo>
                <a:lnTo>
                  <a:pt x="2970276" y="99060"/>
                </a:lnTo>
                <a:lnTo>
                  <a:pt x="2969933" y="95250"/>
                </a:lnTo>
                <a:lnTo>
                  <a:pt x="2969387" y="90170"/>
                </a:lnTo>
                <a:lnTo>
                  <a:pt x="2988583" y="90170"/>
                </a:lnTo>
                <a:lnTo>
                  <a:pt x="2988919" y="92710"/>
                </a:lnTo>
                <a:lnTo>
                  <a:pt x="2989326" y="99060"/>
                </a:lnTo>
                <a:lnTo>
                  <a:pt x="2989357" y="100329"/>
                </a:lnTo>
                <a:lnTo>
                  <a:pt x="2989453" y="485139"/>
                </a:lnTo>
                <a:close/>
              </a:path>
              <a:path w="2989579" h="589279">
                <a:moveTo>
                  <a:pt x="19024" y="100329"/>
                </a:moveTo>
                <a:lnTo>
                  <a:pt x="19050" y="99060"/>
                </a:lnTo>
                <a:lnTo>
                  <a:pt x="19024" y="100329"/>
                </a:lnTo>
                <a:close/>
              </a:path>
              <a:path w="2989579" h="589279">
                <a:moveTo>
                  <a:pt x="2970301" y="100329"/>
                </a:moveTo>
                <a:lnTo>
                  <a:pt x="2970209" y="99060"/>
                </a:lnTo>
                <a:lnTo>
                  <a:pt x="2970301" y="100329"/>
                </a:lnTo>
                <a:close/>
              </a:path>
              <a:path w="2989579" h="589279">
                <a:moveTo>
                  <a:pt x="18954" y="485139"/>
                </a:moveTo>
                <a:lnTo>
                  <a:pt x="18923" y="483870"/>
                </a:lnTo>
                <a:lnTo>
                  <a:pt x="18954" y="485139"/>
                </a:lnTo>
                <a:close/>
              </a:path>
              <a:path w="2989579" h="589279">
                <a:moveTo>
                  <a:pt x="2989021" y="494029"/>
                </a:moveTo>
                <a:lnTo>
                  <a:pt x="2969933" y="494029"/>
                </a:lnTo>
                <a:lnTo>
                  <a:pt x="2970301" y="488950"/>
                </a:lnTo>
                <a:lnTo>
                  <a:pt x="2970403" y="483870"/>
                </a:lnTo>
                <a:lnTo>
                  <a:pt x="2970403" y="485139"/>
                </a:lnTo>
                <a:lnTo>
                  <a:pt x="2989453" y="485139"/>
                </a:lnTo>
                <a:lnTo>
                  <a:pt x="2989326" y="490220"/>
                </a:lnTo>
                <a:lnTo>
                  <a:pt x="2989021" y="494029"/>
                </a:lnTo>
                <a:close/>
              </a:path>
              <a:path w="2989579" h="589279">
                <a:moveTo>
                  <a:pt x="19491" y="494029"/>
                </a:moveTo>
                <a:lnTo>
                  <a:pt x="19342" y="492760"/>
                </a:lnTo>
                <a:lnTo>
                  <a:pt x="19491" y="494029"/>
                </a:lnTo>
                <a:close/>
              </a:path>
              <a:path w="2989579" h="589279">
                <a:moveTo>
                  <a:pt x="2987040" y="506729"/>
                </a:moveTo>
                <a:lnTo>
                  <a:pt x="2967647" y="506729"/>
                </a:lnTo>
                <a:lnTo>
                  <a:pt x="2968713" y="501650"/>
                </a:lnTo>
                <a:lnTo>
                  <a:pt x="2969450" y="497839"/>
                </a:lnTo>
                <a:lnTo>
                  <a:pt x="2969983" y="492760"/>
                </a:lnTo>
                <a:lnTo>
                  <a:pt x="2969933" y="494029"/>
                </a:lnTo>
                <a:lnTo>
                  <a:pt x="2989021" y="494029"/>
                </a:lnTo>
                <a:lnTo>
                  <a:pt x="2988919" y="495300"/>
                </a:lnTo>
                <a:lnTo>
                  <a:pt x="2988246" y="500379"/>
                </a:lnTo>
                <a:lnTo>
                  <a:pt x="2987332" y="505460"/>
                </a:lnTo>
                <a:lnTo>
                  <a:pt x="2987040" y="506729"/>
                </a:lnTo>
                <a:close/>
              </a:path>
              <a:path w="2989579" h="589279">
                <a:moveTo>
                  <a:pt x="21872" y="506729"/>
                </a:moveTo>
                <a:lnTo>
                  <a:pt x="21678" y="506729"/>
                </a:lnTo>
                <a:lnTo>
                  <a:pt x="21551" y="505460"/>
                </a:lnTo>
                <a:lnTo>
                  <a:pt x="21872" y="506729"/>
                </a:lnTo>
                <a:close/>
              </a:path>
              <a:path w="2989579" h="589279">
                <a:moveTo>
                  <a:pt x="2986163" y="510539"/>
                </a:moveTo>
                <a:lnTo>
                  <a:pt x="2966491" y="510539"/>
                </a:lnTo>
                <a:lnTo>
                  <a:pt x="2967774" y="505460"/>
                </a:lnTo>
                <a:lnTo>
                  <a:pt x="2967647" y="506729"/>
                </a:lnTo>
                <a:lnTo>
                  <a:pt x="2987040" y="506729"/>
                </a:lnTo>
                <a:lnTo>
                  <a:pt x="2986163" y="510539"/>
                </a:lnTo>
                <a:close/>
              </a:path>
              <a:path w="2989579" h="589279">
                <a:moveTo>
                  <a:pt x="23069" y="510539"/>
                </a:moveTo>
                <a:lnTo>
                  <a:pt x="22834" y="510539"/>
                </a:lnTo>
                <a:lnTo>
                  <a:pt x="22694" y="509270"/>
                </a:lnTo>
                <a:lnTo>
                  <a:pt x="23069" y="510539"/>
                </a:lnTo>
                <a:close/>
              </a:path>
              <a:path w="2989579" h="589279">
                <a:moveTo>
                  <a:pt x="2979127" y="529589"/>
                </a:moveTo>
                <a:lnTo>
                  <a:pt x="2957893" y="529589"/>
                </a:lnTo>
                <a:lnTo>
                  <a:pt x="2960192" y="525779"/>
                </a:lnTo>
                <a:lnTo>
                  <a:pt x="2959963" y="525779"/>
                </a:lnTo>
                <a:lnTo>
                  <a:pt x="2962071" y="521970"/>
                </a:lnTo>
                <a:lnTo>
                  <a:pt x="2961868" y="521970"/>
                </a:lnTo>
                <a:lnTo>
                  <a:pt x="2963773" y="518160"/>
                </a:lnTo>
                <a:lnTo>
                  <a:pt x="2963595" y="518160"/>
                </a:lnTo>
                <a:lnTo>
                  <a:pt x="2965297" y="514350"/>
                </a:lnTo>
                <a:lnTo>
                  <a:pt x="2965132" y="514350"/>
                </a:lnTo>
                <a:lnTo>
                  <a:pt x="2966631" y="509270"/>
                </a:lnTo>
                <a:lnTo>
                  <a:pt x="2966491" y="510539"/>
                </a:lnTo>
                <a:lnTo>
                  <a:pt x="2986163" y="510539"/>
                </a:lnTo>
                <a:lnTo>
                  <a:pt x="2984754" y="515620"/>
                </a:lnTo>
                <a:lnTo>
                  <a:pt x="2983103" y="520700"/>
                </a:lnTo>
                <a:lnTo>
                  <a:pt x="2981223" y="525779"/>
                </a:lnTo>
                <a:lnTo>
                  <a:pt x="2979127" y="529589"/>
                </a:lnTo>
                <a:close/>
              </a:path>
              <a:path w="2989579" h="589279">
                <a:moveTo>
                  <a:pt x="32016" y="529589"/>
                </a:moveTo>
                <a:lnTo>
                  <a:pt x="31432" y="529589"/>
                </a:lnTo>
                <a:lnTo>
                  <a:pt x="31191" y="528320"/>
                </a:lnTo>
                <a:lnTo>
                  <a:pt x="32016" y="529589"/>
                </a:lnTo>
                <a:close/>
              </a:path>
              <a:path w="2989579" h="589279">
                <a:moveTo>
                  <a:pt x="2973619" y="539750"/>
                </a:moveTo>
                <a:lnTo>
                  <a:pt x="2950718" y="539750"/>
                </a:lnTo>
                <a:lnTo>
                  <a:pt x="2953537" y="535939"/>
                </a:lnTo>
                <a:lnTo>
                  <a:pt x="2953258" y="535939"/>
                </a:lnTo>
                <a:lnTo>
                  <a:pt x="2955912" y="532129"/>
                </a:lnTo>
                <a:lnTo>
                  <a:pt x="2955658" y="532129"/>
                </a:lnTo>
                <a:lnTo>
                  <a:pt x="2958134" y="528320"/>
                </a:lnTo>
                <a:lnTo>
                  <a:pt x="2957893" y="529589"/>
                </a:lnTo>
                <a:lnTo>
                  <a:pt x="2979127" y="529589"/>
                </a:lnTo>
                <a:lnTo>
                  <a:pt x="2976816" y="534670"/>
                </a:lnTo>
                <a:lnTo>
                  <a:pt x="2974301" y="538479"/>
                </a:lnTo>
                <a:lnTo>
                  <a:pt x="2973619" y="539750"/>
                </a:lnTo>
                <a:close/>
              </a:path>
              <a:path w="2989579" h="589279">
                <a:moveTo>
                  <a:pt x="39323" y="539750"/>
                </a:moveTo>
                <a:lnTo>
                  <a:pt x="38608" y="539750"/>
                </a:lnTo>
                <a:lnTo>
                  <a:pt x="38328" y="538479"/>
                </a:lnTo>
                <a:lnTo>
                  <a:pt x="39323" y="539750"/>
                </a:lnTo>
                <a:close/>
              </a:path>
              <a:path w="2989579" h="589279">
                <a:moveTo>
                  <a:pt x="2967617" y="548639"/>
                </a:moveTo>
                <a:lnTo>
                  <a:pt x="2942183" y="548639"/>
                </a:lnTo>
                <a:lnTo>
                  <a:pt x="2945485" y="544829"/>
                </a:lnTo>
                <a:lnTo>
                  <a:pt x="2945168" y="544829"/>
                </a:lnTo>
                <a:lnTo>
                  <a:pt x="2948317" y="542289"/>
                </a:lnTo>
                <a:lnTo>
                  <a:pt x="2948012" y="542289"/>
                </a:lnTo>
                <a:lnTo>
                  <a:pt x="2950997" y="538479"/>
                </a:lnTo>
                <a:lnTo>
                  <a:pt x="2950718" y="539750"/>
                </a:lnTo>
                <a:lnTo>
                  <a:pt x="2973619" y="539750"/>
                </a:lnTo>
                <a:lnTo>
                  <a:pt x="2971571" y="543560"/>
                </a:lnTo>
                <a:lnTo>
                  <a:pt x="2968650" y="547370"/>
                </a:lnTo>
                <a:lnTo>
                  <a:pt x="2967617" y="548639"/>
                </a:lnTo>
                <a:close/>
              </a:path>
              <a:path w="2989579" h="589279">
                <a:moveTo>
                  <a:pt x="47950" y="548639"/>
                </a:moveTo>
                <a:lnTo>
                  <a:pt x="47142" y="548639"/>
                </a:lnTo>
                <a:lnTo>
                  <a:pt x="46799" y="547370"/>
                </a:lnTo>
                <a:lnTo>
                  <a:pt x="47950" y="548639"/>
                </a:lnTo>
                <a:close/>
              </a:path>
              <a:path w="2989579" h="589279">
                <a:moveTo>
                  <a:pt x="2965551" y="551179"/>
                </a:moveTo>
                <a:lnTo>
                  <a:pt x="2939072" y="551179"/>
                </a:lnTo>
                <a:lnTo>
                  <a:pt x="2942513" y="547370"/>
                </a:lnTo>
                <a:lnTo>
                  <a:pt x="2942183" y="548639"/>
                </a:lnTo>
                <a:lnTo>
                  <a:pt x="2967617" y="548639"/>
                </a:lnTo>
                <a:lnTo>
                  <a:pt x="2965551" y="551179"/>
                </a:lnTo>
                <a:close/>
              </a:path>
              <a:path w="2989579" h="589279">
                <a:moveTo>
                  <a:pt x="51109" y="551179"/>
                </a:moveTo>
                <a:lnTo>
                  <a:pt x="50253" y="551179"/>
                </a:lnTo>
                <a:lnTo>
                  <a:pt x="49911" y="549910"/>
                </a:lnTo>
                <a:lnTo>
                  <a:pt x="51109" y="551179"/>
                </a:lnTo>
                <a:close/>
              </a:path>
              <a:path w="2989579" h="589279">
                <a:moveTo>
                  <a:pt x="2963358" y="553720"/>
                </a:moveTo>
                <a:lnTo>
                  <a:pt x="2935820" y="553720"/>
                </a:lnTo>
                <a:lnTo>
                  <a:pt x="2939415" y="549910"/>
                </a:lnTo>
                <a:lnTo>
                  <a:pt x="2939072" y="551179"/>
                </a:lnTo>
                <a:lnTo>
                  <a:pt x="2965551" y="551179"/>
                </a:lnTo>
                <a:lnTo>
                  <a:pt x="2963358" y="553720"/>
                </a:lnTo>
                <a:close/>
              </a:path>
              <a:path w="2989579" h="589279">
                <a:moveTo>
                  <a:pt x="54381" y="553720"/>
                </a:moveTo>
                <a:lnTo>
                  <a:pt x="53505" y="553720"/>
                </a:lnTo>
                <a:lnTo>
                  <a:pt x="53136" y="552450"/>
                </a:lnTo>
                <a:lnTo>
                  <a:pt x="54381" y="553720"/>
                </a:lnTo>
                <a:close/>
              </a:path>
              <a:path w="2989579" h="589279">
                <a:moveTo>
                  <a:pt x="2961106" y="556260"/>
                </a:moveTo>
                <a:lnTo>
                  <a:pt x="2932455" y="556260"/>
                </a:lnTo>
                <a:lnTo>
                  <a:pt x="2936189" y="552450"/>
                </a:lnTo>
                <a:lnTo>
                  <a:pt x="2935820" y="553720"/>
                </a:lnTo>
                <a:lnTo>
                  <a:pt x="2963358" y="553720"/>
                </a:lnTo>
                <a:lnTo>
                  <a:pt x="2962262" y="554989"/>
                </a:lnTo>
                <a:lnTo>
                  <a:pt x="2961106" y="556260"/>
                </a:lnTo>
                <a:close/>
              </a:path>
              <a:path w="2989579" h="589279">
                <a:moveTo>
                  <a:pt x="58420" y="556260"/>
                </a:moveTo>
                <a:lnTo>
                  <a:pt x="56870" y="556260"/>
                </a:lnTo>
                <a:lnTo>
                  <a:pt x="56489" y="554989"/>
                </a:lnTo>
                <a:lnTo>
                  <a:pt x="58420" y="556260"/>
                </a:lnTo>
                <a:close/>
              </a:path>
              <a:path w="2989579" h="589279">
                <a:moveTo>
                  <a:pt x="2945364" y="570229"/>
                </a:moveTo>
                <a:lnTo>
                  <a:pt x="2893314" y="570229"/>
                </a:lnTo>
                <a:lnTo>
                  <a:pt x="2898076" y="568960"/>
                </a:lnTo>
                <a:lnTo>
                  <a:pt x="2901810" y="568960"/>
                </a:lnTo>
                <a:lnTo>
                  <a:pt x="2906420" y="567689"/>
                </a:lnTo>
                <a:lnTo>
                  <a:pt x="2905963" y="567689"/>
                </a:lnTo>
                <a:lnTo>
                  <a:pt x="2910471" y="566420"/>
                </a:lnTo>
                <a:lnTo>
                  <a:pt x="2910027" y="566420"/>
                </a:lnTo>
                <a:lnTo>
                  <a:pt x="2914446" y="565150"/>
                </a:lnTo>
                <a:lnTo>
                  <a:pt x="2914002" y="565150"/>
                </a:lnTo>
                <a:lnTo>
                  <a:pt x="2918320" y="563879"/>
                </a:lnTo>
                <a:lnTo>
                  <a:pt x="2917888" y="563879"/>
                </a:lnTo>
                <a:lnTo>
                  <a:pt x="2922104" y="561339"/>
                </a:lnTo>
                <a:lnTo>
                  <a:pt x="2921685" y="561339"/>
                </a:lnTo>
                <a:lnTo>
                  <a:pt x="2925787" y="560070"/>
                </a:lnTo>
                <a:lnTo>
                  <a:pt x="2925381" y="560070"/>
                </a:lnTo>
                <a:lnTo>
                  <a:pt x="2929369" y="557529"/>
                </a:lnTo>
                <a:lnTo>
                  <a:pt x="2928975" y="557529"/>
                </a:lnTo>
                <a:lnTo>
                  <a:pt x="2932836" y="554989"/>
                </a:lnTo>
                <a:lnTo>
                  <a:pt x="2932455" y="556260"/>
                </a:lnTo>
                <a:lnTo>
                  <a:pt x="2961106" y="556260"/>
                </a:lnTo>
                <a:lnTo>
                  <a:pt x="2958795" y="558800"/>
                </a:lnTo>
                <a:lnTo>
                  <a:pt x="2955163" y="562610"/>
                </a:lnTo>
                <a:lnTo>
                  <a:pt x="2951365" y="565150"/>
                </a:lnTo>
                <a:lnTo>
                  <a:pt x="2947416" y="568960"/>
                </a:lnTo>
                <a:lnTo>
                  <a:pt x="2945364" y="570229"/>
                </a:lnTo>
                <a:close/>
              </a:path>
            </a:pathLst>
          </a:custGeom>
          <a:solidFill>
            <a:srgbClr val="5F95E6"/>
          </a:solidFill>
        </p:spPr>
        <p:txBody>
          <a:bodyPr wrap="square" lIns="0" tIns="0" rIns="0" bIns="0" rtlCol="0"/>
          <a:lstStyle/>
          <a:p>
            <a:endParaRPr/>
          </a:p>
        </p:txBody>
      </p:sp>
      <p:sp>
        <p:nvSpPr>
          <p:cNvPr id="15" name="object 15"/>
          <p:cNvSpPr txBox="1"/>
          <p:nvPr/>
        </p:nvSpPr>
        <p:spPr>
          <a:xfrm>
            <a:off x="1338503" y="4260138"/>
            <a:ext cx="23114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选择具备启发性的类比</a:t>
            </a:r>
            <a:endParaRPr sz="1800">
              <a:latin typeface="宋体"/>
              <a:cs typeface="宋体"/>
            </a:endParaRPr>
          </a:p>
        </p:txBody>
      </p:sp>
      <p:grpSp>
        <p:nvGrpSpPr>
          <p:cNvPr id="16" name="object 16"/>
          <p:cNvGrpSpPr/>
          <p:nvPr/>
        </p:nvGrpSpPr>
        <p:grpSpPr>
          <a:xfrm>
            <a:off x="586740" y="3075419"/>
            <a:ext cx="3776979" cy="1373505"/>
            <a:chOff x="586740" y="3075419"/>
            <a:chExt cx="3776979" cy="1373505"/>
          </a:xfrm>
        </p:grpSpPr>
        <p:sp>
          <p:nvSpPr>
            <p:cNvPr id="17" name="object 17"/>
            <p:cNvSpPr/>
            <p:nvPr/>
          </p:nvSpPr>
          <p:spPr>
            <a:xfrm>
              <a:off x="4024884" y="3372611"/>
              <a:ext cx="317500" cy="356870"/>
            </a:xfrm>
            <a:custGeom>
              <a:avLst/>
              <a:gdLst/>
              <a:ahLst/>
              <a:cxnLst/>
              <a:rect l="l" t="t" r="r" b="b"/>
              <a:pathLst>
                <a:path w="317500" h="356870">
                  <a:moveTo>
                    <a:pt x="70103" y="356615"/>
                  </a:moveTo>
                  <a:lnTo>
                    <a:pt x="0" y="286512"/>
                  </a:lnTo>
                  <a:lnTo>
                    <a:pt x="80771" y="208787"/>
                  </a:lnTo>
                  <a:lnTo>
                    <a:pt x="77724" y="245363"/>
                  </a:lnTo>
                  <a:lnTo>
                    <a:pt x="124800" y="234076"/>
                  </a:lnTo>
                  <a:lnTo>
                    <a:pt x="168507" y="216039"/>
                  </a:lnTo>
                  <a:lnTo>
                    <a:pt x="208076" y="191858"/>
                  </a:lnTo>
                  <a:lnTo>
                    <a:pt x="242739" y="162139"/>
                  </a:lnTo>
                  <a:lnTo>
                    <a:pt x="271730" y="127488"/>
                  </a:lnTo>
                  <a:lnTo>
                    <a:pt x="294281" y="88510"/>
                  </a:lnTo>
                  <a:lnTo>
                    <a:pt x="309624" y="45812"/>
                  </a:lnTo>
                  <a:lnTo>
                    <a:pt x="316991" y="0"/>
                  </a:lnTo>
                  <a:lnTo>
                    <a:pt x="312419" y="74675"/>
                  </a:lnTo>
                  <a:lnTo>
                    <a:pt x="304900" y="120276"/>
                  </a:lnTo>
                  <a:lnTo>
                    <a:pt x="289445" y="162823"/>
                  </a:lnTo>
                  <a:lnTo>
                    <a:pt x="266823" y="201711"/>
                  </a:lnTo>
                  <a:lnTo>
                    <a:pt x="237805" y="236334"/>
                  </a:lnTo>
                  <a:lnTo>
                    <a:pt x="203160" y="266084"/>
                  </a:lnTo>
                  <a:lnTo>
                    <a:pt x="163656" y="290356"/>
                  </a:lnTo>
                  <a:lnTo>
                    <a:pt x="120064" y="308543"/>
                  </a:lnTo>
                  <a:lnTo>
                    <a:pt x="73151" y="320039"/>
                  </a:lnTo>
                  <a:lnTo>
                    <a:pt x="70103" y="356615"/>
                  </a:lnTo>
                  <a:close/>
                </a:path>
              </a:pathLst>
            </a:custGeom>
            <a:solidFill>
              <a:srgbClr val="5F95E6"/>
            </a:solidFill>
          </p:spPr>
          <p:txBody>
            <a:bodyPr wrap="square" lIns="0" tIns="0" rIns="0" bIns="0" rtlCol="0"/>
            <a:lstStyle/>
            <a:p>
              <a:endParaRPr/>
            </a:p>
          </p:txBody>
        </p:sp>
        <p:pic>
          <p:nvPicPr>
            <p:cNvPr id="18" name="object 18"/>
            <p:cNvPicPr/>
            <p:nvPr/>
          </p:nvPicPr>
          <p:blipFill>
            <a:blip r:embed="rId6" cstate="print"/>
            <a:stretch>
              <a:fillRect/>
            </a:stretch>
          </p:blipFill>
          <p:spPr>
            <a:xfrm>
              <a:off x="4040124" y="3078479"/>
              <a:ext cx="323088" cy="333756"/>
            </a:xfrm>
            <a:prstGeom prst="rect">
              <a:avLst/>
            </a:prstGeom>
          </p:spPr>
        </p:pic>
        <p:pic>
          <p:nvPicPr>
            <p:cNvPr id="19" name="object 19"/>
            <p:cNvPicPr/>
            <p:nvPr/>
          </p:nvPicPr>
          <p:blipFill>
            <a:blip r:embed="rId7" cstate="print"/>
            <a:stretch>
              <a:fillRect/>
            </a:stretch>
          </p:blipFill>
          <p:spPr>
            <a:xfrm>
              <a:off x="4016184" y="3075419"/>
              <a:ext cx="333108" cy="668020"/>
            </a:xfrm>
            <a:prstGeom prst="rect">
              <a:avLst/>
            </a:prstGeom>
          </p:spPr>
        </p:pic>
        <p:sp>
          <p:nvSpPr>
            <p:cNvPr id="20" name="object 20"/>
            <p:cNvSpPr/>
            <p:nvPr/>
          </p:nvSpPr>
          <p:spPr>
            <a:xfrm>
              <a:off x="625759" y="4115168"/>
              <a:ext cx="374015" cy="320040"/>
            </a:xfrm>
            <a:custGeom>
              <a:avLst/>
              <a:gdLst/>
              <a:ahLst/>
              <a:cxnLst/>
              <a:rect l="l" t="t" r="r" b="b"/>
              <a:pathLst>
                <a:path w="374015" h="320039">
                  <a:moveTo>
                    <a:pt x="294736" y="319671"/>
                  </a:moveTo>
                  <a:lnTo>
                    <a:pt x="290164" y="275475"/>
                  </a:lnTo>
                  <a:lnTo>
                    <a:pt x="240265" y="268145"/>
                  </a:lnTo>
                  <a:lnTo>
                    <a:pt x="193309" y="255299"/>
                  </a:lnTo>
                  <a:lnTo>
                    <a:pt x="149940" y="237335"/>
                  </a:lnTo>
                  <a:lnTo>
                    <a:pt x="110803" y="214649"/>
                  </a:lnTo>
                  <a:lnTo>
                    <a:pt x="76542" y="187638"/>
                  </a:lnTo>
                  <a:lnTo>
                    <a:pt x="47801" y="156698"/>
                  </a:lnTo>
                  <a:lnTo>
                    <a:pt x="25226" y="122226"/>
                  </a:lnTo>
                  <a:lnTo>
                    <a:pt x="9461" y="84618"/>
                  </a:lnTo>
                  <a:lnTo>
                    <a:pt x="1150" y="44272"/>
                  </a:lnTo>
                  <a:lnTo>
                    <a:pt x="0" y="21978"/>
                  </a:lnTo>
                  <a:lnTo>
                    <a:pt x="313" y="10941"/>
                  </a:lnTo>
                  <a:lnTo>
                    <a:pt x="1201" y="0"/>
                  </a:lnTo>
                  <a:lnTo>
                    <a:pt x="20194" y="42096"/>
                  </a:lnTo>
                  <a:lnTo>
                    <a:pt x="47743" y="80084"/>
                  </a:lnTo>
                  <a:lnTo>
                    <a:pt x="82910" y="113399"/>
                  </a:lnTo>
                  <a:lnTo>
                    <a:pt x="124760" y="141474"/>
                  </a:lnTo>
                  <a:lnTo>
                    <a:pt x="172353" y="163744"/>
                  </a:lnTo>
                  <a:lnTo>
                    <a:pt x="224752" y="179644"/>
                  </a:lnTo>
                  <a:lnTo>
                    <a:pt x="281020" y="188607"/>
                  </a:lnTo>
                  <a:lnTo>
                    <a:pt x="276448" y="144411"/>
                  </a:lnTo>
                  <a:lnTo>
                    <a:pt x="373984" y="231279"/>
                  </a:lnTo>
                  <a:lnTo>
                    <a:pt x="294736" y="319671"/>
                  </a:lnTo>
                  <a:close/>
                </a:path>
              </a:pathLst>
            </a:custGeom>
            <a:solidFill>
              <a:srgbClr val="5F95E6"/>
            </a:solidFill>
          </p:spPr>
          <p:txBody>
            <a:bodyPr wrap="square" lIns="0" tIns="0" rIns="0" bIns="0" rtlCol="0"/>
            <a:lstStyle/>
            <a:p>
              <a:endParaRPr/>
            </a:p>
          </p:txBody>
        </p:sp>
        <p:pic>
          <p:nvPicPr>
            <p:cNvPr id="21" name="object 21"/>
            <p:cNvPicPr/>
            <p:nvPr/>
          </p:nvPicPr>
          <p:blipFill>
            <a:blip r:embed="rId8" cstate="print"/>
            <a:stretch>
              <a:fillRect/>
            </a:stretch>
          </p:blipFill>
          <p:spPr>
            <a:xfrm>
              <a:off x="586740" y="3764279"/>
              <a:ext cx="393191" cy="397763"/>
            </a:xfrm>
            <a:prstGeom prst="rect">
              <a:avLst/>
            </a:prstGeom>
          </p:spPr>
        </p:pic>
        <p:pic>
          <p:nvPicPr>
            <p:cNvPr id="22" name="object 22"/>
            <p:cNvPicPr/>
            <p:nvPr/>
          </p:nvPicPr>
          <p:blipFill>
            <a:blip r:embed="rId9" cstate="print"/>
            <a:stretch>
              <a:fillRect/>
            </a:stretch>
          </p:blipFill>
          <p:spPr>
            <a:xfrm>
              <a:off x="610273" y="3760381"/>
              <a:ext cx="398957" cy="688339"/>
            </a:xfrm>
            <a:prstGeom prst="rect">
              <a:avLst/>
            </a:prstGeom>
          </p:spPr>
        </p:pic>
      </p:grpSp>
      <p:sp>
        <p:nvSpPr>
          <p:cNvPr id="23" name="object 23"/>
          <p:cNvSpPr txBox="1"/>
          <p:nvPr/>
        </p:nvSpPr>
        <p:spPr>
          <a:xfrm>
            <a:off x="655319" y="4877435"/>
            <a:ext cx="4354195"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反向设计思维：从生成结果倒推提示语</a:t>
            </a:r>
            <a:endParaRPr sz="2000">
              <a:latin typeface="Microsoft JhengHei"/>
              <a:cs typeface="Microsoft JhengHei"/>
            </a:endParaRPr>
          </a:p>
        </p:txBody>
      </p:sp>
      <p:pic>
        <p:nvPicPr>
          <p:cNvPr id="24" name="object 24"/>
          <p:cNvPicPr/>
          <p:nvPr/>
        </p:nvPicPr>
        <p:blipFill>
          <a:blip r:embed="rId10" cstate="print"/>
          <a:stretch>
            <a:fillRect/>
          </a:stretch>
        </p:blipFill>
        <p:spPr>
          <a:xfrm>
            <a:off x="552945" y="5416381"/>
            <a:ext cx="1482086" cy="760779"/>
          </a:xfrm>
          <a:prstGeom prst="rect">
            <a:avLst/>
          </a:prstGeom>
        </p:spPr>
      </p:pic>
      <p:sp>
        <p:nvSpPr>
          <p:cNvPr id="25" name="object 25"/>
          <p:cNvSpPr txBox="1"/>
          <p:nvPr/>
        </p:nvSpPr>
        <p:spPr>
          <a:xfrm>
            <a:off x="707402" y="5478157"/>
            <a:ext cx="1168400" cy="574040"/>
          </a:xfrm>
          <a:prstGeom prst="rect">
            <a:avLst/>
          </a:prstGeom>
        </p:spPr>
        <p:txBody>
          <a:bodyPr vert="horz" wrap="square" lIns="0" tIns="12700" rIns="0" bIns="0" rtlCol="0">
            <a:spAutoFit/>
          </a:bodyPr>
          <a:lstStyle/>
          <a:p>
            <a:pPr marL="354965" marR="5080" indent="-342900">
              <a:lnSpc>
                <a:spcPct val="100000"/>
              </a:lnSpc>
              <a:spcBef>
                <a:spcPts val="100"/>
              </a:spcBef>
            </a:pPr>
            <a:r>
              <a:rPr sz="1800" spc="-10" dirty="0">
                <a:solidFill>
                  <a:srgbClr val="FFFFFF"/>
                </a:solidFill>
                <a:latin typeface="宋体"/>
                <a:cs typeface="宋体"/>
              </a:rPr>
              <a:t>从期望结果</a:t>
            </a:r>
            <a:r>
              <a:rPr sz="1800" spc="-25" dirty="0">
                <a:solidFill>
                  <a:srgbClr val="FFFFFF"/>
                </a:solidFill>
                <a:latin typeface="宋体"/>
                <a:cs typeface="宋体"/>
              </a:rPr>
              <a:t>开始</a:t>
            </a:r>
            <a:endParaRPr sz="1800">
              <a:latin typeface="宋体"/>
              <a:cs typeface="宋体"/>
            </a:endParaRPr>
          </a:p>
        </p:txBody>
      </p:sp>
      <p:pic>
        <p:nvPicPr>
          <p:cNvPr id="26" name="object 26"/>
          <p:cNvPicPr/>
          <p:nvPr/>
        </p:nvPicPr>
        <p:blipFill>
          <a:blip r:embed="rId11" cstate="print"/>
          <a:stretch>
            <a:fillRect/>
          </a:stretch>
        </p:blipFill>
        <p:spPr>
          <a:xfrm>
            <a:off x="2444610" y="5421461"/>
            <a:ext cx="1482086" cy="760779"/>
          </a:xfrm>
          <a:prstGeom prst="rect">
            <a:avLst/>
          </a:prstGeom>
        </p:spPr>
      </p:pic>
      <p:sp>
        <p:nvSpPr>
          <p:cNvPr id="27" name="object 27"/>
          <p:cNvSpPr txBox="1"/>
          <p:nvPr/>
        </p:nvSpPr>
        <p:spPr>
          <a:xfrm>
            <a:off x="2599067" y="5483237"/>
            <a:ext cx="1168400" cy="574040"/>
          </a:xfrm>
          <a:prstGeom prst="rect">
            <a:avLst/>
          </a:prstGeom>
        </p:spPr>
        <p:txBody>
          <a:bodyPr vert="horz" wrap="square" lIns="0" tIns="12700" rIns="0" bIns="0" rtlCol="0">
            <a:spAutoFit/>
          </a:bodyPr>
          <a:lstStyle/>
          <a:p>
            <a:pPr marL="355600" marR="5080" indent="-342900">
              <a:lnSpc>
                <a:spcPct val="100000"/>
              </a:lnSpc>
              <a:spcBef>
                <a:spcPts val="100"/>
              </a:spcBef>
            </a:pPr>
            <a:r>
              <a:rPr sz="1800" spc="-10" dirty="0">
                <a:solidFill>
                  <a:srgbClr val="FFFFFF"/>
                </a:solidFill>
                <a:latin typeface="宋体"/>
                <a:cs typeface="宋体"/>
              </a:rPr>
              <a:t>倒推提示语</a:t>
            </a:r>
            <a:r>
              <a:rPr sz="1800" spc="-25" dirty="0">
                <a:solidFill>
                  <a:srgbClr val="FFFFFF"/>
                </a:solidFill>
                <a:latin typeface="宋体"/>
                <a:cs typeface="宋体"/>
              </a:rPr>
              <a:t>结构</a:t>
            </a:r>
            <a:endParaRPr sz="1800">
              <a:latin typeface="宋体"/>
              <a:cs typeface="宋体"/>
            </a:endParaRPr>
          </a:p>
        </p:txBody>
      </p:sp>
      <p:pic>
        <p:nvPicPr>
          <p:cNvPr id="28" name="object 28"/>
          <p:cNvPicPr/>
          <p:nvPr/>
        </p:nvPicPr>
        <p:blipFill>
          <a:blip r:embed="rId12" cstate="print"/>
          <a:stretch>
            <a:fillRect/>
          </a:stretch>
        </p:blipFill>
        <p:spPr>
          <a:xfrm>
            <a:off x="4319765" y="5416381"/>
            <a:ext cx="1482086" cy="760779"/>
          </a:xfrm>
          <a:prstGeom prst="rect">
            <a:avLst/>
          </a:prstGeom>
        </p:spPr>
      </p:pic>
      <p:sp>
        <p:nvSpPr>
          <p:cNvPr id="29" name="object 29"/>
          <p:cNvSpPr txBox="1"/>
          <p:nvPr/>
        </p:nvSpPr>
        <p:spPr>
          <a:xfrm>
            <a:off x="4474222" y="5478157"/>
            <a:ext cx="1168400" cy="574040"/>
          </a:xfrm>
          <a:prstGeom prst="rect">
            <a:avLst/>
          </a:prstGeom>
        </p:spPr>
        <p:txBody>
          <a:bodyPr vert="horz" wrap="square" lIns="0" tIns="12700" rIns="0" bIns="0" rtlCol="0">
            <a:spAutoFit/>
          </a:bodyPr>
          <a:lstStyle/>
          <a:p>
            <a:pPr marL="127000" marR="5080" indent="-114300">
              <a:lnSpc>
                <a:spcPct val="100000"/>
              </a:lnSpc>
              <a:spcBef>
                <a:spcPts val="100"/>
              </a:spcBef>
            </a:pPr>
            <a:r>
              <a:rPr sz="1800" spc="-10" dirty="0">
                <a:solidFill>
                  <a:srgbClr val="FFFFFF"/>
                </a:solidFill>
                <a:latin typeface="宋体"/>
                <a:cs typeface="宋体"/>
              </a:rPr>
              <a:t>灵活调整提</a:t>
            </a:r>
            <a:r>
              <a:rPr sz="1800" spc="-15" dirty="0">
                <a:solidFill>
                  <a:srgbClr val="FFFFFF"/>
                </a:solidFill>
                <a:latin typeface="宋体"/>
                <a:cs typeface="宋体"/>
              </a:rPr>
              <a:t>示语细节</a:t>
            </a:r>
            <a:endParaRPr sz="1800">
              <a:latin typeface="宋体"/>
              <a:cs typeface="宋体"/>
            </a:endParaRPr>
          </a:p>
        </p:txBody>
      </p:sp>
      <p:sp>
        <p:nvSpPr>
          <p:cNvPr id="30" name="object 30"/>
          <p:cNvSpPr/>
          <p:nvPr/>
        </p:nvSpPr>
        <p:spPr>
          <a:xfrm>
            <a:off x="2100072" y="5769864"/>
            <a:ext cx="295910" cy="139065"/>
          </a:xfrm>
          <a:custGeom>
            <a:avLst/>
            <a:gdLst/>
            <a:ahLst/>
            <a:cxnLst/>
            <a:rect l="l" t="t" r="r" b="b"/>
            <a:pathLst>
              <a:path w="295910" h="139064">
                <a:moveTo>
                  <a:pt x="227075" y="138684"/>
                </a:moveTo>
                <a:lnTo>
                  <a:pt x="227075" y="103632"/>
                </a:lnTo>
                <a:lnTo>
                  <a:pt x="0" y="103632"/>
                </a:lnTo>
                <a:lnTo>
                  <a:pt x="0" y="35051"/>
                </a:lnTo>
                <a:lnTo>
                  <a:pt x="227075" y="35051"/>
                </a:lnTo>
                <a:lnTo>
                  <a:pt x="227075" y="0"/>
                </a:lnTo>
                <a:lnTo>
                  <a:pt x="295655" y="68580"/>
                </a:lnTo>
                <a:lnTo>
                  <a:pt x="227075" y="138684"/>
                </a:lnTo>
                <a:close/>
              </a:path>
            </a:pathLst>
          </a:custGeom>
          <a:solidFill>
            <a:srgbClr val="006FC0"/>
          </a:solidFill>
        </p:spPr>
        <p:txBody>
          <a:bodyPr wrap="square" lIns="0" tIns="0" rIns="0" bIns="0" rtlCol="0"/>
          <a:lstStyle/>
          <a:p>
            <a:endParaRPr/>
          </a:p>
        </p:txBody>
      </p:sp>
      <p:sp>
        <p:nvSpPr>
          <p:cNvPr id="31" name="object 31"/>
          <p:cNvSpPr/>
          <p:nvPr/>
        </p:nvSpPr>
        <p:spPr>
          <a:xfrm>
            <a:off x="3982211" y="5750052"/>
            <a:ext cx="297180" cy="139065"/>
          </a:xfrm>
          <a:custGeom>
            <a:avLst/>
            <a:gdLst/>
            <a:ahLst/>
            <a:cxnLst/>
            <a:rect l="l" t="t" r="r" b="b"/>
            <a:pathLst>
              <a:path w="297179" h="139064">
                <a:moveTo>
                  <a:pt x="228600" y="138684"/>
                </a:moveTo>
                <a:lnTo>
                  <a:pt x="228600" y="103632"/>
                </a:lnTo>
                <a:lnTo>
                  <a:pt x="0" y="103632"/>
                </a:lnTo>
                <a:lnTo>
                  <a:pt x="0" y="35051"/>
                </a:lnTo>
                <a:lnTo>
                  <a:pt x="228600" y="35051"/>
                </a:lnTo>
                <a:lnTo>
                  <a:pt x="228600" y="0"/>
                </a:lnTo>
                <a:lnTo>
                  <a:pt x="297179" y="68580"/>
                </a:lnTo>
                <a:lnTo>
                  <a:pt x="228600" y="138684"/>
                </a:lnTo>
                <a:close/>
              </a:path>
            </a:pathLst>
          </a:custGeom>
          <a:solidFill>
            <a:srgbClr val="006FC0"/>
          </a:solidFill>
        </p:spPr>
        <p:txBody>
          <a:bodyPr wrap="square" lIns="0" tIns="0" rIns="0" bIns="0" rtlCol="0"/>
          <a:lstStyle/>
          <a:p>
            <a:endParaRPr/>
          </a:p>
        </p:txBody>
      </p:sp>
      <p:sp>
        <p:nvSpPr>
          <p:cNvPr id="32" name="object 32"/>
          <p:cNvSpPr txBox="1"/>
          <p:nvPr/>
        </p:nvSpPr>
        <p:spPr>
          <a:xfrm>
            <a:off x="6735457" y="1623707"/>
            <a:ext cx="1168400" cy="574040"/>
          </a:xfrm>
          <a:prstGeom prst="rect">
            <a:avLst/>
          </a:prstGeom>
        </p:spPr>
        <p:txBody>
          <a:bodyPr vert="horz" wrap="square" lIns="0" tIns="12700" rIns="0" bIns="0" rtlCol="0">
            <a:spAutoFit/>
          </a:bodyPr>
          <a:lstStyle/>
          <a:p>
            <a:pPr marL="469900" marR="5080" indent="-457200">
              <a:lnSpc>
                <a:spcPct val="100000"/>
              </a:lnSpc>
              <a:spcBef>
                <a:spcPts val="100"/>
              </a:spcBef>
            </a:pPr>
            <a:r>
              <a:rPr sz="1800" spc="-10" dirty="0">
                <a:latin typeface="宋体"/>
                <a:cs typeface="宋体"/>
              </a:rPr>
              <a:t>引入对立概</a:t>
            </a:r>
            <a:r>
              <a:rPr sz="1800" spc="-50" dirty="0">
                <a:latin typeface="宋体"/>
                <a:cs typeface="宋体"/>
              </a:rPr>
              <a:t>念</a:t>
            </a:r>
            <a:endParaRPr sz="1800">
              <a:latin typeface="宋体"/>
              <a:cs typeface="宋体"/>
            </a:endParaRPr>
          </a:p>
        </p:txBody>
      </p:sp>
      <p:grpSp>
        <p:nvGrpSpPr>
          <p:cNvPr id="33" name="object 33"/>
          <p:cNvGrpSpPr/>
          <p:nvPr/>
        </p:nvGrpSpPr>
        <p:grpSpPr>
          <a:xfrm>
            <a:off x="8060055" y="1527419"/>
            <a:ext cx="3632835" cy="829310"/>
            <a:chOff x="8060055" y="1527419"/>
            <a:chExt cx="3632835" cy="829310"/>
          </a:xfrm>
        </p:grpSpPr>
        <p:pic>
          <p:nvPicPr>
            <p:cNvPr id="34" name="object 34"/>
            <p:cNvPicPr/>
            <p:nvPr/>
          </p:nvPicPr>
          <p:blipFill>
            <a:blip r:embed="rId13" cstate="print"/>
            <a:stretch>
              <a:fillRect/>
            </a:stretch>
          </p:blipFill>
          <p:spPr>
            <a:xfrm>
              <a:off x="8072524" y="1527419"/>
              <a:ext cx="3607895" cy="431432"/>
            </a:xfrm>
            <a:prstGeom prst="rect">
              <a:avLst/>
            </a:prstGeom>
          </p:spPr>
        </p:pic>
        <p:pic>
          <p:nvPicPr>
            <p:cNvPr id="35" name="object 35"/>
            <p:cNvPicPr/>
            <p:nvPr/>
          </p:nvPicPr>
          <p:blipFill>
            <a:blip r:embed="rId14" cstate="print"/>
            <a:stretch>
              <a:fillRect/>
            </a:stretch>
          </p:blipFill>
          <p:spPr>
            <a:xfrm>
              <a:off x="8060055" y="1899284"/>
              <a:ext cx="3632835" cy="457200"/>
            </a:xfrm>
            <a:prstGeom prst="rect">
              <a:avLst/>
            </a:prstGeom>
          </p:spPr>
        </p:pic>
      </p:grpSp>
      <p:sp>
        <p:nvSpPr>
          <p:cNvPr id="36" name="object 36"/>
          <p:cNvSpPr txBox="1"/>
          <p:nvPr/>
        </p:nvSpPr>
        <p:spPr>
          <a:xfrm>
            <a:off x="8834640" y="1446377"/>
            <a:ext cx="2083435" cy="803275"/>
          </a:xfrm>
          <a:prstGeom prst="rect">
            <a:avLst/>
          </a:prstGeom>
        </p:spPr>
        <p:txBody>
          <a:bodyPr vert="horz" wrap="square" lIns="0" tIns="12700" rIns="0" bIns="0" rtlCol="0">
            <a:spAutoFit/>
          </a:bodyPr>
          <a:lstStyle/>
          <a:p>
            <a:pPr marL="12700" marR="5080" indent="-635">
              <a:lnSpc>
                <a:spcPct val="141700"/>
              </a:lnSpc>
              <a:spcBef>
                <a:spcPts val="100"/>
              </a:spcBef>
            </a:pPr>
            <a:r>
              <a:rPr sz="1800" spc="-10" dirty="0">
                <a:latin typeface="宋体"/>
                <a:cs typeface="宋体"/>
              </a:rPr>
              <a:t>利用矛盾性促进创新提出冲突性任务要求</a:t>
            </a:r>
            <a:endParaRPr sz="1800">
              <a:latin typeface="宋体"/>
              <a:cs typeface="宋体"/>
            </a:endParaRPr>
          </a:p>
        </p:txBody>
      </p:sp>
      <p:pic>
        <p:nvPicPr>
          <p:cNvPr id="37" name="object 37"/>
          <p:cNvPicPr/>
          <p:nvPr/>
        </p:nvPicPr>
        <p:blipFill>
          <a:blip r:embed="rId15" cstate="print"/>
          <a:stretch>
            <a:fillRect/>
          </a:stretch>
        </p:blipFill>
        <p:spPr>
          <a:xfrm>
            <a:off x="6210300" y="1136014"/>
            <a:ext cx="31750" cy="5473700"/>
          </a:xfrm>
          <a:prstGeom prst="rect">
            <a:avLst/>
          </a:prstGeom>
        </p:spPr>
      </p:pic>
      <p:sp>
        <p:nvSpPr>
          <p:cNvPr id="38" name="object 38"/>
          <p:cNvSpPr txBox="1"/>
          <p:nvPr/>
        </p:nvSpPr>
        <p:spPr>
          <a:xfrm>
            <a:off x="6502400" y="2548889"/>
            <a:ext cx="3081020"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融合批判性思维与创新推理</a:t>
            </a:r>
            <a:endParaRPr sz="2000">
              <a:latin typeface="Microsoft JhengHei"/>
              <a:cs typeface="Microsoft JhengHei"/>
            </a:endParaRPr>
          </a:p>
        </p:txBody>
      </p:sp>
      <p:sp>
        <p:nvSpPr>
          <p:cNvPr id="39" name="object 39"/>
          <p:cNvSpPr txBox="1"/>
          <p:nvPr/>
        </p:nvSpPr>
        <p:spPr>
          <a:xfrm>
            <a:off x="6687248" y="3018218"/>
            <a:ext cx="1682750" cy="737870"/>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spc="-10" dirty="0">
                <a:latin typeface="宋体"/>
                <a:cs typeface="宋体"/>
              </a:rPr>
              <a:t>质疑既有框架</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15" dirty="0">
                <a:latin typeface="宋体"/>
                <a:cs typeface="宋体"/>
              </a:rPr>
              <a:t>创新推理</a:t>
            </a:r>
            <a:endParaRPr sz="1800">
              <a:latin typeface="宋体"/>
              <a:cs typeface="宋体"/>
            </a:endParaRPr>
          </a:p>
        </p:txBody>
      </p:sp>
      <p:pic>
        <p:nvPicPr>
          <p:cNvPr id="40" name="object 40"/>
          <p:cNvPicPr/>
          <p:nvPr/>
        </p:nvPicPr>
        <p:blipFill>
          <a:blip r:embed="rId16" cstate="print"/>
          <a:stretch>
            <a:fillRect/>
          </a:stretch>
        </p:blipFill>
        <p:spPr>
          <a:xfrm>
            <a:off x="8955405" y="2984500"/>
            <a:ext cx="2637154" cy="904875"/>
          </a:xfrm>
          <a:prstGeom prst="rect">
            <a:avLst/>
          </a:prstGeom>
        </p:spPr>
      </p:pic>
      <p:sp>
        <p:nvSpPr>
          <p:cNvPr id="41" name="object 41"/>
          <p:cNvSpPr txBox="1"/>
          <p:nvPr/>
        </p:nvSpPr>
        <p:spPr>
          <a:xfrm>
            <a:off x="9086913" y="3029013"/>
            <a:ext cx="2311400" cy="737870"/>
          </a:xfrm>
          <a:prstGeom prst="rect">
            <a:avLst/>
          </a:prstGeom>
        </p:spPr>
        <p:txBody>
          <a:bodyPr vert="horz" wrap="square" lIns="0" tIns="12700" rIns="0" bIns="0" rtlCol="0">
            <a:spAutoFit/>
          </a:bodyPr>
          <a:lstStyle/>
          <a:p>
            <a:pPr marL="12700" marR="5080">
              <a:lnSpc>
                <a:spcPct val="129900"/>
              </a:lnSpc>
              <a:spcBef>
                <a:spcPts val="100"/>
              </a:spcBef>
            </a:pPr>
            <a:r>
              <a:rPr sz="1800" spc="-5" dirty="0">
                <a:latin typeface="宋体"/>
                <a:cs typeface="宋体"/>
              </a:rPr>
              <a:t>多方论证与批判结合，增强生成内容的全面性</a:t>
            </a:r>
            <a:endParaRPr sz="1800">
              <a:latin typeface="宋体"/>
              <a:cs typeface="宋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提示语链的概念与特</a:t>
            </a:r>
            <a:r>
              <a:rPr sz="4000" spc="-50" dirty="0"/>
              <a:t>征</a:t>
            </a:r>
            <a:endParaRPr sz="4000"/>
          </a:p>
        </p:txBody>
      </p:sp>
      <p:pic>
        <p:nvPicPr>
          <p:cNvPr id="3" name="object 3"/>
          <p:cNvPicPr/>
          <p:nvPr/>
        </p:nvPicPr>
        <p:blipFill>
          <a:blip r:embed="rId2" cstate="print"/>
          <a:stretch>
            <a:fillRect/>
          </a:stretch>
        </p:blipFill>
        <p:spPr>
          <a:xfrm>
            <a:off x="7593413" y="1510493"/>
            <a:ext cx="4058245" cy="752188"/>
          </a:xfrm>
          <a:prstGeom prst="rect">
            <a:avLst/>
          </a:prstGeom>
        </p:spPr>
      </p:pic>
      <p:grpSp>
        <p:nvGrpSpPr>
          <p:cNvPr id="4" name="object 4"/>
          <p:cNvGrpSpPr/>
          <p:nvPr/>
        </p:nvGrpSpPr>
        <p:grpSpPr>
          <a:xfrm>
            <a:off x="218637" y="2904744"/>
            <a:ext cx="11922125" cy="3726179"/>
            <a:chOff x="218637" y="2904744"/>
            <a:chExt cx="11922125" cy="3726179"/>
          </a:xfrm>
        </p:grpSpPr>
        <p:pic>
          <p:nvPicPr>
            <p:cNvPr id="5" name="object 5"/>
            <p:cNvPicPr/>
            <p:nvPr/>
          </p:nvPicPr>
          <p:blipFill>
            <a:blip r:embed="rId3" cstate="print"/>
            <a:stretch>
              <a:fillRect/>
            </a:stretch>
          </p:blipFill>
          <p:spPr>
            <a:xfrm>
              <a:off x="218637" y="4186427"/>
              <a:ext cx="6486240" cy="2267712"/>
            </a:xfrm>
            <a:prstGeom prst="rect">
              <a:avLst/>
            </a:prstGeom>
          </p:spPr>
        </p:pic>
        <p:pic>
          <p:nvPicPr>
            <p:cNvPr id="6" name="object 6"/>
            <p:cNvPicPr/>
            <p:nvPr/>
          </p:nvPicPr>
          <p:blipFill>
            <a:blip r:embed="rId4" cstate="print"/>
            <a:stretch>
              <a:fillRect/>
            </a:stretch>
          </p:blipFill>
          <p:spPr>
            <a:xfrm>
              <a:off x="6694931" y="2904744"/>
              <a:ext cx="5445252" cy="3726179"/>
            </a:xfrm>
            <a:prstGeom prst="rect">
              <a:avLst/>
            </a:prstGeom>
          </p:spPr>
        </p:pic>
      </p:grpSp>
      <p:sp>
        <p:nvSpPr>
          <p:cNvPr id="7" name="object 7"/>
          <p:cNvSpPr txBox="1"/>
          <p:nvPr/>
        </p:nvSpPr>
        <p:spPr>
          <a:xfrm>
            <a:off x="626109" y="1235710"/>
            <a:ext cx="6731000" cy="2813685"/>
          </a:xfrm>
          <a:prstGeom prst="rect">
            <a:avLst/>
          </a:prstGeom>
        </p:spPr>
        <p:txBody>
          <a:bodyPr vert="horz" wrap="square" lIns="0" tIns="12700" rIns="0" bIns="0" rtlCol="0">
            <a:spAutoFit/>
          </a:bodyPr>
          <a:lstStyle/>
          <a:p>
            <a:pPr marL="12700" marR="5080">
              <a:lnSpc>
                <a:spcPct val="129900"/>
              </a:lnSpc>
              <a:spcBef>
                <a:spcPts val="100"/>
              </a:spcBef>
            </a:pPr>
            <a:r>
              <a:rPr sz="1800" spc="35" dirty="0">
                <a:latin typeface="宋体"/>
                <a:cs typeface="宋体"/>
              </a:rPr>
              <a:t>提示语链是用于引导</a:t>
            </a:r>
            <a:r>
              <a:rPr sz="1800" spc="30" dirty="0">
                <a:latin typeface="Arial"/>
                <a:cs typeface="Arial"/>
              </a:rPr>
              <a:t>AI</a:t>
            </a:r>
            <a:r>
              <a:rPr sz="1800" spc="30" dirty="0">
                <a:latin typeface="宋体"/>
                <a:cs typeface="宋体"/>
              </a:rPr>
              <a:t>生成内容的连续性提示语序列。通过将复杂任务分解成多个可操作的子任务，确保生成的内容逻辑清晰、</a:t>
            </a:r>
            <a:r>
              <a:rPr sz="1800" dirty="0">
                <a:latin typeface="宋体"/>
                <a:cs typeface="宋体"/>
              </a:rPr>
              <a:t>主题连贯。从本质上看，提示语链是一种</a:t>
            </a:r>
            <a:r>
              <a:rPr sz="1800" dirty="0">
                <a:latin typeface="Arial"/>
                <a:cs typeface="Arial"/>
              </a:rPr>
              <a:t>“</a:t>
            </a:r>
            <a:r>
              <a:rPr sz="1800" dirty="0">
                <a:latin typeface="宋体"/>
                <a:cs typeface="宋体"/>
              </a:rPr>
              <a:t>元提示</a:t>
            </a:r>
            <a:r>
              <a:rPr sz="1800" dirty="0">
                <a:latin typeface="Arial"/>
                <a:cs typeface="Arial"/>
              </a:rPr>
              <a:t>”</a:t>
            </a:r>
            <a:r>
              <a:rPr sz="1800" dirty="0">
                <a:latin typeface="宋体"/>
                <a:cs typeface="宋体"/>
              </a:rPr>
              <a:t>（</a:t>
            </a:r>
            <a:r>
              <a:rPr sz="1800" dirty="0">
                <a:latin typeface="Arial"/>
                <a:cs typeface="Arial"/>
              </a:rPr>
              <a:t>m</a:t>
            </a:r>
            <a:r>
              <a:rPr sz="1800" spc="-5" dirty="0">
                <a:latin typeface="Arial"/>
                <a:cs typeface="Arial"/>
              </a:rPr>
              <a:t>eta</a:t>
            </a:r>
            <a:r>
              <a:rPr sz="1800" dirty="0">
                <a:latin typeface="Arial"/>
                <a:cs typeface="Arial"/>
              </a:rPr>
              <a:t>-</a:t>
            </a:r>
            <a:r>
              <a:rPr sz="1800" spc="-5" dirty="0">
                <a:latin typeface="Arial"/>
                <a:cs typeface="Arial"/>
              </a:rPr>
              <a:t>p</a:t>
            </a:r>
            <a:r>
              <a:rPr sz="1800" dirty="0">
                <a:latin typeface="Arial"/>
                <a:cs typeface="Arial"/>
              </a:rPr>
              <a:t>r</a:t>
            </a:r>
            <a:r>
              <a:rPr sz="1800" spc="-5" dirty="0">
                <a:latin typeface="Arial"/>
                <a:cs typeface="Arial"/>
              </a:rPr>
              <a:t>o</a:t>
            </a:r>
            <a:r>
              <a:rPr sz="1800" dirty="0">
                <a:latin typeface="Arial"/>
                <a:cs typeface="Arial"/>
              </a:rPr>
              <a:t>m</a:t>
            </a:r>
            <a:r>
              <a:rPr sz="1800" spc="-5" dirty="0">
                <a:latin typeface="Arial"/>
                <a:cs typeface="Arial"/>
              </a:rPr>
              <a:t>pt</a:t>
            </a:r>
            <a:r>
              <a:rPr sz="1800" dirty="0">
                <a:latin typeface="宋体"/>
                <a:cs typeface="宋体"/>
              </a:rPr>
              <a:t>）策略，它不仅告诉</a:t>
            </a:r>
            <a:r>
              <a:rPr sz="1800" spc="-5" dirty="0">
                <a:latin typeface="Arial"/>
                <a:cs typeface="Arial"/>
              </a:rPr>
              <a:t>AI</a:t>
            </a:r>
            <a:r>
              <a:rPr sz="1800" dirty="0">
                <a:latin typeface="Arial"/>
                <a:cs typeface="Arial"/>
              </a:rPr>
              <a:t>“</a:t>
            </a:r>
            <a:r>
              <a:rPr sz="1800" dirty="0">
                <a:latin typeface="宋体"/>
                <a:cs typeface="宋体"/>
              </a:rPr>
              <a:t>做什么</a:t>
            </a:r>
            <a:r>
              <a:rPr sz="1800" dirty="0">
                <a:latin typeface="Arial"/>
                <a:cs typeface="Arial"/>
              </a:rPr>
              <a:t>”</a:t>
            </a:r>
            <a:r>
              <a:rPr sz="1800" dirty="0">
                <a:latin typeface="宋体"/>
                <a:cs typeface="宋体"/>
              </a:rPr>
              <a:t>，更重要的是指导</a:t>
            </a:r>
            <a:r>
              <a:rPr sz="1800" spc="-5" dirty="0">
                <a:latin typeface="Arial"/>
                <a:cs typeface="Arial"/>
              </a:rPr>
              <a:t>AI</a:t>
            </a:r>
            <a:r>
              <a:rPr sz="1800" dirty="0">
                <a:latin typeface="Arial"/>
                <a:cs typeface="Arial"/>
              </a:rPr>
              <a:t>“</a:t>
            </a:r>
            <a:r>
              <a:rPr sz="1800" dirty="0">
                <a:latin typeface="宋体"/>
                <a:cs typeface="宋体"/>
              </a:rPr>
              <a:t>如何做</a:t>
            </a:r>
            <a:r>
              <a:rPr sz="1800" dirty="0">
                <a:latin typeface="Arial"/>
                <a:cs typeface="Arial"/>
              </a:rPr>
              <a:t>”</a:t>
            </a:r>
            <a:r>
              <a:rPr sz="1800" dirty="0">
                <a:latin typeface="宋体"/>
                <a:cs typeface="宋体"/>
              </a:rPr>
              <a:t>。</a:t>
            </a:r>
            <a:endParaRPr sz="1800">
              <a:latin typeface="宋体"/>
              <a:cs typeface="宋体"/>
            </a:endParaRPr>
          </a:p>
          <a:p>
            <a:pPr>
              <a:lnSpc>
                <a:spcPct val="100000"/>
              </a:lnSpc>
              <a:spcBef>
                <a:spcPts val="10"/>
              </a:spcBef>
            </a:pPr>
            <a:endParaRPr sz="1800">
              <a:latin typeface="宋体"/>
              <a:cs typeface="宋体"/>
            </a:endParaRPr>
          </a:p>
          <a:p>
            <a:pPr marL="12700" marR="745490" algn="just">
              <a:lnSpc>
                <a:spcPct val="129900"/>
              </a:lnSpc>
            </a:pPr>
            <a:r>
              <a:rPr sz="1800" spc="-5" dirty="0">
                <a:latin typeface="宋体"/>
                <a:cs typeface="宋体"/>
              </a:rPr>
              <a:t>提示语链的设计和应用建立在多个理论基础之上，包括认知心理学、信息处理理论、系统理论、创造性思维理论和元认知理论，核心特征包括：</a:t>
            </a:r>
            <a:endParaRPr sz="1800">
              <a:latin typeface="宋体"/>
              <a:cs typeface="宋体"/>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6546850"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提示语链的作用机制（一</a:t>
            </a:r>
            <a:r>
              <a:rPr sz="4000" spc="-50" dirty="0"/>
              <a:t>）</a:t>
            </a:r>
            <a:endParaRPr sz="4000"/>
          </a:p>
        </p:txBody>
      </p:sp>
      <p:grpSp>
        <p:nvGrpSpPr>
          <p:cNvPr id="3" name="object 3"/>
          <p:cNvGrpSpPr/>
          <p:nvPr/>
        </p:nvGrpSpPr>
        <p:grpSpPr>
          <a:xfrm>
            <a:off x="409078" y="2104541"/>
            <a:ext cx="5743575" cy="2040255"/>
            <a:chOff x="409078" y="2104541"/>
            <a:chExt cx="5743575" cy="2040255"/>
          </a:xfrm>
        </p:grpSpPr>
        <p:pic>
          <p:nvPicPr>
            <p:cNvPr id="4" name="object 4"/>
            <p:cNvPicPr/>
            <p:nvPr/>
          </p:nvPicPr>
          <p:blipFill>
            <a:blip r:embed="rId2" cstate="print"/>
            <a:stretch>
              <a:fillRect/>
            </a:stretch>
          </p:blipFill>
          <p:spPr>
            <a:xfrm>
              <a:off x="409078" y="2104541"/>
              <a:ext cx="2185110" cy="616474"/>
            </a:xfrm>
            <a:prstGeom prst="rect">
              <a:avLst/>
            </a:prstGeom>
          </p:spPr>
        </p:pic>
        <p:sp>
          <p:nvSpPr>
            <p:cNvPr id="5" name="object 5"/>
            <p:cNvSpPr/>
            <p:nvPr/>
          </p:nvSpPr>
          <p:spPr>
            <a:xfrm>
              <a:off x="1642872" y="2639568"/>
              <a:ext cx="4506595" cy="1501140"/>
            </a:xfrm>
            <a:custGeom>
              <a:avLst/>
              <a:gdLst/>
              <a:ahLst/>
              <a:cxnLst/>
              <a:rect l="l" t="t" r="r" b="b"/>
              <a:pathLst>
                <a:path w="4506595" h="1501139">
                  <a:moveTo>
                    <a:pt x="4506468" y="1501139"/>
                  </a:moveTo>
                  <a:lnTo>
                    <a:pt x="0" y="1501139"/>
                  </a:lnTo>
                  <a:lnTo>
                    <a:pt x="0" y="0"/>
                  </a:lnTo>
                  <a:lnTo>
                    <a:pt x="4506468" y="0"/>
                  </a:lnTo>
                  <a:lnTo>
                    <a:pt x="4506468" y="1501139"/>
                  </a:lnTo>
                  <a:close/>
                </a:path>
              </a:pathLst>
            </a:custGeom>
            <a:solidFill>
              <a:srgbClr val="FFFFFF"/>
            </a:solidFill>
          </p:spPr>
          <p:txBody>
            <a:bodyPr wrap="square" lIns="0" tIns="0" rIns="0" bIns="0" rtlCol="0"/>
            <a:lstStyle/>
            <a:p>
              <a:endParaRPr/>
            </a:p>
          </p:txBody>
        </p:sp>
        <p:sp>
          <p:nvSpPr>
            <p:cNvPr id="6" name="object 6"/>
            <p:cNvSpPr/>
            <p:nvPr/>
          </p:nvSpPr>
          <p:spPr>
            <a:xfrm>
              <a:off x="1638300" y="2635250"/>
              <a:ext cx="4514215" cy="1509395"/>
            </a:xfrm>
            <a:custGeom>
              <a:avLst/>
              <a:gdLst/>
              <a:ahLst/>
              <a:cxnLst/>
              <a:rect l="l" t="t" r="r" b="b"/>
              <a:pathLst>
                <a:path w="4514215" h="1509395">
                  <a:moveTo>
                    <a:pt x="4510405" y="1509395"/>
                  </a:moveTo>
                  <a:lnTo>
                    <a:pt x="3810" y="1509395"/>
                  </a:lnTo>
                  <a:lnTo>
                    <a:pt x="2349" y="1509102"/>
                  </a:lnTo>
                  <a:lnTo>
                    <a:pt x="1117" y="1508277"/>
                  </a:lnTo>
                  <a:lnTo>
                    <a:pt x="292" y="1507045"/>
                  </a:lnTo>
                  <a:lnTo>
                    <a:pt x="0" y="1505585"/>
                  </a:lnTo>
                  <a:lnTo>
                    <a:pt x="0" y="3810"/>
                  </a:lnTo>
                  <a:lnTo>
                    <a:pt x="292" y="2349"/>
                  </a:lnTo>
                  <a:lnTo>
                    <a:pt x="1117" y="1117"/>
                  </a:lnTo>
                  <a:lnTo>
                    <a:pt x="2349" y="292"/>
                  </a:lnTo>
                  <a:lnTo>
                    <a:pt x="3810" y="0"/>
                  </a:lnTo>
                  <a:lnTo>
                    <a:pt x="4510405" y="0"/>
                  </a:lnTo>
                  <a:lnTo>
                    <a:pt x="4511865" y="292"/>
                  </a:lnTo>
                  <a:lnTo>
                    <a:pt x="4513097" y="1117"/>
                  </a:lnTo>
                  <a:lnTo>
                    <a:pt x="4513922" y="2349"/>
                  </a:lnTo>
                  <a:lnTo>
                    <a:pt x="4514215" y="3810"/>
                  </a:lnTo>
                  <a:lnTo>
                    <a:pt x="7619" y="3810"/>
                  </a:lnTo>
                  <a:lnTo>
                    <a:pt x="3810" y="7619"/>
                  </a:lnTo>
                  <a:lnTo>
                    <a:pt x="7619" y="7619"/>
                  </a:lnTo>
                  <a:lnTo>
                    <a:pt x="7619" y="1501775"/>
                  </a:lnTo>
                  <a:lnTo>
                    <a:pt x="3810" y="1501775"/>
                  </a:lnTo>
                  <a:lnTo>
                    <a:pt x="7619" y="1505585"/>
                  </a:lnTo>
                  <a:lnTo>
                    <a:pt x="4514215" y="1505585"/>
                  </a:lnTo>
                  <a:lnTo>
                    <a:pt x="4513922" y="1507045"/>
                  </a:lnTo>
                  <a:lnTo>
                    <a:pt x="4513097" y="1508277"/>
                  </a:lnTo>
                  <a:lnTo>
                    <a:pt x="4511865" y="1509102"/>
                  </a:lnTo>
                  <a:lnTo>
                    <a:pt x="4510405" y="1509395"/>
                  </a:lnTo>
                  <a:close/>
                </a:path>
                <a:path w="4514215" h="1509395">
                  <a:moveTo>
                    <a:pt x="7619" y="7619"/>
                  </a:moveTo>
                  <a:lnTo>
                    <a:pt x="3810" y="7619"/>
                  </a:lnTo>
                  <a:lnTo>
                    <a:pt x="7619" y="3810"/>
                  </a:lnTo>
                  <a:lnTo>
                    <a:pt x="7619" y="7619"/>
                  </a:lnTo>
                  <a:close/>
                </a:path>
                <a:path w="4514215" h="1509395">
                  <a:moveTo>
                    <a:pt x="4506595" y="7619"/>
                  </a:moveTo>
                  <a:lnTo>
                    <a:pt x="7619" y="7619"/>
                  </a:lnTo>
                  <a:lnTo>
                    <a:pt x="7619" y="3810"/>
                  </a:lnTo>
                  <a:lnTo>
                    <a:pt x="4506595" y="3810"/>
                  </a:lnTo>
                  <a:lnTo>
                    <a:pt x="4506595" y="7619"/>
                  </a:lnTo>
                  <a:close/>
                </a:path>
                <a:path w="4514215" h="1509395">
                  <a:moveTo>
                    <a:pt x="4506595" y="1505585"/>
                  </a:moveTo>
                  <a:lnTo>
                    <a:pt x="4506595" y="3810"/>
                  </a:lnTo>
                  <a:lnTo>
                    <a:pt x="4510405" y="7619"/>
                  </a:lnTo>
                  <a:lnTo>
                    <a:pt x="4514215" y="7619"/>
                  </a:lnTo>
                  <a:lnTo>
                    <a:pt x="4514215" y="1501775"/>
                  </a:lnTo>
                  <a:lnTo>
                    <a:pt x="4510405" y="1501775"/>
                  </a:lnTo>
                  <a:lnTo>
                    <a:pt x="4506595" y="1505585"/>
                  </a:lnTo>
                  <a:close/>
                </a:path>
                <a:path w="4514215" h="1509395">
                  <a:moveTo>
                    <a:pt x="4514215" y="7619"/>
                  </a:moveTo>
                  <a:lnTo>
                    <a:pt x="4510405" y="7619"/>
                  </a:lnTo>
                  <a:lnTo>
                    <a:pt x="4506595" y="3810"/>
                  </a:lnTo>
                  <a:lnTo>
                    <a:pt x="4514215" y="3810"/>
                  </a:lnTo>
                  <a:lnTo>
                    <a:pt x="4514215" y="7619"/>
                  </a:lnTo>
                  <a:close/>
                </a:path>
                <a:path w="4514215" h="1509395">
                  <a:moveTo>
                    <a:pt x="7619" y="1505585"/>
                  </a:moveTo>
                  <a:lnTo>
                    <a:pt x="3810" y="1501775"/>
                  </a:lnTo>
                  <a:lnTo>
                    <a:pt x="7619" y="1501775"/>
                  </a:lnTo>
                  <a:lnTo>
                    <a:pt x="7619" y="1505585"/>
                  </a:lnTo>
                  <a:close/>
                </a:path>
                <a:path w="4514215" h="1509395">
                  <a:moveTo>
                    <a:pt x="4506595" y="1505585"/>
                  </a:moveTo>
                  <a:lnTo>
                    <a:pt x="7619" y="1505585"/>
                  </a:lnTo>
                  <a:lnTo>
                    <a:pt x="7619" y="1501775"/>
                  </a:lnTo>
                  <a:lnTo>
                    <a:pt x="4506595" y="1501775"/>
                  </a:lnTo>
                  <a:lnTo>
                    <a:pt x="4506595" y="1505585"/>
                  </a:lnTo>
                  <a:close/>
                </a:path>
                <a:path w="4514215" h="1509395">
                  <a:moveTo>
                    <a:pt x="4514215" y="1505585"/>
                  </a:moveTo>
                  <a:lnTo>
                    <a:pt x="4506595" y="1505585"/>
                  </a:lnTo>
                  <a:lnTo>
                    <a:pt x="4510405" y="1501775"/>
                  </a:lnTo>
                  <a:lnTo>
                    <a:pt x="4514215" y="1501775"/>
                  </a:lnTo>
                  <a:lnTo>
                    <a:pt x="4514215" y="1505585"/>
                  </a:lnTo>
                  <a:close/>
                </a:path>
              </a:pathLst>
            </a:custGeom>
            <a:solidFill>
              <a:srgbClr val="C0C0C0"/>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409078" y="4262551"/>
            <a:ext cx="2185110" cy="616474"/>
          </a:xfrm>
          <a:prstGeom prst="rect">
            <a:avLst/>
          </a:prstGeom>
        </p:spPr>
      </p:pic>
      <p:sp>
        <p:nvSpPr>
          <p:cNvPr id="8" name="object 8"/>
          <p:cNvSpPr txBox="1"/>
          <p:nvPr/>
        </p:nvSpPr>
        <p:spPr>
          <a:xfrm>
            <a:off x="798576" y="4292345"/>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思维框架构建</a:t>
            </a:r>
            <a:endParaRPr sz="1800">
              <a:latin typeface="Microsoft JhengHei"/>
              <a:cs typeface="Microsoft JhengHei"/>
            </a:endParaRPr>
          </a:p>
        </p:txBody>
      </p:sp>
      <p:sp>
        <p:nvSpPr>
          <p:cNvPr id="9" name="object 9"/>
          <p:cNvSpPr txBox="1"/>
          <p:nvPr/>
        </p:nvSpPr>
        <p:spPr>
          <a:xfrm>
            <a:off x="626744" y="1152525"/>
            <a:ext cx="10871200" cy="737870"/>
          </a:xfrm>
          <a:prstGeom prst="rect">
            <a:avLst/>
          </a:prstGeom>
        </p:spPr>
        <p:txBody>
          <a:bodyPr vert="horz" wrap="square" lIns="0" tIns="12700" rIns="0" bIns="0" rtlCol="0">
            <a:spAutoFit/>
          </a:bodyPr>
          <a:lstStyle/>
          <a:p>
            <a:pPr marL="12700" marR="5080">
              <a:lnSpc>
                <a:spcPct val="129900"/>
              </a:lnSpc>
              <a:spcBef>
                <a:spcPts val="100"/>
              </a:spcBef>
            </a:pPr>
            <a:r>
              <a:rPr sz="1800" dirty="0">
                <a:latin typeface="宋体"/>
                <a:cs typeface="宋体"/>
              </a:rPr>
              <a:t>在提示语设计中，提示语链发挥着至关重要的作用，通过系统性地引导</a:t>
            </a:r>
            <a:r>
              <a:rPr sz="1800" dirty="0">
                <a:latin typeface="Arial"/>
                <a:cs typeface="Arial"/>
              </a:rPr>
              <a:t>AI</a:t>
            </a:r>
            <a:r>
              <a:rPr sz="1800" spc="-5" dirty="0">
                <a:latin typeface="宋体"/>
                <a:cs typeface="宋体"/>
              </a:rPr>
              <a:t>生成高质量、创新性的内容。以下是提示语链在内容生成过程中的七个主要作用机制</a:t>
            </a:r>
            <a:endParaRPr sz="1800">
              <a:latin typeface="宋体"/>
              <a:cs typeface="宋体"/>
            </a:endParaRPr>
          </a:p>
        </p:txBody>
      </p:sp>
      <p:sp>
        <p:nvSpPr>
          <p:cNvPr id="10" name="object 10"/>
          <p:cNvSpPr txBox="1"/>
          <p:nvPr/>
        </p:nvSpPr>
        <p:spPr>
          <a:xfrm>
            <a:off x="1720850" y="2643504"/>
            <a:ext cx="4483100" cy="14224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 dirty="0">
                <a:latin typeface="宋体"/>
                <a:cs typeface="宋体"/>
              </a:rPr>
              <a:t>将这个复杂的主题分解为几个主要部分，逐一讨论每个部分。</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对每个子任务设定具体目标和预期成果。</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在每个子任务完成后，总结其关键点并与整体主题关联。</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通过层次结构图或思维导图展示分解后的各部分及其关系。</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结合各部分的结果，撰写一段总结性内容，确保整体连贯。</a:t>
            </a:r>
            <a:endParaRPr sz="1200">
              <a:latin typeface="宋体"/>
              <a:cs typeface="宋体"/>
            </a:endParaRPr>
          </a:p>
        </p:txBody>
      </p:sp>
      <p:sp>
        <p:nvSpPr>
          <p:cNvPr id="11" name="object 11"/>
          <p:cNvSpPr txBox="1"/>
          <p:nvPr/>
        </p:nvSpPr>
        <p:spPr>
          <a:xfrm>
            <a:off x="367029" y="2828163"/>
            <a:ext cx="1123315" cy="659130"/>
          </a:xfrm>
          <a:prstGeom prst="rect">
            <a:avLst/>
          </a:prstGeom>
        </p:spPr>
        <p:txBody>
          <a:bodyPr vert="horz" wrap="square" lIns="0" tIns="85725" rIns="0" bIns="0" rtlCol="0">
            <a:spAutoFit/>
          </a:bodyPr>
          <a:lstStyle/>
          <a:p>
            <a:pPr marL="298450" indent="-285750">
              <a:lnSpc>
                <a:spcPct val="100000"/>
              </a:lnSpc>
              <a:spcBef>
                <a:spcPts val="675"/>
              </a:spcBef>
              <a:buFont typeface="Arial"/>
              <a:buChar char="•"/>
              <a:tabLst>
                <a:tab pos="297815" algn="l"/>
                <a:tab pos="298450" algn="l"/>
              </a:tabLst>
            </a:pPr>
            <a:r>
              <a:rPr sz="1600" spc="-30" dirty="0">
                <a:latin typeface="宋体"/>
                <a:cs typeface="宋体"/>
              </a:rPr>
              <a:t>任务分解</a:t>
            </a:r>
            <a:endParaRPr sz="1600">
              <a:latin typeface="宋体"/>
              <a:cs typeface="宋体"/>
            </a:endParaRPr>
          </a:p>
          <a:p>
            <a:pPr marL="298450" indent="-285750">
              <a:lnSpc>
                <a:spcPct val="100000"/>
              </a:lnSpc>
              <a:spcBef>
                <a:spcPts val="575"/>
              </a:spcBef>
              <a:buFont typeface="Arial"/>
              <a:buChar char="•"/>
              <a:tabLst>
                <a:tab pos="297815" algn="l"/>
                <a:tab pos="298450" algn="l"/>
              </a:tabLst>
            </a:pPr>
            <a:r>
              <a:rPr sz="1600" spc="-30" dirty="0">
                <a:latin typeface="宋体"/>
                <a:cs typeface="宋体"/>
              </a:rPr>
              <a:t>结果整合</a:t>
            </a:r>
            <a:endParaRPr sz="1600">
              <a:latin typeface="宋体"/>
              <a:cs typeface="宋体"/>
            </a:endParaRPr>
          </a:p>
        </p:txBody>
      </p:sp>
      <p:sp>
        <p:nvSpPr>
          <p:cNvPr id="12" name="object 12"/>
          <p:cNvSpPr txBox="1"/>
          <p:nvPr/>
        </p:nvSpPr>
        <p:spPr>
          <a:xfrm>
            <a:off x="367029" y="5051297"/>
            <a:ext cx="1123315" cy="1292860"/>
          </a:xfrm>
          <a:prstGeom prst="rect">
            <a:avLst/>
          </a:prstGeom>
        </p:spPr>
        <p:txBody>
          <a:bodyPr vert="horz" wrap="square" lIns="0" tIns="85725" rIns="0" bIns="0" rtlCol="0">
            <a:spAutoFit/>
          </a:bodyPr>
          <a:lstStyle/>
          <a:p>
            <a:pPr marL="298450" indent="-285750">
              <a:lnSpc>
                <a:spcPct val="100000"/>
              </a:lnSpc>
              <a:spcBef>
                <a:spcPts val="675"/>
              </a:spcBef>
              <a:buFont typeface="Arial"/>
              <a:buChar char="•"/>
              <a:tabLst>
                <a:tab pos="297815" algn="l"/>
                <a:tab pos="298450" algn="l"/>
              </a:tabLst>
            </a:pPr>
            <a:r>
              <a:rPr sz="1600" spc="-30" dirty="0">
                <a:latin typeface="宋体"/>
                <a:cs typeface="宋体"/>
              </a:rPr>
              <a:t>问题定义</a:t>
            </a:r>
            <a:endParaRPr sz="1600">
              <a:latin typeface="宋体"/>
              <a:cs typeface="宋体"/>
            </a:endParaRPr>
          </a:p>
          <a:p>
            <a:pPr marL="298450" indent="-285750">
              <a:lnSpc>
                <a:spcPct val="100000"/>
              </a:lnSpc>
              <a:spcBef>
                <a:spcPts val="575"/>
              </a:spcBef>
              <a:buFont typeface="Arial"/>
              <a:buChar char="•"/>
              <a:tabLst>
                <a:tab pos="297815" algn="l"/>
                <a:tab pos="298450" algn="l"/>
              </a:tabLst>
            </a:pPr>
            <a:r>
              <a:rPr sz="1600" spc="-30" dirty="0">
                <a:latin typeface="宋体"/>
                <a:cs typeface="宋体"/>
              </a:rPr>
              <a:t>信息收集</a:t>
            </a:r>
            <a:endParaRPr sz="1600">
              <a:latin typeface="宋体"/>
              <a:cs typeface="宋体"/>
            </a:endParaRPr>
          </a:p>
          <a:p>
            <a:pPr marL="298450" indent="-285750">
              <a:lnSpc>
                <a:spcPct val="100000"/>
              </a:lnSpc>
              <a:spcBef>
                <a:spcPts val="575"/>
              </a:spcBef>
              <a:buFont typeface="Arial"/>
              <a:buChar char="•"/>
              <a:tabLst>
                <a:tab pos="297815" algn="l"/>
                <a:tab pos="298450" algn="l"/>
              </a:tabLst>
            </a:pPr>
            <a:r>
              <a:rPr sz="1600" spc="-30" dirty="0">
                <a:latin typeface="宋体"/>
                <a:cs typeface="宋体"/>
              </a:rPr>
              <a:t>分析综合</a:t>
            </a:r>
            <a:endParaRPr sz="1600">
              <a:latin typeface="宋体"/>
              <a:cs typeface="宋体"/>
            </a:endParaRPr>
          </a:p>
          <a:p>
            <a:pPr marL="298450" indent="-285750">
              <a:lnSpc>
                <a:spcPct val="100000"/>
              </a:lnSpc>
              <a:spcBef>
                <a:spcPts val="575"/>
              </a:spcBef>
              <a:buFont typeface="Arial"/>
              <a:buChar char="•"/>
              <a:tabLst>
                <a:tab pos="297815" algn="l"/>
                <a:tab pos="298450" algn="l"/>
              </a:tabLst>
            </a:pPr>
            <a:r>
              <a:rPr sz="1600" spc="-30" dirty="0">
                <a:latin typeface="宋体"/>
                <a:cs typeface="宋体"/>
              </a:rPr>
              <a:t>结论形成</a:t>
            </a:r>
            <a:endParaRPr sz="1600">
              <a:latin typeface="宋体"/>
              <a:cs typeface="宋体"/>
            </a:endParaRPr>
          </a:p>
        </p:txBody>
      </p:sp>
      <p:grpSp>
        <p:nvGrpSpPr>
          <p:cNvPr id="13" name="object 13"/>
          <p:cNvGrpSpPr/>
          <p:nvPr/>
        </p:nvGrpSpPr>
        <p:grpSpPr>
          <a:xfrm>
            <a:off x="1638300" y="4806950"/>
            <a:ext cx="4514215" cy="1791335"/>
            <a:chOff x="1638300" y="4806950"/>
            <a:chExt cx="4514215" cy="1791335"/>
          </a:xfrm>
        </p:grpSpPr>
        <p:sp>
          <p:nvSpPr>
            <p:cNvPr id="14" name="object 14"/>
            <p:cNvSpPr/>
            <p:nvPr/>
          </p:nvSpPr>
          <p:spPr>
            <a:xfrm>
              <a:off x="1642872" y="4811268"/>
              <a:ext cx="4506595" cy="1783080"/>
            </a:xfrm>
            <a:custGeom>
              <a:avLst/>
              <a:gdLst/>
              <a:ahLst/>
              <a:cxnLst/>
              <a:rect l="l" t="t" r="r" b="b"/>
              <a:pathLst>
                <a:path w="4506595" h="1783079">
                  <a:moveTo>
                    <a:pt x="4506468" y="1783080"/>
                  </a:moveTo>
                  <a:lnTo>
                    <a:pt x="0" y="1783080"/>
                  </a:lnTo>
                  <a:lnTo>
                    <a:pt x="0" y="0"/>
                  </a:lnTo>
                  <a:lnTo>
                    <a:pt x="4506468" y="0"/>
                  </a:lnTo>
                  <a:lnTo>
                    <a:pt x="4506468" y="1783080"/>
                  </a:lnTo>
                  <a:close/>
                </a:path>
              </a:pathLst>
            </a:custGeom>
            <a:solidFill>
              <a:srgbClr val="FFFFFF"/>
            </a:solidFill>
          </p:spPr>
          <p:txBody>
            <a:bodyPr wrap="square" lIns="0" tIns="0" rIns="0" bIns="0" rtlCol="0"/>
            <a:lstStyle/>
            <a:p>
              <a:endParaRPr/>
            </a:p>
          </p:txBody>
        </p:sp>
        <p:sp>
          <p:nvSpPr>
            <p:cNvPr id="15" name="object 15"/>
            <p:cNvSpPr/>
            <p:nvPr/>
          </p:nvSpPr>
          <p:spPr>
            <a:xfrm>
              <a:off x="1638300" y="4806950"/>
              <a:ext cx="4514215" cy="1791335"/>
            </a:xfrm>
            <a:custGeom>
              <a:avLst/>
              <a:gdLst/>
              <a:ahLst/>
              <a:cxnLst/>
              <a:rect l="l" t="t" r="r" b="b"/>
              <a:pathLst>
                <a:path w="4514215" h="1791334">
                  <a:moveTo>
                    <a:pt x="4510405" y="1791334"/>
                  </a:moveTo>
                  <a:lnTo>
                    <a:pt x="3810" y="1791334"/>
                  </a:lnTo>
                  <a:lnTo>
                    <a:pt x="2349" y="1791042"/>
                  </a:lnTo>
                  <a:lnTo>
                    <a:pt x="1117" y="1790217"/>
                  </a:lnTo>
                  <a:lnTo>
                    <a:pt x="292" y="1788985"/>
                  </a:lnTo>
                  <a:lnTo>
                    <a:pt x="0" y="1787525"/>
                  </a:lnTo>
                  <a:lnTo>
                    <a:pt x="0" y="3810"/>
                  </a:lnTo>
                  <a:lnTo>
                    <a:pt x="292" y="2349"/>
                  </a:lnTo>
                  <a:lnTo>
                    <a:pt x="1117" y="1117"/>
                  </a:lnTo>
                  <a:lnTo>
                    <a:pt x="2349" y="292"/>
                  </a:lnTo>
                  <a:lnTo>
                    <a:pt x="3810" y="0"/>
                  </a:lnTo>
                  <a:lnTo>
                    <a:pt x="4510405" y="0"/>
                  </a:lnTo>
                  <a:lnTo>
                    <a:pt x="4511865" y="292"/>
                  </a:lnTo>
                  <a:lnTo>
                    <a:pt x="4513097" y="1117"/>
                  </a:lnTo>
                  <a:lnTo>
                    <a:pt x="4513922" y="2349"/>
                  </a:lnTo>
                  <a:lnTo>
                    <a:pt x="4514215" y="3810"/>
                  </a:lnTo>
                  <a:lnTo>
                    <a:pt x="7619" y="3810"/>
                  </a:lnTo>
                  <a:lnTo>
                    <a:pt x="3810" y="7620"/>
                  </a:lnTo>
                  <a:lnTo>
                    <a:pt x="7619" y="7620"/>
                  </a:lnTo>
                  <a:lnTo>
                    <a:pt x="7619" y="1783715"/>
                  </a:lnTo>
                  <a:lnTo>
                    <a:pt x="3810" y="1783715"/>
                  </a:lnTo>
                  <a:lnTo>
                    <a:pt x="7619" y="1787525"/>
                  </a:lnTo>
                  <a:lnTo>
                    <a:pt x="4514215" y="1787525"/>
                  </a:lnTo>
                  <a:lnTo>
                    <a:pt x="4513922" y="1788985"/>
                  </a:lnTo>
                  <a:lnTo>
                    <a:pt x="4513097" y="1790217"/>
                  </a:lnTo>
                  <a:lnTo>
                    <a:pt x="4511865" y="1791042"/>
                  </a:lnTo>
                  <a:lnTo>
                    <a:pt x="4510405" y="1791334"/>
                  </a:lnTo>
                  <a:close/>
                </a:path>
                <a:path w="4514215" h="1791334">
                  <a:moveTo>
                    <a:pt x="7619" y="7620"/>
                  </a:moveTo>
                  <a:lnTo>
                    <a:pt x="3810" y="7620"/>
                  </a:lnTo>
                  <a:lnTo>
                    <a:pt x="7619" y="3810"/>
                  </a:lnTo>
                  <a:lnTo>
                    <a:pt x="7619" y="7620"/>
                  </a:lnTo>
                  <a:close/>
                </a:path>
                <a:path w="4514215" h="1791334">
                  <a:moveTo>
                    <a:pt x="4506595" y="7620"/>
                  </a:moveTo>
                  <a:lnTo>
                    <a:pt x="7619" y="7620"/>
                  </a:lnTo>
                  <a:lnTo>
                    <a:pt x="7619" y="3810"/>
                  </a:lnTo>
                  <a:lnTo>
                    <a:pt x="4506595" y="3810"/>
                  </a:lnTo>
                  <a:lnTo>
                    <a:pt x="4506595" y="7620"/>
                  </a:lnTo>
                  <a:close/>
                </a:path>
                <a:path w="4514215" h="1791334">
                  <a:moveTo>
                    <a:pt x="4506595" y="1787525"/>
                  </a:moveTo>
                  <a:lnTo>
                    <a:pt x="4506595" y="3810"/>
                  </a:lnTo>
                  <a:lnTo>
                    <a:pt x="4510405" y="7620"/>
                  </a:lnTo>
                  <a:lnTo>
                    <a:pt x="4514215" y="7620"/>
                  </a:lnTo>
                  <a:lnTo>
                    <a:pt x="4514215" y="1783715"/>
                  </a:lnTo>
                  <a:lnTo>
                    <a:pt x="4510405" y="1783715"/>
                  </a:lnTo>
                  <a:lnTo>
                    <a:pt x="4506595" y="1787525"/>
                  </a:lnTo>
                  <a:close/>
                </a:path>
                <a:path w="4514215" h="1791334">
                  <a:moveTo>
                    <a:pt x="4514215" y="7620"/>
                  </a:moveTo>
                  <a:lnTo>
                    <a:pt x="4510405" y="7620"/>
                  </a:lnTo>
                  <a:lnTo>
                    <a:pt x="4506595" y="3810"/>
                  </a:lnTo>
                  <a:lnTo>
                    <a:pt x="4514215" y="3810"/>
                  </a:lnTo>
                  <a:lnTo>
                    <a:pt x="4514215" y="7620"/>
                  </a:lnTo>
                  <a:close/>
                </a:path>
                <a:path w="4514215" h="1791334">
                  <a:moveTo>
                    <a:pt x="7619" y="1787525"/>
                  </a:moveTo>
                  <a:lnTo>
                    <a:pt x="3810" y="1783715"/>
                  </a:lnTo>
                  <a:lnTo>
                    <a:pt x="7619" y="1783715"/>
                  </a:lnTo>
                  <a:lnTo>
                    <a:pt x="7619" y="1787525"/>
                  </a:lnTo>
                  <a:close/>
                </a:path>
                <a:path w="4514215" h="1791334">
                  <a:moveTo>
                    <a:pt x="4506595" y="1787525"/>
                  </a:moveTo>
                  <a:lnTo>
                    <a:pt x="7619" y="1787525"/>
                  </a:lnTo>
                  <a:lnTo>
                    <a:pt x="7619" y="1783715"/>
                  </a:lnTo>
                  <a:lnTo>
                    <a:pt x="4506595" y="1783715"/>
                  </a:lnTo>
                  <a:lnTo>
                    <a:pt x="4506595" y="1787525"/>
                  </a:lnTo>
                  <a:close/>
                </a:path>
                <a:path w="4514215" h="1791334">
                  <a:moveTo>
                    <a:pt x="4514215" y="1787525"/>
                  </a:moveTo>
                  <a:lnTo>
                    <a:pt x="4506595" y="1787525"/>
                  </a:lnTo>
                  <a:lnTo>
                    <a:pt x="4510405" y="1783715"/>
                  </a:lnTo>
                  <a:lnTo>
                    <a:pt x="4514215" y="1783715"/>
                  </a:lnTo>
                  <a:lnTo>
                    <a:pt x="4514215" y="1787525"/>
                  </a:lnTo>
                  <a:close/>
                </a:path>
              </a:pathLst>
            </a:custGeom>
            <a:solidFill>
              <a:srgbClr val="C0C0C0"/>
            </a:solidFill>
          </p:spPr>
          <p:txBody>
            <a:bodyPr wrap="square" lIns="0" tIns="0" rIns="0" bIns="0" rtlCol="0"/>
            <a:lstStyle/>
            <a:p>
              <a:endParaRPr/>
            </a:p>
          </p:txBody>
        </p:sp>
      </p:grpSp>
      <p:sp>
        <p:nvSpPr>
          <p:cNvPr id="16" name="object 16"/>
          <p:cNvSpPr txBox="1"/>
          <p:nvPr/>
        </p:nvSpPr>
        <p:spPr>
          <a:xfrm>
            <a:off x="1720850" y="4815204"/>
            <a:ext cx="4483100" cy="1701800"/>
          </a:xfrm>
          <a:prstGeom prst="rect">
            <a:avLst/>
          </a:prstGeom>
        </p:spPr>
        <p:txBody>
          <a:bodyPr vert="horz" wrap="square" lIns="0" tIns="12700" rIns="0" bIns="0" rtlCol="0">
            <a:spAutoFit/>
          </a:bodyPr>
          <a:lstStyle/>
          <a:p>
            <a:pPr marL="355600" marR="157480" indent="-342900">
              <a:lnSpc>
                <a:spcPct val="152800"/>
              </a:lnSpc>
              <a:spcBef>
                <a:spcPts val="100"/>
              </a:spcBef>
              <a:buAutoNum type="arabicPeriod"/>
              <a:tabLst>
                <a:tab pos="354965" algn="l"/>
                <a:tab pos="355600" algn="l"/>
              </a:tabLst>
            </a:pPr>
            <a:r>
              <a:rPr sz="1200" spc="-5" dirty="0">
                <a:latin typeface="宋体"/>
                <a:cs typeface="宋体"/>
              </a:rPr>
              <a:t>明确这个问题的核心要点，然后系统地收集相关信息进行分</a:t>
            </a:r>
            <a:r>
              <a:rPr sz="1200" spc="-25" dirty="0">
                <a:latin typeface="宋体"/>
                <a:cs typeface="宋体"/>
              </a:rPr>
              <a:t>析。</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列出与主题相关的所有关键概念和理论，并进行系统梳理。</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使用逻辑框架图展示信息收集、分析和结论的过程。</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针对每个关键概念，撰写简要解释并说明其在文章中的作用。</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通过案例分析或实例应用，验证思维框架的有效性和适用性。</a:t>
            </a:r>
            <a:endParaRPr sz="1200">
              <a:latin typeface="宋体"/>
              <a:cs typeface="宋体"/>
            </a:endParaRPr>
          </a:p>
        </p:txBody>
      </p:sp>
      <p:sp>
        <p:nvSpPr>
          <p:cNvPr id="17" name="object 17"/>
          <p:cNvSpPr txBox="1"/>
          <p:nvPr/>
        </p:nvSpPr>
        <p:spPr>
          <a:xfrm>
            <a:off x="3110229" y="4314190"/>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pic>
        <p:nvPicPr>
          <p:cNvPr id="18" name="object 18"/>
          <p:cNvPicPr/>
          <p:nvPr/>
        </p:nvPicPr>
        <p:blipFill>
          <a:blip r:embed="rId4" cstate="print"/>
          <a:stretch>
            <a:fillRect/>
          </a:stretch>
        </p:blipFill>
        <p:spPr>
          <a:xfrm>
            <a:off x="6273303" y="2108351"/>
            <a:ext cx="2185110" cy="616474"/>
          </a:xfrm>
          <a:prstGeom prst="rect">
            <a:avLst/>
          </a:prstGeom>
        </p:spPr>
      </p:pic>
      <p:sp>
        <p:nvSpPr>
          <p:cNvPr id="19" name="object 19"/>
          <p:cNvSpPr txBox="1"/>
          <p:nvPr/>
        </p:nvSpPr>
        <p:spPr>
          <a:xfrm>
            <a:off x="684276" y="2133980"/>
            <a:ext cx="7493634" cy="299720"/>
          </a:xfrm>
          <a:prstGeom prst="rect">
            <a:avLst/>
          </a:prstGeom>
        </p:spPr>
        <p:txBody>
          <a:bodyPr vert="horz" wrap="square" lIns="0" tIns="12700" rIns="0" bIns="0" rtlCol="0">
            <a:spAutoFit/>
          </a:bodyPr>
          <a:lstStyle/>
          <a:p>
            <a:pPr marL="12700">
              <a:lnSpc>
                <a:spcPct val="100000"/>
              </a:lnSpc>
              <a:spcBef>
                <a:spcPts val="100"/>
              </a:spcBef>
              <a:tabLst>
                <a:tab pos="5876290" algn="l"/>
              </a:tabLst>
            </a:pPr>
            <a:r>
              <a:rPr sz="2700" b="1" baseline="1543" dirty="0">
                <a:latin typeface="Microsoft JhengHei"/>
                <a:cs typeface="Microsoft JhengHei"/>
              </a:rPr>
              <a:t>任务分解与整</a:t>
            </a:r>
            <a:r>
              <a:rPr sz="2700" b="1" spc="-75" baseline="1543" dirty="0">
                <a:latin typeface="Microsoft JhengHei"/>
                <a:cs typeface="Microsoft JhengHei"/>
              </a:rPr>
              <a:t>合</a:t>
            </a:r>
            <a:r>
              <a:rPr sz="2700" b="1" baseline="1543" dirty="0">
                <a:latin typeface="Microsoft JhengHei"/>
                <a:cs typeface="Microsoft JhengHei"/>
              </a:rPr>
              <a:t>	</a:t>
            </a:r>
            <a:r>
              <a:rPr sz="1800" b="1" dirty="0">
                <a:latin typeface="Microsoft JhengHei"/>
                <a:cs typeface="Microsoft JhengHei"/>
              </a:rPr>
              <a:t>知识激活与联</a:t>
            </a:r>
            <a:r>
              <a:rPr sz="1800" b="1" spc="-50" dirty="0">
                <a:latin typeface="Microsoft JhengHei"/>
                <a:cs typeface="Microsoft JhengHei"/>
              </a:rPr>
              <a:t>想</a:t>
            </a:r>
            <a:endParaRPr sz="1800">
              <a:latin typeface="Microsoft JhengHei"/>
              <a:cs typeface="Microsoft JhengHei"/>
            </a:endParaRPr>
          </a:p>
        </p:txBody>
      </p:sp>
      <p:grpSp>
        <p:nvGrpSpPr>
          <p:cNvPr id="20" name="object 20"/>
          <p:cNvGrpSpPr/>
          <p:nvPr/>
        </p:nvGrpSpPr>
        <p:grpSpPr>
          <a:xfrm>
            <a:off x="6279515" y="2631439"/>
            <a:ext cx="5565140" cy="1509395"/>
            <a:chOff x="6279515" y="2631439"/>
            <a:chExt cx="5565140" cy="1509395"/>
          </a:xfrm>
        </p:grpSpPr>
        <p:sp>
          <p:nvSpPr>
            <p:cNvPr id="21" name="object 21"/>
            <p:cNvSpPr/>
            <p:nvPr/>
          </p:nvSpPr>
          <p:spPr>
            <a:xfrm>
              <a:off x="6283452" y="2634995"/>
              <a:ext cx="5558155" cy="1503045"/>
            </a:xfrm>
            <a:custGeom>
              <a:avLst/>
              <a:gdLst/>
              <a:ahLst/>
              <a:cxnLst/>
              <a:rect l="l" t="t" r="r" b="b"/>
              <a:pathLst>
                <a:path w="5558155" h="1503045">
                  <a:moveTo>
                    <a:pt x="5558028" y="1502663"/>
                  </a:moveTo>
                  <a:lnTo>
                    <a:pt x="0" y="1502663"/>
                  </a:lnTo>
                  <a:lnTo>
                    <a:pt x="0" y="0"/>
                  </a:lnTo>
                  <a:lnTo>
                    <a:pt x="5558028" y="0"/>
                  </a:lnTo>
                  <a:lnTo>
                    <a:pt x="5558028" y="1502663"/>
                  </a:lnTo>
                  <a:close/>
                </a:path>
              </a:pathLst>
            </a:custGeom>
            <a:solidFill>
              <a:srgbClr val="FFFFFF"/>
            </a:solidFill>
          </p:spPr>
          <p:txBody>
            <a:bodyPr wrap="square" lIns="0" tIns="0" rIns="0" bIns="0" rtlCol="0"/>
            <a:lstStyle/>
            <a:p>
              <a:endParaRPr/>
            </a:p>
          </p:txBody>
        </p:sp>
        <p:sp>
          <p:nvSpPr>
            <p:cNvPr id="22" name="object 22"/>
            <p:cNvSpPr/>
            <p:nvPr/>
          </p:nvSpPr>
          <p:spPr>
            <a:xfrm>
              <a:off x="6279515" y="2631439"/>
              <a:ext cx="5565140" cy="1509395"/>
            </a:xfrm>
            <a:custGeom>
              <a:avLst/>
              <a:gdLst/>
              <a:ahLst/>
              <a:cxnLst/>
              <a:rect l="l" t="t" r="r" b="b"/>
              <a:pathLst>
                <a:path w="5565140" h="1509395">
                  <a:moveTo>
                    <a:pt x="5561330" y="1509395"/>
                  </a:moveTo>
                  <a:lnTo>
                    <a:pt x="3810" y="1509395"/>
                  </a:lnTo>
                  <a:lnTo>
                    <a:pt x="2349" y="1509102"/>
                  </a:lnTo>
                  <a:lnTo>
                    <a:pt x="1117" y="1508277"/>
                  </a:lnTo>
                  <a:lnTo>
                    <a:pt x="292" y="1507045"/>
                  </a:lnTo>
                  <a:lnTo>
                    <a:pt x="0" y="1505585"/>
                  </a:lnTo>
                  <a:lnTo>
                    <a:pt x="0" y="3810"/>
                  </a:lnTo>
                  <a:lnTo>
                    <a:pt x="292" y="2349"/>
                  </a:lnTo>
                  <a:lnTo>
                    <a:pt x="1117" y="1117"/>
                  </a:lnTo>
                  <a:lnTo>
                    <a:pt x="2349" y="292"/>
                  </a:lnTo>
                  <a:lnTo>
                    <a:pt x="3810" y="0"/>
                  </a:lnTo>
                  <a:lnTo>
                    <a:pt x="5561330" y="0"/>
                  </a:lnTo>
                  <a:lnTo>
                    <a:pt x="5562790" y="292"/>
                  </a:lnTo>
                  <a:lnTo>
                    <a:pt x="5564022" y="1117"/>
                  </a:lnTo>
                  <a:lnTo>
                    <a:pt x="5564847" y="2349"/>
                  </a:lnTo>
                  <a:lnTo>
                    <a:pt x="5565140" y="3810"/>
                  </a:lnTo>
                  <a:lnTo>
                    <a:pt x="7620" y="3810"/>
                  </a:lnTo>
                  <a:lnTo>
                    <a:pt x="3810" y="7620"/>
                  </a:lnTo>
                  <a:lnTo>
                    <a:pt x="7620" y="7620"/>
                  </a:lnTo>
                  <a:lnTo>
                    <a:pt x="7620" y="1501775"/>
                  </a:lnTo>
                  <a:lnTo>
                    <a:pt x="3810" y="1501775"/>
                  </a:lnTo>
                  <a:lnTo>
                    <a:pt x="7620" y="1505585"/>
                  </a:lnTo>
                  <a:lnTo>
                    <a:pt x="5565140" y="1505585"/>
                  </a:lnTo>
                  <a:lnTo>
                    <a:pt x="5564847" y="1507045"/>
                  </a:lnTo>
                  <a:lnTo>
                    <a:pt x="5564022" y="1508277"/>
                  </a:lnTo>
                  <a:lnTo>
                    <a:pt x="5562790" y="1509102"/>
                  </a:lnTo>
                  <a:lnTo>
                    <a:pt x="5561330" y="1509395"/>
                  </a:lnTo>
                  <a:close/>
                </a:path>
                <a:path w="5565140" h="1509395">
                  <a:moveTo>
                    <a:pt x="7620" y="7620"/>
                  </a:moveTo>
                  <a:lnTo>
                    <a:pt x="3810" y="7620"/>
                  </a:lnTo>
                  <a:lnTo>
                    <a:pt x="7620" y="3810"/>
                  </a:lnTo>
                  <a:lnTo>
                    <a:pt x="7620" y="7620"/>
                  </a:lnTo>
                  <a:close/>
                </a:path>
                <a:path w="5565140" h="1509395">
                  <a:moveTo>
                    <a:pt x="5557520" y="7620"/>
                  </a:moveTo>
                  <a:lnTo>
                    <a:pt x="7620" y="7620"/>
                  </a:lnTo>
                  <a:lnTo>
                    <a:pt x="7620" y="3810"/>
                  </a:lnTo>
                  <a:lnTo>
                    <a:pt x="5557520" y="3810"/>
                  </a:lnTo>
                  <a:lnTo>
                    <a:pt x="5557520" y="7620"/>
                  </a:lnTo>
                  <a:close/>
                </a:path>
                <a:path w="5565140" h="1509395">
                  <a:moveTo>
                    <a:pt x="5557520" y="1505585"/>
                  </a:moveTo>
                  <a:lnTo>
                    <a:pt x="5557520" y="3810"/>
                  </a:lnTo>
                  <a:lnTo>
                    <a:pt x="5561330" y="7620"/>
                  </a:lnTo>
                  <a:lnTo>
                    <a:pt x="5565140" y="7620"/>
                  </a:lnTo>
                  <a:lnTo>
                    <a:pt x="5565140" y="1501775"/>
                  </a:lnTo>
                  <a:lnTo>
                    <a:pt x="5561330" y="1501775"/>
                  </a:lnTo>
                  <a:lnTo>
                    <a:pt x="5557520" y="1505585"/>
                  </a:lnTo>
                  <a:close/>
                </a:path>
                <a:path w="5565140" h="1509395">
                  <a:moveTo>
                    <a:pt x="5565140" y="7620"/>
                  </a:moveTo>
                  <a:lnTo>
                    <a:pt x="5561330" y="7620"/>
                  </a:lnTo>
                  <a:lnTo>
                    <a:pt x="5557520" y="3810"/>
                  </a:lnTo>
                  <a:lnTo>
                    <a:pt x="5565140" y="3810"/>
                  </a:lnTo>
                  <a:lnTo>
                    <a:pt x="5565140" y="7620"/>
                  </a:lnTo>
                  <a:close/>
                </a:path>
                <a:path w="5565140" h="1509395">
                  <a:moveTo>
                    <a:pt x="7620" y="1505585"/>
                  </a:moveTo>
                  <a:lnTo>
                    <a:pt x="3810" y="1501775"/>
                  </a:lnTo>
                  <a:lnTo>
                    <a:pt x="7620" y="1501775"/>
                  </a:lnTo>
                  <a:lnTo>
                    <a:pt x="7620" y="1505585"/>
                  </a:lnTo>
                  <a:close/>
                </a:path>
                <a:path w="5565140" h="1509395">
                  <a:moveTo>
                    <a:pt x="5557520" y="1505585"/>
                  </a:moveTo>
                  <a:lnTo>
                    <a:pt x="7620" y="1505585"/>
                  </a:lnTo>
                  <a:lnTo>
                    <a:pt x="7620" y="1501775"/>
                  </a:lnTo>
                  <a:lnTo>
                    <a:pt x="5557520" y="1501775"/>
                  </a:lnTo>
                  <a:lnTo>
                    <a:pt x="5557520" y="1505585"/>
                  </a:lnTo>
                  <a:close/>
                </a:path>
                <a:path w="5565140" h="1509395">
                  <a:moveTo>
                    <a:pt x="5565140" y="1505585"/>
                  </a:moveTo>
                  <a:lnTo>
                    <a:pt x="5557520" y="1505585"/>
                  </a:lnTo>
                  <a:lnTo>
                    <a:pt x="5561330" y="1501775"/>
                  </a:lnTo>
                  <a:lnTo>
                    <a:pt x="5565140" y="1501775"/>
                  </a:lnTo>
                  <a:lnTo>
                    <a:pt x="5565140" y="1505585"/>
                  </a:lnTo>
                  <a:close/>
                </a:path>
              </a:pathLst>
            </a:custGeom>
            <a:solidFill>
              <a:srgbClr val="C0C0C0"/>
            </a:solidFill>
          </p:spPr>
          <p:txBody>
            <a:bodyPr wrap="square" lIns="0" tIns="0" rIns="0" bIns="0" rtlCol="0"/>
            <a:lstStyle/>
            <a:p>
              <a:endParaRPr/>
            </a:p>
          </p:txBody>
        </p:sp>
      </p:grpSp>
      <p:sp>
        <p:nvSpPr>
          <p:cNvPr id="23" name="object 23"/>
          <p:cNvSpPr txBox="1"/>
          <p:nvPr/>
        </p:nvSpPr>
        <p:spPr>
          <a:xfrm>
            <a:off x="6362065" y="2639695"/>
            <a:ext cx="4737100" cy="14224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5" dirty="0">
                <a:latin typeface="宋体"/>
                <a:cs typeface="宋体"/>
              </a:rPr>
              <a:t>列出与[</a:t>
            </a:r>
            <a:r>
              <a:rPr sz="1200" spc="-70" dirty="0">
                <a:latin typeface="宋体"/>
                <a:cs typeface="宋体"/>
              </a:rPr>
              <a:t>主题]</a:t>
            </a:r>
            <a:r>
              <a:rPr sz="1200" spc="-5" dirty="0">
                <a:latin typeface="宋体"/>
                <a:cs typeface="宋体"/>
              </a:rPr>
              <a:t>相关的所有关键知识点，逐一进行详细解释。</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25" dirty="0">
                <a:latin typeface="宋体"/>
                <a:cs typeface="宋体"/>
              </a:rPr>
              <a:t>从不同领域中寻找与[</a:t>
            </a:r>
            <a:r>
              <a:rPr sz="1200" spc="-70" dirty="0">
                <a:latin typeface="宋体"/>
                <a:cs typeface="宋体"/>
              </a:rPr>
              <a:t>问题]</a:t>
            </a:r>
            <a:r>
              <a:rPr sz="1200" spc="-5" dirty="0">
                <a:latin typeface="宋体"/>
                <a:cs typeface="宋体"/>
              </a:rPr>
              <a:t>相关的知识点，并进行创造性联想。</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25" dirty="0">
                <a:latin typeface="宋体"/>
                <a:cs typeface="宋体"/>
              </a:rPr>
              <a:t>通过比喻或类比，将[</a:t>
            </a:r>
            <a:r>
              <a:rPr sz="1200" spc="-45" dirty="0">
                <a:latin typeface="宋体"/>
                <a:cs typeface="宋体"/>
              </a:rPr>
              <a:t>复杂概念]</a:t>
            </a:r>
            <a:r>
              <a:rPr sz="1200" spc="-5" dirty="0">
                <a:latin typeface="宋体"/>
                <a:cs typeface="宋体"/>
              </a:rPr>
              <a:t>与日常经验联系起来，便于理解。</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使用头脑风暴技术，生成多个可能的联想和创新点。</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将联想到的新观点或概念，整合进现有的知识体系中。</a:t>
            </a:r>
            <a:endParaRPr sz="1200">
              <a:latin typeface="宋体"/>
              <a:cs typeface="宋体"/>
            </a:endParaRPr>
          </a:p>
        </p:txBody>
      </p:sp>
      <p:sp>
        <p:nvSpPr>
          <p:cNvPr id="24" name="object 24"/>
          <p:cNvSpPr txBox="1"/>
          <p:nvPr/>
        </p:nvSpPr>
        <p:spPr>
          <a:xfrm>
            <a:off x="3110229" y="2151379"/>
            <a:ext cx="7038340" cy="299720"/>
          </a:xfrm>
          <a:prstGeom prst="rect">
            <a:avLst/>
          </a:prstGeom>
        </p:spPr>
        <p:txBody>
          <a:bodyPr vert="horz" wrap="square" lIns="0" tIns="12700" rIns="0" bIns="0" rtlCol="0">
            <a:spAutoFit/>
          </a:bodyPr>
          <a:lstStyle/>
          <a:p>
            <a:pPr marL="12700">
              <a:lnSpc>
                <a:spcPct val="100000"/>
              </a:lnSpc>
              <a:spcBef>
                <a:spcPts val="100"/>
              </a:spcBef>
              <a:tabLst>
                <a:tab pos="5879465" algn="l"/>
              </a:tabLst>
            </a:pPr>
            <a:r>
              <a:rPr sz="1800" b="1" dirty="0">
                <a:latin typeface="Microsoft JhengHei"/>
                <a:cs typeface="Microsoft JhengHei"/>
              </a:rPr>
              <a:t>实战技巧</a:t>
            </a:r>
            <a:r>
              <a:rPr sz="1800" b="1" spc="-50" dirty="0">
                <a:latin typeface="Microsoft JhengHei"/>
                <a:cs typeface="Microsoft JhengHei"/>
              </a:rPr>
              <a:t>：</a:t>
            </a:r>
            <a:r>
              <a:rPr sz="1800" b="1" dirty="0">
                <a:latin typeface="Microsoft JhengHei"/>
                <a:cs typeface="Microsoft JhengHei"/>
              </a:rPr>
              <a:t>	实战技巧</a:t>
            </a:r>
            <a:r>
              <a:rPr sz="1800" b="1" spc="-50" dirty="0">
                <a:latin typeface="Microsoft JhengHei"/>
                <a:cs typeface="Microsoft JhengHei"/>
              </a:rPr>
              <a:t>：</a:t>
            </a:r>
            <a:endParaRPr sz="1800">
              <a:latin typeface="Microsoft JhengHei"/>
              <a:cs typeface="Microsoft JhengHei"/>
            </a:endParaRPr>
          </a:p>
        </p:txBody>
      </p:sp>
      <p:pic>
        <p:nvPicPr>
          <p:cNvPr id="25" name="object 25"/>
          <p:cNvPicPr/>
          <p:nvPr/>
        </p:nvPicPr>
        <p:blipFill>
          <a:blip r:embed="rId5" cstate="print"/>
          <a:stretch>
            <a:fillRect/>
          </a:stretch>
        </p:blipFill>
        <p:spPr>
          <a:xfrm>
            <a:off x="6273303" y="4304461"/>
            <a:ext cx="2185110" cy="616474"/>
          </a:xfrm>
          <a:prstGeom prst="rect">
            <a:avLst/>
          </a:prstGeom>
        </p:spPr>
      </p:pic>
      <p:sp>
        <p:nvSpPr>
          <p:cNvPr id="26" name="object 26"/>
          <p:cNvSpPr txBox="1"/>
          <p:nvPr/>
        </p:nvSpPr>
        <p:spPr>
          <a:xfrm>
            <a:off x="6548501" y="4334255"/>
            <a:ext cx="162941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创意引导与拓展</a:t>
            </a:r>
            <a:endParaRPr sz="1800">
              <a:latin typeface="Microsoft JhengHei"/>
              <a:cs typeface="Microsoft JhengHei"/>
            </a:endParaRPr>
          </a:p>
        </p:txBody>
      </p:sp>
      <p:sp>
        <p:nvSpPr>
          <p:cNvPr id="27" name="object 27"/>
          <p:cNvSpPr txBox="1"/>
          <p:nvPr/>
        </p:nvSpPr>
        <p:spPr>
          <a:xfrm>
            <a:off x="8977630" y="4351654"/>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grpSp>
        <p:nvGrpSpPr>
          <p:cNvPr id="28" name="object 28"/>
          <p:cNvGrpSpPr/>
          <p:nvPr/>
        </p:nvGrpSpPr>
        <p:grpSpPr>
          <a:xfrm>
            <a:off x="6279515" y="4810759"/>
            <a:ext cx="5565140" cy="1791335"/>
            <a:chOff x="6279515" y="4810759"/>
            <a:chExt cx="5565140" cy="1791335"/>
          </a:xfrm>
        </p:grpSpPr>
        <p:sp>
          <p:nvSpPr>
            <p:cNvPr id="29" name="object 29"/>
            <p:cNvSpPr/>
            <p:nvPr/>
          </p:nvSpPr>
          <p:spPr>
            <a:xfrm>
              <a:off x="6283452" y="4814315"/>
              <a:ext cx="5558155" cy="1784985"/>
            </a:xfrm>
            <a:custGeom>
              <a:avLst/>
              <a:gdLst/>
              <a:ahLst/>
              <a:cxnLst/>
              <a:rect l="l" t="t" r="r" b="b"/>
              <a:pathLst>
                <a:path w="5558155" h="1784984">
                  <a:moveTo>
                    <a:pt x="5558028" y="1784604"/>
                  </a:moveTo>
                  <a:lnTo>
                    <a:pt x="0" y="1784604"/>
                  </a:lnTo>
                  <a:lnTo>
                    <a:pt x="0" y="0"/>
                  </a:lnTo>
                  <a:lnTo>
                    <a:pt x="5558028" y="0"/>
                  </a:lnTo>
                  <a:lnTo>
                    <a:pt x="5558028" y="1784604"/>
                  </a:lnTo>
                  <a:close/>
                </a:path>
              </a:pathLst>
            </a:custGeom>
            <a:solidFill>
              <a:srgbClr val="FFFFFF"/>
            </a:solidFill>
          </p:spPr>
          <p:txBody>
            <a:bodyPr wrap="square" lIns="0" tIns="0" rIns="0" bIns="0" rtlCol="0"/>
            <a:lstStyle/>
            <a:p>
              <a:endParaRPr/>
            </a:p>
          </p:txBody>
        </p:sp>
        <p:sp>
          <p:nvSpPr>
            <p:cNvPr id="30" name="object 30"/>
            <p:cNvSpPr/>
            <p:nvPr/>
          </p:nvSpPr>
          <p:spPr>
            <a:xfrm>
              <a:off x="6279515" y="4810759"/>
              <a:ext cx="5565140" cy="1791335"/>
            </a:xfrm>
            <a:custGeom>
              <a:avLst/>
              <a:gdLst/>
              <a:ahLst/>
              <a:cxnLst/>
              <a:rect l="l" t="t" r="r" b="b"/>
              <a:pathLst>
                <a:path w="5565140" h="1791334">
                  <a:moveTo>
                    <a:pt x="5561330" y="1791335"/>
                  </a:moveTo>
                  <a:lnTo>
                    <a:pt x="3810" y="1791335"/>
                  </a:lnTo>
                  <a:lnTo>
                    <a:pt x="2349" y="1791042"/>
                  </a:lnTo>
                  <a:lnTo>
                    <a:pt x="1117" y="1790217"/>
                  </a:lnTo>
                  <a:lnTo>
                    <a:pt x="292" y="1788985"/>
                  </a:lnTo>
                  <a:lnTo>
                    <a:pt x="0" y="1787524"/>
                  </a:lnTo>
                  <a:lnTo>
                    <a:pt x="0" y="3810"/>
                  </a:lnTo>
                  <a:lnTo>
                    <a:pt x="292" y="2349"/>
                  </a:lnTo>
                  <a:lnTo>
                    <a:pt x="1117" y="1117"/>
                  </a:lnTo>
                  <a:lnTo>
                    <a:pt x="2349" y="292"/>
                  </a:lnTo>
                  <a:lnTo>
                    <a:pt x="3810" y="0"/>
                  </a:lnTo>
                  <a:lnTo>
                    <a:pt x="5561330" y="0"/>
                  </a:lnTo>
                  <a:lnTo>
                    <a:pt x="5562790" y="292"/>
                  </a:lnTo>
                  <a:lnTo>
                    <a:pt x="5564022" y="1117"/>
                  </a:lnTo>
                  <a:lnTo>
                    <a:pt x="5564847" y="2349"/>
                  </a:lnTo>
                  <a:lnTo>
                    <a:pt x="5565140" y="3810"/>
                  </a:lnTo>
                  <a:lnTo>
                    <a:pt x="7620" y="3810"/>
                  </a:lnTo>
                  <a:lnTo>
                    <a:pt x="3810" y="7619"/>
                  </a:lnTo>
                  <a:lnTo>
                    <a:pt x="7620" y="7619"/>
                  </a:lnTo>
                  <a:lnTo>
                    <a:pt x="7620" y="1783714"/>
                  </a:lnTo>
                  <a:lnTo>
                    <a:pt x="3810" y="1783714"/>
                  </a:lnTo>
                  <a:lnTo>
                    <a:pt x="7620" y="1787524"/>
                  </a:lnTo>
                  <a:lnTo>
                    <a:pt x="5565140" y="1787524"/>
                  </a:lnTo>
                  <a:lnTo>
                    <a:pt x="5564847" y="1788985"/>
                  </a:lnTo>
                  <a:lnTo>
                    <a:pt x="5564022" y="1790217"/>
                  </a:lnTo>
                  <a:lnTo>
                    <a:pt x="5562790" y="1791042"/>
                  </a:lnTo>
                  <a:lnTo>
                    <a:pt x="5561330" y="1791335"/>
                  </a:lnTo>
                  <a:close/>
                </a:path>
                <a:path w="5565140" h="1791334">
                  <a:moveTo>
                    <a:pt x="7620" y="7619"/>
                  </a:moveTo>
                  <a:lnTo>
                    <a:pt x="3810" y="7619"/>
                  </a:lnTo>
                  <a:lnTo>
                    <a:pt x="7620" y="3810"/>
                  </a:lnTo>
                  <a:lnTo>
                    <a:pt x="7620" y="7619"/>
                  </a:lnTo>
                  <a:close/>
                </a:path>
                <a:path w="5565140" h="1791334">
                  <a:moveTo>
                    <a:pt x="5557520" y="7619"/>
                  </a:moveTo>
                  <a:lnTo>
                    <a:pt x="7620" y="7619"/>
                  </a:lnTo>
                  <a:lnTo>
                    <a:pt x="7620" y="3810"/>
                  </a:lnTo>
                  <a:lnTo>
                    <a:pt x="5557520" y="3810"/>
                  </a:lnTo>
                  <a:lnTo>
                    <a:pt x="5557520" y="7619"/>
                  </a:lnTo>
                  <a:close/>
                </a:path>
                <a:path w="5565140" h="1791334">
                  <a:moveTo>
                    <a:pt x="5557520" y="1787524"/>
                  </a:moveTo>
                  <a:lnTo>
                    <a:pt x="5557520" y="3810"/>
                  </a:lnTo>
                  <a:lnTo>
                    <a:pt x="5561330" y="7619"/>
                  </a:lnTo>
                  <a:lnTo>
                    <a:pt x="5565140" y="7619"/>
                  </a:lnTo>
                  <a:lnTo>
                    <a:pt x="5565140" y="1783714"/>
                  </a:lnTo>
                  <a:lnTo>
                    <a:pt x="5561330" y="1783714"/>
                  </a:lnTo>
                  <a:lnTo>
                    <a:pt x="5557520" y="1787524"/>
                  </a:lnTo>
                  <a:close/>
                </a:path>
                <a:path w="5565140" h="1791334">
                  <a:moveTo>
                    <a:pt x="5565140" y="7619"/>
                  </a:moveTo>
                  <a:lnTo>
                    <a:pt x="5561330" y="7619"/>
                  </a:lnTo>
                  <a:lnTo>
                    <a:pt x="5557520" y="3810"/>
                  </a:lnTo>
                  <a:lnTo>
                    <a:pt x="5565140" y="3810"/>
                  </a:lnTo>
                  <a:lnTo>
                    <a:pt x="5565140" y="7619"/>
                  </a:lnTo>
                  <a:close/>
                </a:path>
                <a:path w="5565140" h="1791334">
                  <a:moveTo>
                    <a:pt x="7620" y="1787524"/>
                  </a:moveTo>
                  <a:lnTo>
                    <a:pt x="3810" y="1783714"/>
                  </a:lnTo>
                  <a:lnTo>
                    <a:pt x="7620" y="1783714"/>
                  </a:lnTo>
                  <a:lnTo>
                    <a:pt x="7620" y="1787524"/>
                  </a:lnTo>
                  <a:close/>
                </a:path>
                <a:path w="5565140" h="1791334">
                  <a:moveTo>
                    <a:pt x="5557520" y="1787524"/>
                  </a:moveTo>
                  <a:lnTo>
                    <a:pt x="7620" y="1787524"/>
                  </a:lnTo>
                  <a:lnTo>
                    <a:pt x="7620" y="1783714"/>
                  </a:lnTo>
                  <a:lnTo>
                    <a:pt x="5557520" y="1783714"/>
                  </a:lnTo>
                  <a:lnTo>
                    <a:pt x="5557520" y="1787524"/>
                  </a:lnTo>
                  <a:close/>
                </a:path>
                <a:path w="5565140" h="1791334">
                  <a:moveTo>
                    <a:pt x="5565140" y="1787524"/>
                  </a:moveTo>
                  <a:lnTo>
                    <a:pt x="5557520" y="1787524"/>
                  </a:lnTo>
                  <a:lnTo>
                    <a:pt x="5561330" y="1783714"/>
                  </a:lnTo>
                  <a:lnTo>
                    <a:pt x="5565140" y="1783714"/>
                  </a:lnTo>
                  <a:lnTo>
                    <a:pt x="5565140" y="1787524"/>
                  </a:lnTo>
                  <a:close/>
                </a:path>
              </a:pathLst>
            </a:custGeom>
            <a:solidFill>
              <a:srgbClr val="C0C0C0"/>
            </a:solidFill>
          </p:spPr>
          <p:txBody>
            <a:bodyPr wrap="square" lIns="0" tIns="0" rIns="0" bIns="0" rtlCol="0"/>
            <a:lstStyle/>
            <a:p>
              <a:endParaRPr/>
            </a:p>
          </p:txBody>
        </p:sp>
      </p:grpSp>
      <p:sp>
        <p:nvSpPr>
          <p:cNvPr id="31" name="object 31"/>
          <p:cNvSpPr txBox="1"/>
          <p:nvPr/>
        </p:nvSpPr>
        <p:spPr>
          <a:xfrm>
            <a:off x="6362065" y="4819015"/>
            <a:ext cx="5398770" cy="17018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15" dirty="0">
                <a:latin typeface="宋体"/>
                <a:cs typeface="宋体"/>
              </a:rPr>
              <a:t>请从一个全新的角度重新思考[</a:t>
            </a:r>
            <a:r>
              <a:rPr sz="1200" spc="-70" dirty="0">
                <a:latin typeface="宋体"/>
                <a:cs typeface="宋体"/>
              </a:rPr>
              <a:t>问题/</a:t>
            </a:r>
            <a:r>
              <a:rPr sz="1200" spc="-40" dirty="0">
                <a:latin typeface="宋体"/>
                <a:cs typeface="宋体"/>
              </a:rPr>
              <a:t>主题]，并提出与众不同的见解。</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10" dirty="0">
                <a:latin typeface="宋体"/>
                <a:cs typeface="宋体"/>
              </a:rPr>
              <a:t>请将其他领域中与此不相关的概念结合起来，探索其在[</a:t>
            </a:r>
            <a:r>
              <a:rPr sz="1200" spc="-70" dirty="0">
                <a:latin typeface="宋体"/>
                <a:cs typeface="宋体"/>
              </a:rPr>
              <a:t>主题]</a:t>
            </a:r>
            <a:r>
              <a:rPr sz="1200" spc="-10" dirty="0">
                <a:latin typeface="宋体"/>
                <a:cs typeface="宋体"/>
              </a:rPr>
              <a:t>上的应用。</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15" dirty="0">
                <a:latin typeface="宋体"/>
                <a:cs typeface="宋体"/>
              </a:rPr>
              <a:t>请设定一个全新的情境，讨论在此情境下[</a:t>
            </a:r>
            <a:r>
              <a:rPr sz="1200" spc="-70" dirty="0">
                <a:latin typeface="宋体"/>
                <a:cs typeface="宋体"/>
              </a:rPr>
              <a:t>问题/主题]</a:t>
            </a:r>
            <a:r>
              <a:rPr sz="1200" spc="-10" dirty="0">
                <a:latin typeface="宋体"/>
                <a:cs typeface="宋体"/>
              </a:rPr>
              <a:t>会有怎样的发展。</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15" dirty="0">
                <a:latin typeface="宋体"/>
                <a:cs typeface="宋体"/>
              </a:rPr>
              <a:t>请挑战现有的常规观点，从反面角度思考[</a:t>
            </a:r>
            <a:r>
              <a:rPr sz="1200" spc="-70" dirty="0">
                <a:latin typeface="宋体"/>
                <a:cs typeface="宋体"/>
              </a:rPr>
              <a:t>问题/</a:t>
            </a:r>
            <a:r>
              <a:rPr sz="1200" spc="-40" dirty="0">
                <a:latin typeface="宋体"/>
                <a:cs typeface="宋体"/>
              </a:rPr>
              <a:t>主题]，并提出新的可能性。</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请结合不同学科的理论，提出一个创新的解决方案。</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请从结果出发，倒推可能的原因和过程，探索新的解决途径。</a:t>
            </a:r>
            <a:endParaRPr sz="1200">
              <a:latin typeface="宋体"/>
              <a:cs typeface="宋体"/>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6546850"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提示语链的作用机制（二</a:t>
            </a:r>
            <a:r>
              <a:rPr sz="4000" spc="-50" dirty="0"/>
              <a:t>）</a:t>
            </a:r>
            <a:endParaRPr sz="4000"/>
          </a:p>
        </p:txBody>
      </p:sp>
      <p:pic>
        <p:nvPicPr>
          <p:cNvPr id="3" name="object 3"/>
          <p:cNvPicPr/>
          <p:nvPr/>
        </p:nvPicPr>
        <p:blipFill>
          <a:blip r:embed="rId2" cstate="print"/>
          <a:stretch>
            <a:fillRect/>
          </a:stretch>
        </p:blipFill>
        <p:spPr>
          <a:xfrm>
            <a:off x="409078" y="1068221"/>
            <a:ext cx="2185110" cy="612308"/>
          </a:xfrm>
          <a:prstGeom prst="rect">
            <a:avLst/>
          </a:prstGeom>
        </p:spPr>
      </p:pic>
      <p:pic>
        <p:nvPicPr>
          <p:cNvPr id="4" name="object 4"/>
          <p:cNvPicPr/>
          <p:nvPr/>
        </p:nvPicPr>
        <p:blipFill>
          <a:blip r:embed="rId3" cstate="print"/>
          <a:stretch>
            <a:fillRect/>
          </a:stretch>
        </p:blipFill>
        <p:spPr>
          <a:xfrm>
            <a:off x="409078" y="3258971"/>
            <a:ext cx="2185110" cy="612308"/>
          </a:xfrm>
          <a:prstGeom prst="rect">
            <a:avLst/>
          </a:prstGeom>
        </p:spPr>
      </p:pic>
      <p:sp>
        <p:nvSpPr>
          <p:cNvPr id="5" name="object 5"/>
          <p:cNvSpPr txBox="1"/>
          <p:nvPr/>
        </p:nvSpPr>
        <p:spPr>
          <a:xfrm>
            <a:off x="684276" y="3284601"/>
            <a:ext cx="162941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多模态信息处理</a:t>
            </a:r>
            <a:endParaRPr sz="1800">
              <a:latin typeface="Microsoft JhengHei"/>
              <a:cs typeface="Microsoft JhengHei"/>
            </a:endParaRPr>
          </a:p>
        </p:txBody>
      </p:sp>
      <p:sp>
        <p:nvSpPr>
          <p:cNvPr id="6" name="object 6"/>
          <p:cNvSpPr txBox="1"/>
          <p:nvPr/>
        </p:nvSpPr>
        <p:spPr>
          <a:xfrm>
            <a:off x="3110229" y="1111884"/>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sp>
        <p:nvSpPr>
          <p:cNvPr id="7" name="object 7"/>
          <p:cNvSpPr txBox="1"/>
          <p:nvPr/>
        </p:nvSpPr>
        <p:spPr>
          <a:xfrm>
            <a:off x="3110229" y="3306445"/>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pic>
        <p:nvPicPr>
          <p:cNvPr id="8" name="object 8"/>
          <p:cNvPicPr/>
          <p:nvPr/>
        </p:nvPicPr>
        <p:blipFill>
          <a:blip r:embed="rId4" cstate="print"/>
          <a:stretch>
            <a:fillRect/>
          </a:stretch>
        </p:blipFill>
        <p:spPr>
          <a:xfrm>
            <a:off x="6273284" y="1067866"/>
            <a:ext cx="2411204" cy="616474"/>
          </a:xfrm>
          <a:prstGeom prst="rect">
            <a:avLst/>
          </a:prstGeom>
        </p:spPr>
      </p:pic>
      <p:sp>
        <p:nvSpPr>
          <p:cNvPr id="9" name="object 9"/>
          <p:cNvSpPr txBox="1"/>
          <p:nvPr/>
        </p:nvSpPr>
        <p:spPr>
          <a:xfrm>
            <a:off x="684276" y="1097660"/>
            <a:ext cx="7835900" cy="299720"/>
          </a:xfrm>
          <a:prstGeom prst="rect">
            <a:avLst/>
          </a:prstGeom>
        </p:spPr>
        <p:txBody>
          <a:bodyPr vert="horz" wrap="square" lIns="0" tIns="12700" rIns="0" bIns="0" rtlCol="0">
            <a:spAutoFit/>
          </a:bodyPr>
          <a:lstStyle/>
          <a:p>
            <a:pPr marL="12700">
              <a:lnSpc>
                <a:spcPct val="100000"/>
              </a:lnSpc>
              <a:spcBef>
                <a:spcPts val="100"/>
              </a:spcBef>
              <a:tabLst>
                <a:tab pos="5760085" algn="l"/>
              </a:tabLst>
            </a:pPr>
            <a:r>
              <a:rPr sz="2700" b="1" baseline="1543" dirty="0">
                <a:latin typeface="Microsoft JhengHei"/>
                <a:cs typeface="Microsoft JhengHei"/>
              </a:rPr>
              <a:t>质量控制与优</a:t>
            </a:r>
            <a:r>
              <a:rPr sz="2700" b="1" spc="-75" baseline="1543" dirty="0">
                <a:latin typeface="Microsoft JhengHei"/>
                <a:cs typeface="Microsoft JhengHei"/>
              </a:rPr>
              <a:t>化</a:t>
            </a:r>
            <a:r>
              <a:rPr sz="2700" b="1" baseline="1543" dirty="0">
                <a:latin typeface="Microsoft JhengHei"/>
                <a:cs typeface="Microsoft JhengHei"/>
              </a:rPr>
              <a:t>	</a:t>
            </a:r>
            <a:r>
              <a:rPr sz="1800" b="1" dirty="0">
                <a:latin typeface="Microsoft JhengHei"/>
                <a:cs typeface="Microsoft JhengHei"/>
              </a:rPr>
              <a:t>反馈整合与动态调</a:t>
            </a:r>
            <a:r>
              <a:rPr sz="1800" b="1" spc="-50" dirty="0">
                <a:latin typeface="Microsoft JhengHei"/>
                <a:cs typeface="Microsoft JhengHei"/>
              </a:rPr>
              <a:t>整</a:t>
            </a:r>
            <a:endParaRPr sz="1800">
              <a:latin typeface="Microsoft JhengHei"/>
              <a:cs typeface="Microsoft JhengHei"/>
            </a:endParaRPr>
          </a:p>
        </p:txBody>
      </p:sp>
      <p:sp>
        <p:nvSpPr>
          <p:cNvPr id="10" name="object 10"/>
          <p:cNvSpPr txBox="1"/>
          <p:nvPr/>
        </p:nvSpPr>
        <p:spPr>
          <a:xfrm>
            <a:off x="8977630" y="1115059"/>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a:t>
            </a:r>
            <a:endParaRPr sz="1800">
              <a:latin typeface="Microsoft JhengHei"/>
              <a:cs typeface="Microsoft JhengHei"/>
            </a:endParaRPr>
          </a:p>
        </p:txBody>
      </p:sp>
      <p:grpSp>
        <p:nvGrpSpPr>
          <p:cNvPr id="11" name="object 11"/>
          <p:cNvGrpSpPr/>
          <p:nvPr/>
        </p:nvGrpSpPr>
        <p:grpSpPr>
          <a:xfrm>
            <a:off x="415290" y="1595119"/>
            <a:ext cx="5737225" cy="1509395"/>
            <a:chOff x="415290" y="1595119"/>
            <a:chExt cx="5737225" cy="1509395"/>
          </a:xfrm>
        </p:grpSpPr>
        <p:sp>
          <p:nvSpPr>
            <p:cNvPr id="12" name="object 12"/>
            <p:cNvSpPr/>
            <p:nvPr/>
          </p:nvSpPr>
          <p:spPr>
            <a:xfrm>
              <a:off x="419100" y="1598675"/>
              <a:ext cx="5730240" cy="1503045"/>
            </a:xfrm>
            <a:custGeom>
              <a:avLst/>
              <a:gdLst/>
              <a:ahLst/>
              <a:cxnLst/>
              <a:rect l="l" t="t" r="r" b="b"/>
              <a:pathLst>
                <a:path w="5730240" h="1503045">
                  <a:moveTo>
                    <a:pt x="5730240" y="1502664"/>
                  </a:moveTo>
                  <a:lnTo>
                    <a:pt x="0" y="1502664"/>
                  </a:lnTo>
                  <a:lnTo>
                    <a:pt x="0" y="0"/>
                  </a:lnTo>
                  <a:lnTo>
                    <a:pt x="5730240" y="0"/>
                  </a:lnTo>
                  <a:lnTo>
                    <a:pt x="5730240" y="1502664"/>
                  </a:lnTo>
                  <a:close/>
                </a:path>
              </a:pathLst>
            </a:custGeom>
            <a:solidFill>
              <a:srgbClr val="FFFFFF"/>
            </a:solidFill>
          </p:spPr>
          <p:txBody>
            <a:bodyPr wrap="square" lIns="0" tIns="0" rIns="0" bIns="0" rtlCol="0"/>
            <a:lstStyle/>
            <a:p>
              <a:endParaRPr/>
            </a:p>
          </p:txBody>
        </p:sp>
        <p:sp>
          <p:nvSpPr>
            <p:cNvPr id="13" name="object 13"/>
            <p:cNvSpPr/>
            <p:nvPr/>
          </p:nvSpPr>
          <p:spPr>
            <a:xfrm>
              <a:off x="415290" y="1595119"/>
              <a:ext cx="5737225" cy="1509395"/>
            </a:xfrm>
            <a:custGeom>
              <a:avLst/>
              <a:gdLst/>
              <a:ahLst/>
              <a:cxnLst/>
              <a:rect l="l" t="t" r="r" b="b"/>
              <a:pathLst>
                <a:path w="5737225" h="1509395">
                  <a:moveTo>
                    <a:pt x="5733415" y="1509394"/>
                  </a:moveTo>
                  <a:lnTo>
                    <a:pt x="3809" y="1509394"/>
                  </a:lnTo>
                  <a:lnTo>
                    <a:pt x="2349" y="1509102"/>
                  </a:lnTo>
                  <a:lnTo>
                    <a:pt x="1117" y="1508277"/>
                  </a:lnTo>
                  <a:lnTo>
                    <a:pt x="292" y="1507045"/>
                  </a:lnTo>
                  <a:lnTo>
                    <a:pt x="0" y="1505584"/>
                  </a:lnTo>
                  <a:lnTo>
                    <a:pt x="0" y="3809"/>
                  </a:lnTo>
                  <a:lnTo>
                    <a:pt x="292" y="2349"/>
                  </a:lnTo>
                  <a:lnTo>
                    <a:pt x="1117" y="1117"/>
                  </a:lnTo>
                  <a:lnTo>
                    <a:pt x="2349" y="292"/>
                  </a:lnTo>
                  <a:lnTo>
                    <a:pt x="3809" y="0"/>
                  </a:lnTo>
                  <a:lnTo>
                    <a:pt x="5733415" y="0"/>
                  </a:lnTo>
                  <a:lnTo>
                    <a:pt x="5734875" y="292"/>
                  </a:lnTo>
                  <a:lnTo>
                    <a:pt x="5736107" y="1117"/>
                  </a:lnTo>
                  <a:lnTo>
                    <a:pt x="5736932" y="2349"/>
                  </a:lnTo>
                  <a:lnTo>
                    <a:pt x="5737225" y="3809"/>
                  </a:lnTo>
                  <a:lnTo>
                    <a:pt x="7619" y="3809"/>
                  </a:lnTo>
                  <a:lnTo>
                    <a:pt x="3810" y="7619"/>
                  </a:lnTo>
                  <a:lnTo>
                    <a:pt x="7619" y="7619"/>
                  </a:lnTo>
                  <a:lnTo>
                    <a:pt x="7619" y="1501774"/>
                  </a:lnTo>
                  <a:lnTo>
                    <a:pt x="3809" y="1501774"/>
                  </a:lnTo>
                  <a:lnTo>
                    <a:pt x="7619" y="1505584"/>
                  </a:lnTo>
                  <a:lnTo>
                    <a:pt x="5737225" y="1505584"/>
                  </a:lnTo>
                  <a:lnTo>
                    <a:pt x="5736932" y="1507045"/>
                  </a:lnTo>
                  <a:lnTo>
                    <a:pt x="5736107" y="1508277"/>
                  </a:lnTo>
                  <a:lnTo>
                    <a:pt x="5734875" y="1509102"/>
                  </a:lnTo>
                  <a:lnTo>
                    <a:pt x="5733415" y="1509394"/>
                  </a:lnTo>
                  <a:close/>
                </a:path>
                <a:path w="5737225" h="1509395">
                  <a:moveTo>
                    <a:pt x="7619" y="7619"/>
                  </a:moveTo>
                  <a:lnTo>
                    <a:pt x="3810" y="7619"/>
                  </a:lnTo>
                  <a:lnTo>
                    <a:pt x="7619" y="3809"/>
                  </a:lnTo>
                  <a:lnTo>
                    <a:pt x="7619" y="7619"/>
                  </a:lnTo>
                  <a:close/>
                </a:path>
                <a:path w="5737225" h="1509395">
                  <a:moveTo>
                    <a:pt x="5729605" y="7619"/>
                  </a:moveTo>
                  <a:lnTo>
                    <a:pt x="7619" y="7619"/>
                  </a:lnTo>
                  <a:lnTo>
                    <a:pt x="7619" y="3809"/>
                  </a:lnTo>
                  <a:lnTo>
                    <a:pt x="5729605" y="3809"/>
                  </a:lnTo>
                  <a:lnTo>
                    <a:pt x="5729605" y="7619"/>
                  </a:lnTo>
                  <a:close/>
                </a:path>
                <a:path w="5737225" h="1509395">
                  <a:moveTo>
                    <a:pt x="5729605" y="1505584"/>
                  </a:moveTo>
                  <a:lnTo>
                    <a:pt x="5729605" y="3809"/>
                  </a:lnTo>
                  <a:lnTo>
                    <a:pt x="5733415" y="7619"/>
                  </a:lnTo>
                  <a:lnTo>
                    <a:pt x="5737225" y="7619"/>
                  </a:lnTo>
                  <a:lnTo>
                    <a:pt x="5737225" y="1501774"/>
                  </a:lnTo>
                  <a:lnTo>
                    <a:pt x="5733415" y="1501774"/>
                  </a:lnTo>
                  <a:lnTo>
                    <a:pt x="5729605" y="1505584"/>
                  </a:lnTo>
                  <a:close/>
                </a:path>
                <a:path w="5737225" h="1509395">
                  <a:moveTo>
                    <a:pt x="5737225" y="7619"/>
                  </a:moveTo>
                  <a:lnTo>
                    <a:pt x="5733415" y="7619"/>
                  </a:lnTo>
                  <a:lnTo>
                    <a:pt x="5729605" y="3809"/>
                  </a:lnTo>
                  <a:lnTo>
                    <a:pt x="5737225" y="3809"/>
                  </a:lnTo>
                  <a:lnTo>
                    <a:pt x="5737225" y="7619"/>
                  </a:lnTo>
                  <a:close/>
                </a:path>
                <a:path w="5737225" h="1509395">
                  <a:moveTo>
                    <a:pt x="7619" y="1505584"/>
                  </a:moveTo>
                  <a:lnTo>
                    <a:pt x="3809" y="1501774"/>
                  </a:lnTo>
                  <a:lnTo>
                    <a:pt x="7619" y="1501774"/>
                  </a:lnTo>
                  <a:lnTo>
                    <a:pt x="7619" y="1505584"/>
                  </a:lnTo>
                  <a:close/>
                </a:path>
                <a:path w="5737225" h="1509395">
                  <a:moveTo>
                    <a:pt x="5729605" y="1505584"/>
                  </a:moveTo>
                  <a:lnTo>
                    <a:pt x="7619" y="1505584"/>
                  </a:lnTo>
                  <a:lnTo>
                    <a:pt x="7619" y="1501774"/>
                  </a:lnTo>
                  <a:lnTo>
                    <a:pt x="5729605" y="1501774"/>
                  </a:lnTo>
                  <a:lnTo>
                    <a:pt x="5729605" y="1505584"/>
                  </a:lnTo>
                  <a:close/>
                </a:path>
                <a:path w="5737225" h="1509395">
                  <a:moveTo>
                    <a:pt x="5737225" y="1505584"/>
                  </a:moveTo>
                  <a:lnTo>
                    <a:pt x="5729605" y="1505584"/>
                  </a:lnTo>
                  <a:lnTo>
                    <a:pt x="5733415" y="1501774"/>
                  </a:lnTo>
                  <a:lnTo>
                    <a:pt x="5737225" y="1501774"/>
                  </a:lnTo>
                  <a:lnTo>
                    <a:pt x="5737225" y="1505584"/>
                  </a:lnTo>
                  <a:close/>
                </a:path>
              </a:pathLst>
            </a:custGeom>
            <a:solidFill>
              <a:srgbClr val="C0C0C0"/>
            </a:solidFill>
          </p:spPr>
          <p:txBody>
            <a:bodyPr wrap="square" lIns="0" tIns="0" rIns="0" bIns="0" rtlCol="0"/>
            <a:lstStyle/>
            <a:p>
              <a:endParaRPr/>
            </a:p>
          </p:txBody>
        </p:sp>
      </p:grpSp>
      <p:sp>
        <p:nvSpPr>
          <p:cNvPr id="14" name="object 14"/>
          <p:cNvSpPr txBox="1"/>
          <p:nvPr/>
        </p:nvSpPr>
        <p:spPr>
          <a:xfrm>
            <a:off x="497840" y="1603375"/>
            <a:ext cx="4025900" cy="14224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 dirty="0">
                <a:latin typeface="宋体"/>
                <a:cs typeface="宋体"/>
              </a:rPr>
              <a:t>在每个步骤完成后，进行自我评估和质量检查。</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使用清单核对每个部分是否满足预期目标和质量标准。</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设立中期检查点，对任务进度和质量进行评估和调整。</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请求同行或专家对内容进行审阅并提供反馈。</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根据反馈意见，逐步优化和完善文章的各个部分。</a:t>
            </a:r>
            <a:endParaRPr sz="1200">
              <a:latin typeface="宋体"/>
              <a:cs typeface="宋体"/>
            </a:endParaRPr>
          </a:p>
        </p:txBody>
      </p:sp>
      <p:grpSp>
        <p:nvGrpSpPr>
          <p:cNvPr id="15" name="object 15"/>
          <p:cNvGrpSpPr/>
          <p:nvPr/>
        </p:nvGrpSpPr>
        <p:grpSpPr>
          <a:xfrm>
            <a:off x="6279515" y="1608455"/>
            <a:ext cx="5565140" cy="2920365"/>
            <a:chOff x="6279515" y="1608455"/>
            <a:chExt cx="5565140" cy="2920365"/>
          </a:xfrm>
        </p:grpSpPr>
        <p:sp>
          <p:nvSpPr>
            <p:cNvPr id="16" name="object 16"/>
            <p:cNvSpPr/>
            <p:nvPr/>
          </p:nvSpPr>
          <p:spPr>
            <a:xfrm>
              <a:off x="6283452" y="1612392"/>
              <a:ext cx="5558155" cy="2912745"/>
            </a:xfrm>
            <a:custGeom>
              <a:avLst/>
              <a:gdLst/>
              <a:ahLst/>
              <a:cxnLst/>
              <a:rect l="l" t="t" r="r" b="b"/>
              <a:pathLst>
                <a:path w="5558155" h="2912745">
                  <a:moveTo>
                    <a:pt x="5558028" y="2912364"/>
                  </a:moveTo>
                  <a:lnTo>
                    <a:pt x="0" y="2912364"/>
                  </a:lnTo>
                  <a:lnTo>
                    <a:pt x="0" y="0"/>
                  </a:lnTo>
                  <a:lnTo>
                    <a:pt x="5558028" y="0"/>
                  </a:lnTo>
                  <a:lnTo>
                    <a:pt x="5558028" y="2912364"/>
                  </a:lnTo>
                  <a:close/>
                </a:path>
              </a:pathLst>
            </a:custGeom>
            <a:solidFill>
              <a:srgbClr val="FFFFFF"/>
            </a:solidFill>
          </p:spPr>
          <p:txBody>
            <a:bodyPr wrap="square" lIns="0" tIns="0" rIns="0" bIns="0" rtlCol="0"/>
            <a:lstStyle/>
            <a:p>
              <a:endParaRPr/>
            </a:p>
          </p:txBody>
        </p:sp>
        <p:sp>
          <p:nvSpPr>
            <p:cNvPr id="17" name="object 17"/>
            <p:cNvSpPr/>
            <p:nvPr/>
          </p:nvSpPr>
          <p:spPr>
            <a:xfrm>
              <a:off x="6279515" y="1608455"/>
              <a:ext cx="5565140" cy="2920365"/>
            </a:xfrm>
            <a:custGeom>
              <a:avLst/>
              <a:gdLst/>
              <a:ahLst/>
              <a:cxnLst/>
              <a:rect l="l" t="t" r="r" b="b"/>
              <a:pathLst>
                <a:path w="5565140" h="2920365">
                  <a:moveTo>
                    <a:pt x="5561330" y="2920365"/>
                  </a:moveTo>
                  <a:lnTo>
                    <a:pt x="3810" y="2920365"/>
                  </a:lnTo>
                  <a:lnTo>
                    <a:pt x="2349" y="2920072"/>
                  </a:lnTo>
                  <a:lnTo>
                    <a:pt x="1117" y="2919247"/>
                  </a:lnTo>
                  <a:lnTo>
                    <a:pt x="292" y="2918015"/>
                  </a:lnTo>
                  <a:lnTo>
                    <a:pt x="0" y="2916555"/>
                  </a:lnTo>
                  <a:lnTo>
                    <a:pt x="0" y="3810"/>
                  </a:lnTo>
                  <a:lnTo>
                    <a:pt x="292" y="2349"/>
                  </a:lnTo>
                  <a:lnTo>
                    <a:pt x="1117" y="1117"/>
                  </a:lnTo>
                  <a:lnTo>
                    <a:pt x="2349" y="292"/>
                  </a:lnTo>
                  <a:lnTo>
                    <a:pt x="3810" y="0"/>
                  </a:lnTo>
                  <a:lnTo>
                    <a:pt x="5561330" y="0"/>
                  </a:lnTo>
                  <a:lnTo>
                    <a:pt x="5562790" y="292"/>
                  </a:lnTo>
                  <a:lnTo>
                    <a:pt x="5564022" y="1117"/>
                  </a:lnTo>
                  <a:lnTo>
                    <a:pt x="5564847" y="2349"/>
                  </a:lnTo>
                  <a:lnTo>
                    <a:pt x="5565140" y="3810"/>
                  </a:lnTo>
                  <a:lnTo>
                    <a:pt x="7620" y="3810"/>
                  </a:lnTo>
                  <a:lnTo>
                    <a:pt x="3810" y="7619"/>
                  </a:lnTo>
                  <a:lnTo>
                    <a:pt x="7620" y="7619"/>
                  </a:lnTo>
                  <a:lnTo>
                    <a:pt x="7620" y="2912745"/>
                  </a:lnTo>
                  <a:lnTo>
                    <a:pt x="3810" y="2912745"/>
                  </a:lnTo>
                  <a:lnTo>
                    <a:pt x="7620" y="2916555"/>
                  </a:lnTo>
                  <a:lnTo>
                    <a:pt x="5565140" y="2916555"/>
                  </a:lnTo>
                  <a:lnTo>
                    <a:pt x="5564847" y="2918015"/>
                  </a:lnTo>
                  <a:lnTo>
                    <a:pt x="5564022" y="2919247"/>
                  </a:lnTo>
                  <a:lnTo>
                    <a:pt x="5562790" y="2920072"/>
                  </a:lnTo>
                  <a:lnTo>
                    <a:pt x="5561330" y="2920365"/>
                  </a:lnTo>
                  <a:close/>
                </a:path>
                <a:path w="5565140" h="2920365">
                  <a:moveTo>
                    <a:pt x="7620" y="7619"/>
                  </a:moveTo>
                  <a:lnTo>
                    <a:pt x="3810" y="7619"/>
                  </a:lnTo>
                  <a:lnTo>
                    <a:pt x="7620" y="3810"/>
                  </a:lnTo>
                  <a:lnTo>
                    <a:pt x="7620" y="7619"/>
                  </a:lnTo>
                  <a:close/>
                </a:path>
                <a:path w="5565140" h="2920365">
                  <a:moveTo>
                    <a:pt x="5557520" y="7619"/>
                  </a:moveTo>
                  <a:lnTo>
                    <a:pt x="7620" y="7619"/>
                  </a:lnTo>
                  <a:lnTo>
                    <a:pt x="7620" y="3810"/>
                  </a:lnTo>
                  <a:lnTo>
                    <a:pt x="5557520" y="3810"/>
                  </a:lnTo>
                  <a:lnTo>
                    <a:pt x="5557520" y="7619"/>
                  </a:lnTo>
                  <a:close/>
                </a:path>
                <a:path w="5565140" h="2920365">
                  <a:moveTo>
                    <a:pt x="5557520" y="2916555"/>
                  </a:moveTo>
                  <a:lnTo>
                    <a:pt x="5557520" y="3810"/>
                  </a:lnTo>
                  <a:lnTo>
                    <a:pt x="5561330" y="7619"/>
                  </a:lnTo>
                  <a:lnTo>
                    <a:pt x="5565140" y="7619"/>
                  </a:lnTo>
                  <a:lnTo>
                    <a:pt x="5565140" y="2912745"/>
                  </a:lnTo>
                  <a:lnTo>
                    <a:pt x="5561330" y="2912745"/>
                  </a:lnTo>
                  <a:lnTo>
                    <a:pt x="5557520" y="2916555"/>
                  </a:lnTo>
                  <a:close/>
                </a:path>
                <a:path w="5565140" h="2920365">
                  <a:moveTo>
                    <a:pt x="5565140" y="7619"/>
                  </a:moveTo>
                  <a:lnTo>
                    <a:pt x="5561330" y="7619"/>
                  </a:lnTo>
                  <a:lnTo>
                    <a:pt x="5557520" y="3810"/>
                  </a:lnTo>
                  <a:lnTo>
                    <a:pt x="5565140" y="3810"/>
                  </a:lnTo>
                  <a:lnTo>
                    <a:pt x="5565140" y="7619"/>
                  </a:lnTo>
                  <a:close/>
                </a:path>
                <a:path w="5565140" h="2920365">
                  <a:moveTo>
                    <a:pt x="7620" y="2916555"/>
                  </a:moveTo>
                  <a:lnTo>
                    <a:pt x="3810" y="2912745"/>
                  </a:lnTo>
                  <a:lnTo>
                    <a:pt x="7620" y="2912745"/>
                  </a:lnTo>
                  <a:lnTo>
                    <a:pt x="7620" y="2916555"/>
                  </a:lnTo>
                  <a:close/>
                </a:path>
                <a:path w="5565140" h="2920365">
                  <a:moveTo>
                    <a:pt x="5557520" y="2916555"/>
                  </a:moveTo>
                  <a:lnTo>
                    <a:pt x="7620" y="2916555"/>
                  </a:lnTo>
                  <a:lnTo>
                    <a:pt x="7620" y="2912745"/>
                  </a:lnTo>
                  <a:lnTo>
                    <a:pt x="5557520" y="2912745"/>
                  </a:lnTo>
                  <a:lnTo>
                    <a:pt x="5557520" y="2916555"/>
                  </a:lnTo>
                  <a:close/>
                </a:path>
                <a:path w="5565140" h="2920365">
                  <a:moveTo>
                    <a:pt x="5565140" y="2916555"/>
                  </a:moveTo>
                  <a:lnTo>
                    <a:pt x="5557520" y="2916555"/>
                  </a:lnTo>
                  <a:lnTo>
                    <a:pt x="5561330" y="2912745"/>
                  </a:lnTo>
                  <a:lnTo>
                    <a:pt x="5565140" y="2912745"/>
                  </a:lnTo>
                  <a:lnTo>
                    <a:pt x="5565140" y="2916555"/>
                  </a:lnTo>
                  <a:close/>
                </a:path>
              </a:pathLst>
            </a:custGeom>
            <a:solidFill>
              <a:srgbClr val="C0C0C0"/>
            </a:solidFill>
          </p:spPr>
          <p:txBody>
            <a:bodyPr wrap="square" lIns="0" tIns="0" rIns="0" bIns="0" rtlCol="0"/>
            <a:lstStyle/>
            <a:p>
              <a:endParaRPr/>
            </a:p>
          </p:txBody>
        </p:sp>
      </p:grpSp>
      <p:sp>
        <p:nvSpPr>
          <p:cNvPr id="18" name="object 18"/>
          <p:cNvSpPr txBox="1"/>
          <p:nvPr/>
        </p:nvSpPr>
        <p:spPr>
          <a:xfrm>
            <a:off x="6362065" y="1616709"/>
            <a:ext cx="5397500" cy="28194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 dirty="0">
                <a:latin typeface="宋体"/>
                <a:cs typeface="宋体"/>
              </a:rPr>
              <a:t>请对当前内容进行评估，列出主要优缺点，并提出具体的改进建议。</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请根据前一阶段的反馈，逐步修改和完善内容，列出修改的具体步骤。</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请根据内容生成过程中出现的新问题，动态调整后续提示语，并解释调整原</a:t>
            </a:r>
            <a:r>
              <a:rPr sz="1200" spc="-25" dirty="0">
                <a:latin typeface="宋体"/>
                <a:cs typeface="宋体"/>
              </a:rPr>
              <a:t>因。</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请收集多方反馈，综合考虑并调整内容生成方向，列出不同来源的反馈及其</a:t>
            </a:r>
            <a:r>
              <a:rPr sz="1200" spc="-10" dirty="0">
                <a:latin typeface="宋体"/>
                <a:cs typeface="宋体"/>
              </a:rPr>
              <a:t>对生成内容的影响。</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请定期对生成的内容进行检查，确保各部分内容协调一致，并列出检查的具</a:t>
            </a:r>
            <a:r>
              <a:rPr sz="1200" spc="-10" dirty="0">
                <a:latin typeface="宋体"/>
                <a:cs typeface="宋体"/>
              </a:rPr>
              <a:t>体方法和步骤。</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请将新获取的信息和反馈整合到已有内容中，形成一个有机整体，详细描述</a:t>
            </a:r>
            <a:r>
              <a:rPr sz="1200" spc="-10" dirty="0">
                <a:latin typeface="宋体"/>
                <a:cs typeface="宋体"/>
              </a:rPr>
              <a:t>整合的步骤和方法。</a:t>
            </a:r>
            <a:endParaRPr sz="1200">
              <a:latin typeface="宋体"/>
              <a:cs typeface="宋体"/>
            </a:endParaRPr>
          </a:p>
        </p:txBody>
      </p:sp>
      <p:grpSp>
        <p:nvGrpSpPr>
          <p:cNvPr id="19" name="object 19"/>
          <p:cNvGrpSpPr/>
          <p:nvPr/>
        </p:nvGrpSpPr>
        <p:grpSpPr>
          <a:xfrm>
            <a:off x="415290" y="3821429"/>
            <a:ext cx="5737225" cy="2920365"/>
            <a:chOff x="415290" y="3821429"/>
            <a:chExt cx="5737225" cy="2920365"/>
          </a:xfrm>
        </p:grpSpPr>
        <p:sp>
          <p:nvSpPr>
            <p:cNvPr id="20" name="object 20"/>
            <p:cNvSpPr/>
            <p:nvPr/>
          </p:nvSpPr>
          <p:spPr>
            <a:xfrm>
              <a:off x="419100" y="3825239"/>
              <a:ext cx="5730240" cy="2912745"/>
            </a:xfrm>
            <a:custGeom>
              <a:avLst/>
              <a:gdLst/>
              <a:ahLst/>
              <a:cxnLst/>
              <a:rect l="l" t="t" r="r" b="b"/>
              <a:pathLst>
                <a:path w="5730240" h="2912745">
                  <a:moveTo>
                    <a:pt x="5730240" y="2912364"/>
                  </a:moveTo>
                  <a:lnTo>
                    <a:pt x="0" y="2912364"/>
                  </a:lnTo>
                  <a:lnTo>
                    <a:pt x="0" y="0"/>
                  </a:lnTo>
                  <a:lnTo>
                    <a:pt x="5730240" y="0"/>
                  </a:lnTo>
                  <a:lnTo>
                    <a:pt x="5730240" y="2912364"/>
                  </a:lnTo>
                  <a:close/>
                </a:path>
              </a:pathLst>
            </a:custGeom>
            <a:solidFill>
              <a:srgbClr val="FFFFFF"/>
            </a:solidFill>
          </p:spPr>
          <p:txBody>
            <a:bodyPr wrap="square" lIns="0" tIns="0" rIns="0" bIns="0" rtlCol="0"/>
            <a:lstStyle/>
            <a:p>
              <a:endParaRPr/>
            </a:p>
          </p:txBody>
        </p:sp>
        <p:sp>
          <p:nvSpPr>
            <p:cNvPr id="21" name="object 21"/>
            <p:cNvSpPr/>
            <p:nvPr/>
          </p:nvSpPr>
          <p:spPr>
            <a:xfrm>
              <a:off x="415290" y="3821429"/>
              <a:ext cx="5737225" cy="2920365"/>
            </a:xfrm>
            <a:custGeom>
              <a:avLst/>
              <a:gdLst/>
              <a:ahLst/>
              <a:cxnLst/>
              <a:rect l="l" t="t" r="r" b="b"/>
              <a:pathLst>
                <a:path w="5737225" h="2920365">
                  <a:moveTo>
                    <a:pt x="5733415" y="2920365"/>
                  </a:moveTo>
                  <a:lnTo>
                    <a:pt x="3809" y="2920365"/>
                  </a:lnTo>
                  <a:lnTo>
                    <a:pt x="2349" y="2920072"/>
                  </a:lnTo>
                  <a:lnTo>
                    <a:pt x="1117" y="2919247"/>
                  </a:lnTo>
                  <a:lnTo>
                    <a:pt x="292" y="2918015"/>
                  </a:lnTo>
                  <a:lnTo>
                    <a:pt x="0" y="2916554"/>
                  </a:lnTo>
                  <a:lnTo>
                    <a:pt x="0" y="3810"/>
                  </a:lnTo>
                  <a:lnTo>
                    <a:pt x="292" y="2349"/>
                  </a:lnTo>
                  <a:lnTo>
                    <a:pt x="1117" y="1117"/>
                  </a:lnTo>
                  <a:lnTo>
                    <a:pt x="2349" y="292"/>
                  </a:lnTo>
                  <a:lnTo>
                    <a:pt x="3809" y="0"/>
                  </a:lnTo>
                  <a:lnTo>
                    <a:pt x="5733415" y="0"/>
                  </a:lnTo>
                  <a:lnTo>
                    <a:pt x="5734875" y="292"/>
                  </a:lnTo>
                  <a:lnTo>
                    <a:pt x="5736107" y="1117"/>
                  </a:lnTo>
                  <a:lnTo>
                    <a:pt x="5736932" y="2349"/>
                  </a:lnTo>
                  <a:lnTo>
                    <a:pt x="5737225" y="3810"/>
                  </a:lnTo>
                  <a:lnTo>
                    <a:pt x="7619" y="3810"/>
                  </a:lnTo>
                  <a:lnTo>
                    <a:pt x="3809" y="7620"/>
                  </a:lnTo>
                  <a:lnTo>
                    <a:pt x="7619" y="7620"/>
                  </a:lnTo>
                  <a:lnTo>
                    <a:pt x="7619" y="2912745"/>
                  </a:lnTo>
                  <a:lnTo>
                    <a:pt x="3809" y="2912745"/>
                  </a:lnTo>
                  <a:lnTo>
                    <a:pt x="7619" y="2916554"/>
                  </a:lnTo>
                  <a:lnTo>
                    <a:pt x="5737225" y="2916554"/>
                  </a:lnTo>
                  <a:lnTo>
                    <a:pt x="5736932" y="2918015"/>
                  </a:lnTo>
                  <a:lnTo>
                    <a:pt x="5736107" y="2919247"/>
                  </a:lnTo>
                  <a:lnTo>
                    <a:pt x="5734875" y="2920072"/>
                  </a:lnTo>
                  <a:lnTo>
                    <a:pt x="5733415" y="2920365"/>
                  </a:lnTo>
                  <a:close/>
                </a:path>
                <a:path w="5737225" h="2920365">
                  <a:moveTo>
                    <a:pt x="7619" y="7620"/>
                  </a:moveTo>
                  <a:lnTo>
                    <a:pt x="3809" y="7620"/>
                  </a:lnTo>
                  <a:lnTo>
                    <a:pt x="7619" y="3810"/>
                  </a:lnTo>
                  <a:lnTo>
                    <a:pt x="7619" y="7620"/>
                  </a:lnTo>
                  <a:close/>
                </a:path>
                <a:path w="5737225" h="2920365">
                  <a:moveTo>
                    <a:pt x="5729605" y="7620"/>
                  </a:moveTo>
                  <a:lnTo>
                    <a:pt x="7619" y="7620"/>
                  </a:lnTo>
                  <a:lnTo>
                    <a:pt x="7619" y="3810"/>
                  </a:lnTo>
                  <a:lnTo>
                    <a:pt x="5729605" y="3810"/>
                  </a:lnTo>
                  <a:lnTo>
                    <a:pt x="5729605" y="7620"/>
                  </a:lnTo>
                  <a:close/>
                </a:path>
                <a:path w="5737225" h="2920365">
                  <a:moveTo>
                    <a:pt x="5729605" y="2916554"/>
                  </a:moveTo>
                  <a:lnTo>
                    <a:pt x="5729605" y="3810"/>
                  </a:lnTo>
                  <a:lnTo>
                    <a:pt x="5733415" y="7620"/>
                  </a:lnTo>
                  <a:lnTo>
                    <a:pt x="5737225" y="7620"/>
                  </a:lnTo>
                  <a:lnTo>
                    <a:pt x="5737225" y="2912745"/>
                  </a:lnTo>
                  <a:lnTo>
                    <a:pt x="5733415" y="2912745"/>
                  </a:lnTo>
                  <a:lnTo>
                    <a:pt x="5729605" y="2916554"/>
                  </a:lnTo>
                  <a:close/>
                </a:path>
                <a:path w="5737225" h="2920365">
                  <a:moveTo>
                    <a:pt x="5737225" y="7620"/>
                  </a:moveTo>
                  <a:lnTo>
                    <a:pt x="5733415" y="7620"/>
                  </a:lnTo>
                  <a:lnTo>
                    <a:pt x="5729605" y="3810"/>
                  </a:lnTo>
                  <a:lnTo>
                    <a:pt x="5737225" y="3810"/>
                  </a:lnTo>
                  <a:lnTo>
                    <a:pt x="5737225" y="7620"/>
                  </a:lnTo>
                  <a:close/>
                </a:path>
                <a:path w="5737225" h="2920365">
                  <a:moveTo>
                    <a:pt x="7619" y="2916554"/>
                  </a:moveTo>
                  <a:lnTo>
                    <a:pt x="3809" y="2912745"/>
                  </a:lnTo>
                  <a:lnTo>
                    <a:pt x="7619" y="2912745"/>
                  </a:lnTo>
                  <a:lnTo>
                    <a:pt x="7619" y="2916554"/>
                  </a:lnTo>
                  <a:close/>
                </a:path>
                <a:path w="5737225" h="2920365">
                  <a:moveTo>
                    <a:pt x="5729605" y="2916554"/>
                  </a:moveTo>
                  <a:lnTo>
                    <a:pt x="7619" y="2916554"/>
                  </a:lnTo>
                  <a:lnTo>
                    <a:pt x="7619" y="2912745"/>
                  </a:lnTo>
                  <a:lnTo>
                    <a:pt x="5729605" y="2912745"/>
                  </a:lnTo>
                  <a:lnTo>
                    <a:pt x="5729605" y="2916554"/>
                  </a:lnTo>
                  <a:close/>
                </a:path>
                <a:path w="5737225" h="2920365">
                  <a:moveTo>
                    <a:pt x="5737225" y="2916554"/>
                  </a:moveTo>
                  <a:lnTo>
                    <a:pt x="5729605" y="2916554"/>
                  </a:lnTo>
                  <a:lnTo>
                    <a:pt x="5733415" y="2912745"/>
                  </a:lnTo>
                  <a:lnTo>
                    <a:pt x="5737225" y="2912745"/>
                  </a:lnTo>
                  <a:lnTo>
                    <a:pt x="5737225" y="2916554"/>
                  </a:lnTo>
                  <a:close/>
                </a:path>
              </a:pathLst>
            </a:custGeom>
            <a:solidFill>
              <a:srgbClr val="C0C0C0"/>
            </a:solidFill>
          </p:spPr>
          <p:txBody>
            <a:bodyPr wrap="square" lIns="0" tIns="0" rIns="0" bIns="0" rtlCol="0"/>
            <a:lstStyle/>
            <a:p>
              <a:endParaRPr/>
            </a:p>
          </p:txBody>
        </p:sp>
      </p:grpSp>
      <p:sp>
        <p:nvSpPr>
          <p:cNvPr id="22" name="object 22"/>
          <p:cNvSpPr txBox="1"/>
          <p:nvPr/>
        </p:nvSpPr>
        <p:spPr>
          <a:xfrm>
            <a:off x="497840" y="3829684"/>
            <a:ext cx="5549900" cy="28194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75" dirty="0">
                <a:latin typeface="宋体"/>
                <a:cs typeface="宋体"/>
              </a:rPr>
              <a:t>请将[</a:t>
            </a:r>
            <a:r>
              <a:rPr sz="1200" spc="-70" dirty="0">
                <a:latin typeface="宋体"/>
                <a:cs typeface="宋体"/>
              </a:rPr>
              <a:t>主题]</a:t>
            </a:r>
            <a:r>
              <a:rPr sz="1200" spc="-5" dirty="0">
                <a:latin typeface="宋体"/>
                <a:cs typeface="宋体"/>
              </a:rPr>
              <a:t>相关的文本描述与数据结合，生成一个全面的分析报告。</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5" dirty="0">
                <a:latin typeface="宋体"/>
                <a:cs typeface="宋体"/>
              </a:rPr>
              <a:t>请根据[</a:t>
            </a:r>
            <a:r>
              <a:rPr sz="1200" spc="-70" dirty="0">
                <a:latin typeface="宋体"/>
                <a:cs typeface="宋体"/>
              </a:rPr>
              <a:t>主题]</a:t>
            </a:r>
            <a:r>
              <a:rPr sz="1200" spc="-5" dirty="0">
                <a:latin typeface="宋体"/>
                <a:cs typeface="宋体"/>
              </a:rPr>
              <a:t>创建一个包含图像和数据可视化的报告，详细描述可视化方法。</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请设计一个融合文本、图像、音频或视频元素的多媒体内容，增强内容的丰富</a:t>
            </a:r>
            <a:r>
              <a:rPr sz="1200" spc="-25" dirty="0">
                <a:latin typeface="宋体"/>
                <a:cs typeface="宋体"/>
              </a:rPr>
              <a:t>性。</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请设计一个互动数据展示方案，使读者可以与数据进行互动，并详细描述设计</a:t>
            </a:r>
            <a:r>
              <a:rPr sz="1200" spc="-20" dirty="0">
                <a:latin typeface="宋体"/>
                <a:cs typeface="宋体"/>
              </a:rPr>
              <a:t>步骤。</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请将不同媒体形式的内容进行联动展示，例如将文字内容与图像和数据可视化</a:t>
            </a:r>
            <a:r>
              <a:rPr sz="1200" spc="-10" dirty="0">
                <a:latin typeface="宋体"/>
                <a:cs typeface="宋体"/>
              </a:rPr>
              <a:t>结合起来。</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请选用合适的数据可视化工具，并详细描述其使用方法，生成可视化内容。</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请将具体案例与数据分析相结合，生成一份包含案例分析的多模态报告。</a:t>
            </a:r>
            <a:endParaRPr sz="1200">
              <a:latin typeface="宋体"/>
              <a:cs typeface="宋体"/>
            </a:endParaRPr>
          </a:p>
        </p:txBody>
      </p:sp>
      <p:graphicFrame>
        <p:nvGraphicFramePr>
          <p:cNvPr id="23" name="object 23"/>
          <p:cNvGraphicFramePr>
            <a:graphicFrameLocks noGrp="1"/>
          </p:cNvGraphicFramePr>
          <p:nvPr/>
        </p:nvGraphicFramePr>
        <p:xfrm>
          <a:off x="6217284" y="4904740"/>
          <a:ext cx="5729604" cy="1824354"/>
        </p:xfrm>
        <a:graphic>
          <a:graphicData uri="http://schemas.openxmlformats.org/drawingml/2006/table">
            <a:tbl>
              <a:tblPr firstRow="1" bandRow="1">
                <a:tableStyleId>{2D5ABB26-0587-4C30-8999-92F81FD0307C}</a:tableStyleId>
              </a:tblPr>
              <a:tblGrid>
                <a:gridCol w="986155">
                  <a:extLst>
                    <a:ext uri="{9D8B030D-6E8A-4147-A177-3AD203B41FA5}">
                      <a16:colId xmlns:a16="http://schemas.microsoft.com/office/drawing/2014/main" val="20000"/>
                    </a:ext>
                  </a:extLst>
                </a:gridCol>
                <a:gridCol w="2300605">
                  <a:extLst>
                    <a:ext uri="{9D8B030D-6E8A-4147-A177-3AD203B41FA5}">
                      <a16:colId xmlns:a16="http://schemas.microsoft.com/office/drawing/2014/main" val="20001"/>
                    </a:ext>
                  </a:extLst>
                </a:gridCol>
                <a:gridCol w="2442844">
                  <a:extLst>
                    <a:ext uri="{9D8B030D-6E8A-4147-A177-3AD203B41FA5}">
                      <a16:colId xmlns:a16="http://schemas.microsoft.com/office/drawing/2014/main" val="20002"/>
                    </a:ext>
                  </a:extLst>
                </a:gridCol>
              </a:tblGrid>
              <a:tr h="249554">
                <a:tc>
                  <a:txBody>
                    <a:bodyPr/>
                    <a:lstStyle/>
                    <a:p>
                      <a:pPr algn="ctr">
                        <a:lnSpc>
                          <a:spcPct val="100000"/>
                        </a:lnSpc>
                        <a:spcBef>
                          <a:spcPts val="204"/>
                        </a:spcBef>
                      </a:pPr>
                      <a:r>
                        <a:rPr sz="1100" spc="-30" dirty="0">
                          <a:latin typeface="宋体"/>
                          <a:cs typeface="宋体"/>
                        </a:rPr>
                        <a:t>类别</a:t>
                      </a:r>
                      <a:endParaRPr sz="1100">
                        <a:latin typeface="宋体"/>
                        <a:cs typeface="宋体"/>
                      </a:endParaRPr>
                    </a:p>
                  </a:txBody>
                  <a:tcPr marL="0" marR="0" marT="2603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204"/>
                        </a:spcBef>
                      </a:pPr>
                      <a:r>
                        <a:rPr sz="1100" spc="-30" dirty="0">
                          <a:latin typeface="宋体"/>
                          <a:cs typeface="宋体"/>
                        </a:rPr>
                        <a:t>优势</a:t>
                      </a:r>
                      <a:endParaRPr sz="1100">
                        <a:latin typeface="宋体"/>
                        <a:cs typeface="宋体"/>
                      </a:endParaRPr>
                    </a:p>
                  </a:txBody>
                  <a:tcPr marL="0" marR="0" marT="2603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204"/>
                        </a:spcBef>
                      </a:pPr>
                      <a:r>
                        <a:rPr sz="1100" spc="-30" dirty="0">
                          <a:latin typeface="宋体"/>
                          <a:cs typeface="宋体"/>
                        </a:rPr>
                        <a:t>挑战</a:t>
                      </a:r>
                      <a:endParaRPr sz="1100">
                        <a:latin typeface="宋体"/>
                        <a:cs typeface="宋体"/>
                      </a:endParaRPr>
                    </a:p>
                  </a:txBody>
                  <a:tcPr marL="0" marR="0" marT="2603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335280">
                <a:tc>
                  <a:txBody>
                    <a:bodyPr/>
                    <a:lstStyle/>
                    <a:p>
                      <a:pPr algn="ctr">
                        <a:lnSpc>
                          <a:spcPct val="100000"/>
                        </a:lnSpc>
                        <a:spcBef>
                          <a:spcPts val="540"/>
                        </a:spcBef>
                      </a:pPr>
                      <a:r>
                        <a:rPr sz="1100" spc="-20" dirty="0">
                          <a:latin typeface="宋体"/>
                          <a:cs typeface="宋体"/>
                        </a:rPr>
                        <a:t>结构化思维</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40"/>
                        </a:spcBef>
                      </a:pPr>
                      <a:r>
                        <a:rPr sz="1100" spc="-10" dirty="0">
                          <a:latin typeface="宋体"/>
                          <a:cs typeface="宋体"/>
                        </a:rPr>
                        <a:t>引导</a:t>
                      </a:r>
                      <a:r>
                        <a:rPr sz="1100" spc="-10" dirty="0">
                          <a:latin typeface="Arial"/>
                          <a:cs typeface="Arial"/>
                        </a:rPr>
                        <a:t>AI</a:t>
                      </a:r>
                      <a:r>
                        <a:rPr sz="1100" spc="-15" dirty="0">
                          <a:latin typeface="宋体"/>
                          <a:cs typeface="宋体"/>
                        </a:rPr>
                        <a:t>按照预设逻辑进行创作</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40"/>
                        </a:spcBef>
                      </a:pPr>
                      <a:r>
                        <a:rPr sz="1100" spc="-15" dirty="0">
                          <a:latin typeface="宋体"/>
                          <a:cs typeface="宋体"/>
                        </a:rPr>
                        <a:t>设计合理的逻辑结构需要经验和技巧</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335280">
                <a:tc>
                  <a:txBody>
                    <a:bodyPr/>
                    <a:lstStyle/>
                    <a:p>
                      <a:pPr algn="ctr">
                        <a:lnSpc>
                          <a:spcPct val="100000"/>
                        </a:lnSpc>
                        <a:spcBef>
                          <a:spcPts val="540"/>
                        </a:spcBef>
                      </a:pPr>
                      <a:r>
                        <a:rPr sz="1100" spc="-20" dirty="0">
                          <a:latin typeface="宋体"/>
                          <a:cs typeface="宋体"/>
                        </a:rPr>
                        <a:t>内容深度</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ts val="1200"/>
                        </a:lnSpc>
                      </a:pPr>
                      <a:r>
                        <a:rPr sz="1100" spc="-15" dirty="0">
                          <a:latin typeface="宋体"/>
                          <a:cs typeface="宋体"/>
                        </a:rPr>
                        <a:t>通过多步引导，实现更深入的内容</a:t>
                      </a:r>
                      <a:endParaRPr sz="1100">
                        <a:latin typeface="宋体"/>
                        <a:cs typeface="宋体"/>
                      </a:endParaRPr>
                    </a:p>
                    <a:p>
                      <a:pPr algn="ctr">
                        <a:lnSpc>
                          <a:spcPct val="100000"/>
                        </a:lnSpc>
                      </a:pPr>
                      <a:r>
                        <a:rPr sz="1100" spc="-30" dirty="0">
                          <a:latin typeface="宋体"/>
                          <a:cs typeface="宋体"/>
                        </a:rPr>
                        <a:t>探讨</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40"/>
                        </a:spcBef>
                      </a:pPr>
                      <a:r>
                        <a:rPr sz="1100" spc="-15" dirty="0">
                          <a:latin typeface="宋体"/>
                          <a:cs typeface="宋体"/>
                        </a:rPr>
                        <a:t>控制每个步骤的输出深度，避免冗余</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277495">
                <a:tc>
                  <a:txBody>
                    <a:bodyPr/>
                    <a:lstStyle/>
                    <a:p>
                      <a:pPr algn="ctr">
                        <a:lnSpc>
                          <a:spcPct val="100000"/>
                        </a:lnSpc>
                        <a:spcBef>
                          <a:spcPts val="315"/>
                        </a:spcBef>
                      </a:pPr>
                      <a:r>
                        <a:rPr sz="1100" spc="-20" dirty="0">
                          <a:latin typeface="宋体"/>
                          <a:cs typeface="宋体"/>
                        </a:rPr>
                        <a:t>创意激发</a:t>
                      </a:r>
                      <a:endParaRPr sz="1100">
                        <a:latin typeface="宋体"/>
                        <a:cs typeface="宋体"/>
                      </a:endParaRPr>
                    </a:p>
                  </a:txBody>
                  <a:tcPr marL="0" marR="0" marT="400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315"/>
                        </a:spcBef>
                      </a:pPr>
                      <a:r>
                        <a:rPr sz="1100" spc="-10" dirty="0">
                          <a:latin typeface="宋体"/>
                          <a:cs typeface="宋体"/>
                        </a:rPr>
                        <a:t>多角度提示激发</a:t>
                      </a:r>
                      <a:r>
                        <a:rPr sz="1100" spc="-10" dirty="0">
                          <a:latin typeface="Arial"/>
                          <a:cs typeface="Arial"/>
                        </a:rPr>
                        <a:t>AI</a:t>
                      </a:r>
                      <a:r>
                        <a:rPr sz="1100" spc="-20" dirty="0">
                          <a:latin typeface="宋体"/>
                          <a:cs typeface="宋体"/>
                        </a:rPr>
                        <a:t>的创造性思维</a:t>
                      </a:r>
                      <a:endParaRPr sz="1100">
                        <a:latin typeface="宋体"/>
                        <a:cs typeface="宋体"/>
                      </a:endParaRPr>
                    </a:p>
                  </a:txBody>
                  <a:tcPr marL="0" marR="0" marT="400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315"/>
                        </a:spcBef>
                      </a:pPr>
                      <a:r>
                        <a:rPr sz="1100" spc="-15" dirty="0">
                          <a:latin typeface="宋体"/>
                          <a:cs typeface="宋体"/>
                        </a:rPr>
                        <a:t>在创意和连贯之间找到平衡</a:t>
                      </a:r>
                      <a:endParaRPr sz="1100">
                        <a:latin typeface="宋体"/>
                        <a:cs typeface="宋体"/>
                      </a:endParaRPr>
                    </a:p>
                  </a:txBody>
                  <a:tcPr marL="0" marR="0" marT="400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291465">
                <a:tc>
                  <a:txBody>
                    <a:bodyPr/>
                    <a:lstStyle/>
                    <a:p>
                      <a:pPr algn="ctr">
                        <a:lnSpc>
                          <a:spcPct val="100000"/>
                        </a:lnSpc>
                        <a:spcBef>
                          <a:spcPts val="365"/>
                        </a:spcBef>
                      </a:pPr>
                      <a:r>
                        <a:rPr sz="1100" spc="-20" dirty="0">
                          <a:latin typeface="宋体"/>
                          <a:cs typeface="宋体"/>
                        </a:rPr>
                        <a:t>质量控制</a:t>
                      </a:r>
                      <a:endParaRPr sz="1100">
                        <a:latin typeface="宋体"/>
                        <a:cs typeface="宋体"/>
                      </a:endParaRPr>
                    </a:p>
                  </a:txBody>
                  <a:tcPr marL="0" marR="0" marT="463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365"/>
                        </a:spcBef>
                      </a:pPr>
                      <a:r>
                        <a:rPr sz="1100" spc="-15" dirty="0">
                          <a:latin typeface="宋体"/>
                          <a:cs typeface="宋体"/>
                        </a:rPr>
                        <a:t>多次迭代提高内容质量</a:t>
                      </a:r>
                      <a:endParaRPr sz="1100">
                        <a:latin typeface="宋体"/>
                        <a:cs typeface="宋体"/>
                      </a:endParaRPr>
                    </a:p>
                  </a:txBody>
                  <a:tcPr marL="0" marR="0" marT="463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365"/>
                        </a:spcBef>
                      </a:pPr>
                      <a:r>
                        <a:rPr sz="1100" spc="-15" dirty="0">
                          <a:latin typeface="宋体"/>
                          <a:cs typeface="宋体"/>
                        </a:rPr>
                        <a:t>需要更多的实践和计算资源</a:t>
                      </a:r>
                      <a:endParaRPr sz="1100">
                        <a:latin typeface="宋体"/>
                        <a:cs typeface="宋体"/>
                      </a:endParaRPr>
                    </a:p>
                  </a:txBody>
                  <a:tcPr marL="0" marR="0" marT="463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335280">
                <a:tc>
                  <a:txBody>
                    <a:bodyPr/>
                    <a:lstStyle/>
                    <a:p>
                      <a:pPr algn="ctr">
                        <a:lnSpc>
                          <a:spcPct val="100000"/>
                        </a:lnSpc>
                        <a:spcBef>
                          <a:spcPts val="540"/>
                        </a:spcBef>
                      </a:pPr>
                      <a:r>
                        <a:rPr sz="1100" spc="-20" dirty="0">
                          <a:latin typeface="宋体"/>
                          <a:cs typeface="宋体"/>
                        </a:rPr>
                        <a:t>灵活调整</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40"/>
                        </a:spcBef>
                      </a:pPr>
                      <a:r>
                        <a:rPr sz="1100" spc="-15" dirty="0">
                          <a:latin typeface="宋体"/>
                          <a:cs typeface="宋体"/>
                        </a:rPr>
                        <a:t>可根据中奖结果随时调整后续提示</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40"/>
                        </a:spcBef>
                      </a:pPr>
                      <a:r>
                        <a:rPr sz="1100" spc="-15" dirty="0">
                          <a:latin typeface="宋体"/>
                          <a:cs typeface="宋体"/>
                        </a:rPr>
                        <a:t>实时调整需要较高的判断和决策能力</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
        <p:nvSpPr>
          <p:cNvPr id="24" name="object 24"/>
          <p:cNvSpPr txBox="1"/>
          <p:nvPr/>
        </p:nvSpPr>
        <p:spPr>
          <a:xfrm>
            <a:off x="7932419" y="4570729"/>
            <a:ext cx="23114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提示语链的优势与挑战</a:t>
            </a:r>
            <a:endParaRPr sz="1800">
              <a:latin typeface="宋体"/>
              <a:cs typeface="宋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90664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提示语链的设计原</a:t>
            </a:r>
            <a:r>
              <a:rPr sz="4000" spc="-50" dirty="0"/>
              <a:t>则</a:t>
            </a:r>
            <a:endParaRPr sz="4000"/>
          </a:p>
        </p:txBody>
      </p:sp>
      <p:sp>
        <p:nvSpPr>
          <p:cNvPr id="3" name="object 3"/>
          <p:cNvSpPr/>
          <p:nvPr/>
        </p:nvSpPr>
        <p:spPr>
          <a:xfrm>
            <a:off x="577595" y="2931680"/>
            <a:ext cx="648970" cy="649605"/>
          </a:xfrm>
          <a:custGeom>
            <a:avLst/>
            <a:gdLst/>
            <a:ahLst/>
            <a:cxnLst/>
            <a:rect l="l" t="t" r="r" b="b"/>
            <a:pathLst>
              <a:path w="648969" h="649604">
                <a:moveTo>
                  <a:pt x="324091" y="649274"/>
                </a:moveTo>
                <a:lnTo>
                  <a:pt x="276117" y="645755"/>
                </a:lnTo>
                <a:lnTo>
                  <a:pt x="230332" y="635533"/>
                </a:lnTo>
                <a:lnTo>
                  <a:pt x="187240" y="619112"/>
                </a:lnTo>
                <a:lnTo>
                  <a:pt x="147346" y="596997"/>
                </a:lnTo>
                <a:lnTo>
                  <a:pt x="111154" y="569692"/>
                </a:lnTo>
                <a:lnTo>
                  <a:pt x="79168" y="537702"/>
                </a:lnTo>
                <a:lnTo>
                  <a:pt x="51894" y="501529"/>
                </a:lnTo>
                <a:lnTo>
                  <a:pt x="29835" y="461679"/>
                </a:lnTo>
                <a:lnTo>
                  <a:pt x="13497" y="418656"/>
                </a:lnTo>
                <a:lnTo>
                  <a:pt x="3383" y="372964"/>
                </a:lnTo>
                <a:lnTo>
                  <a:pt x="0" y="325107"/>
                </a:lnTo>
                <a:lnTo>
                  <a:pt x="3383" y="277019"/>
                </a:lnTo>
                <a:lnTo>
                  <a:pt x="13497" y="231137"/>
                </a:lnTo>
                <a:lnTo>
                  <a:pt x="29835" y="187961"/>
                </a:lnTo>
                <a:lnTo>
                  <a:pt x="51894" y="147992"/>
                </a:lnTo>
                <a:lnTo>
                  <a:pt x="79168" y="111730"/>
                </a:lnTo>
                <a:lnTo>
                  <a:pt x="111154" y="79674"/>
                </a:lnTo>
                <a:lnTo>
                  <a:pt x="147346" y="52325"/>
                </a:lnTo>
                <a:lnTo>
                  <a:pt x="187240" y="30183"/>
                </a:lnTo>
                <a:lnTo>
                  <a:pt x="230332" y="13748"/>
                </a:lnTo>
                <a:lnTo>
                  <a:pt x="276117" y="3520"/>
                </a:lnTo>
                <a:lnTo>
                  <a:pt x="324091" y="0"/>
                </a:lnTo>
                <a:lnTo>
                  <a:pt x="372062" y="3520"/>
                </a:lnTo>
                <a:lnTo>
                  <a:pt x="417847" y="13745"/>
                </a:lnTo>
                <a:lnTo>
                  <a:pt x="460945" y="30173"/>
                </a:lnTo>
                <a:lnTo>
                  <a:pt x="500853" y="52302"/>
                </a:lnTo>
                <a:lnTo>
                  <a:pt x="537069" y="79630"/>
                </a:lnTo>
                <a:lnTo>
                  <a:pt x="569091" y="111654"/>
                </a:lnTo>
                <a:lnTo>
                  <a:pt x="596417" y="147871"/>
                </a:lnTo>
                <a:lnTo>
                  <a:pt x="618544" y="187781"/>
                </a:lnTo>
                <a:lnTo>
                  <a:pt x="634971" y="230880"/>
                </a:lnTo>
                <a:lnTo>
                  <a:pt x="645196" y="276666"/>
                </a:lnTo>
                <a:lnTo>
                  <a:pt x="648716" y="324637"/>
                </a:lnTo>
                <a:lnTo>
                  <a:pt x="645196" y="372611"/>
                </a:lnTo>
                <a:lnTo>
                  <a:pt x="634971" y="418399"/>
                </a:lnTo>
                <a:lnTo>
                  <a:pt x="618544" y="461499"/>
                </a:lnTo>
                <a:lnTo>
                  <a:pt x="596417" y="501408"/>
                </a:lnTo>
                <a:lnTo>
                  <a:pt x="569091" y="537625"/>
                </a:lnTo>
                <a:lnTo>
                  <a:pt x="537069" y="569648"/>
                </a:lnTo>
                <a:lnTo>
                  <a:pt x="500853" y="596975"/>
                </a:lnTo>
                <a:lnTo>
                  <a:pt x="460945" y="619103"/>
                </a:lnTo>
                <a:lnTo>
                  <a:pt x="417847" y="635530"/>
                </a:lnTo>
                <a:lnTo>
                  <a:pt x="372062" y="645755"/>
                </a:lnTo>
                <a:lnTo>
                  <a:pt x="324091" y="649274"/>
                </a:lnTo>
                <a:close/>
              </a:path>
            </a:pathLst>
          </a:custGeom>
          <a:solidFill>
            <a:srgbClr val="1D6CC2"/>
          </a:solidFill>
        </p:spPr>
        <p:txBody>
          <a:bodyPr wrap="square" lIns="0" tIns="0" rIns="0" bIns="0" rtlCol="0"/>
          <a:lstStyle/>
          <a:p>
            <a:endParaRPr/>
          </a:p>
        </p:txBody>
      </p:sp>
      <p:sp>
        <p:nvSpPr>
          <p:cNvPr id="4" name="object 4"/>
          <p:cNvSpPr txBox="1"/>
          <p:nvPr/>
        </p:nvSpPr>
        <p:spPr>
          <a:xfrm>
            <a:off x="666813" y="3031070"/>
            <a:ext cx="431165" cy="422909"/>
          </a:xfrm>
          <a:prstGeom prst="rect">
            <a:avLst/>
          </a:prstGeom>
        </p:spPr>
        <p:txBody>
          <a:bodyPr vert="horz" wrap="square" lIns="0" tIns="13335" rIns="0" bIns="0" rtlCol="0">
            <a:spAutoFit/>
          </a:bodyPr>
          <a:lstStyle/>
          <a:p>
            <a:pPr marL="12700">
              <a:lnSpc>
                <a:spcPct val="100000"/>
              </a:lnSpc>
              <a:spcBef>
                <a:spcPts val="105"/>
              </a:spcBef>
            </a:pPr>
            <a:r>
              <a:rPr sz="2600" spc="120" dirty="0">
                <a:solidFill>
                  <a:srgbClr val="FFFFFF"/>
                </a:solidFill>
                <a:latin typeface="Arial"/>
                <a:cs typeface="Arial"/>
              </a:rPr>
              <a:t>01</a:t>
            </a:r>
            <a:endParaRPr sz="2600">
              <a:latin typeface="Arial"/>
              <a:cs typeface="Arial"/>
            </a:endParaRPr>
          </a:p>
        </p:txBody>
      </p:sp>
      <p:sp>
        <p:nvSpPr>
          <p:cNvPr id="5" name="object 5"/>
          <p:cNvSpPr txBox="1"/>
          <p:nvPr/>
        </p:nvSpPr>
        <p:spPr>
          <a:xfrm>
            <a:off x="1528597" y="3089567"/>
            <a:ext cx="1244600" cy="299720"/>
          </a:xfrm>
          <a:prstGeom prst="rect">
            <a:avLst/>
          </a:prstGeom>
        </p:spPr>
        <p:txBody>
          <a:bodyPr vert="horz" wrap="square" lIns="0" tIns="12700" rIns="0" bIns="0" rtlCol="0">
            <a:spAutoFit/>
          </a:bodyPr>
          <a:lstStyle/>
          <a:p>
            <a:pPr marL="12700">
              <a:lnSpc>
                <a:spcPct val="100000"/>
              </a:lnSpc>
              <a:spcBef>
                <a:spcPts val="100"/>
              </a:spcBef>
            </a:pPr>
            <a:r>
              <a:rPr sz="1800" spc="110" dirty="0">
                <a:solidFill>
                  <a:srgbClr val="404040"/>
                </a:solidFill>
                <a:latin typeface="宋体"/>
                <a:cs typeface="宋体"/>
              </a:rPr>
              <a:t>目标明确性</a:t>
            </a:r>
            <a:endParaRPr sz="1800">
              <a:latin typeface="宋体"/>
              <a:cs typeface="宋体"/>
            </a:endParaRPr>
          </a:p>
        </p:txBody>
      </p:sp>
      <p:sp>
        <p:nvSpPr>
          <p:cNvPr id="6" name="object 6"/>
          <p:cNvSpPr/>
          <p:nvPr/>
        </p:nvSpPr>
        <p:spPr>
          <a:xfrm>
            <a:off x="3598164" y="2931680"/>
            <a:ext cx="649605" cy="649605"/>
          </a:xfrm>
          <a:custGeom>
            <a:avLst/>
            <a:gdLst/>
            <a:ahLst/>
            <a:cxnLst/>
            <a:rect l="l" t="t" r="r" b="b"/>
            <a:pathLst>
              <a:path w="649604" h="649604">
                <a:moveTo>
                  <a:pt x="324726" y="649274"/>
                </a:moveTo>
                <a:lnTo>
                  <a:pt x="276752" y="645755"/>
                </a:lnTo>
                <a:lnTo>
                  <a:pt x="230963" y="635533"/>
                </a:lnTo>
                <a:lnTo>
                  <a:pt x="187862" y="619112"/>
                </a:lnTo>
                <a:lnTo>
                  <a:pt x="147950" y="596997"/>
                </a:lnTo>
                <a:lnTo>
                  <a:pt x="111729" y="569692"/>
                </a:lnTo>
                <a:lnTo>
                  <a:pt x="79700" y="537702"/>
                </a:lnTo>
                <a:lnTo>
                  <a:pt x="52365" y="501529"/>
                </a:lnTo>
                <a:lnTo>
                  <a:pt x="30226" y="461679"/>
                </a:lnTo>
                <a:lnTo>
                  <a:pt x="13784" y="418656"/>
                </a:lnTo>
                <a:lnTo>
                  <a:pt x="3541" y="372964"/>
                </a:lnTo>
                <a:lnTo>
                  <a:pt x="0" y="325107"/>
                </a:lnTo>
                <a:lnTo>
                  <a:pt x="3541" y="277019"/>
                </a:lnTo>
                <a:lnTo>
                  <a:pt x="13784" y="231137"/>
                </a:lnTo>
                <a:lnTo>
                  <a:pt x="30226" y="187961"/>
                </a:lnTo>
                <a:lnTo>
                  <a:pt x="52365" y="147992"/>
                </a:lnTo>
                <a:lnTo>
                  <a:pt x="79700" y="111730"/>
                </a:lnTo>
                <a:lnTo>
                  <a:pt x="111729" y="79674"/>
                </a:lnTo>
                <a:lnTo>
                  <a:pt x="147950" y="52325"/>
                </a:lnTo>
                <a:lnTo>
                  <a:pt x="187862" y="30183"/>
                </a:lnTo>
                <a:lnTo>
                  <a:pt x="230963" y="13748"/>
                </a:lnTo>
                <a:lnTo>
                  <a:pt x="276752" y="3520"/>
                </a:lnTo>
                <a:lnTo>
                  <a:pt x="324726" y="0"/>
                </a:lnTo>
                <a:lnTo>
                  <a:pt x="372697" y="3520"/>
                </a:lnTo>
                <a:lnTo>
                  <a:pt x="418483" y="13745"/>
                </a:lnTo>
                <a:lnTo>
                  <a:pt x="461582" y="30173"/>
                </a:lnTo>
                <a:lnTo>
                  <a:pt x="501491" y="52302"/>
                </a:lnTo>
                <a:lnTo>
                  <a:pt x="537709" y="79630"/>
                </a:lnTo>
                <a:lnTo>
                  <a:pt x="569733" y="111654"/>
                </a:lnTo>
                <a:lnTo>
                  <a:pt x="597060" y="147871"/>
                </a:lnTo>
                <a:lnTo>
                  <a:pt x="619190" y="187781"/>
                </a:lnTo>
                <a:lnTo>
                  <a:pt x="635618" y="230880"/>
                </a:lnTo>
                <a:lnTo>
                  <a:pt x="645843" y="276666"/>
                </a:lnTo>
                <a:lnTo>
                  <a:pt x="649363" y="324637"/>
                </a:lnTo>
                <a:lnTo>
                  <a:pt x="645843" y="372611"/>
                </a:lnTo>
                <a:lnTo>
                  <a:pt x="635618" y="418399"/>
                </a:lnTo>
                <a:lnTo>
                  <a:pt x="619190" y="461499"/>
                </a:lnTo>
                <a:lnTo>
                  <a:pt x="597060" y="501408"/>
                </a:lnTo>
                <a:lnTo>
                  <a:pt x="569733" y="537625"/>
                </a:lnTo>
                <a:lnTo>
                  <a:pt x="537709" y="569648"/>
                </a:lnTo>
                <a:lnTo>
                  <a:pt x="501491" y="596975"/>
                </a:lnTo>
                <a:lnTo>
                  <a:pt x="461582" y="619103"/>
                </a:lnTo>
                <a:lnTo>
                  <a:pt x="418483" y="635530"/>
                </a:lnTo>
                <a:lnTo>
                  <a:pt x="372697" y="645755"/>
                </a:lnTo>
                <a:lnTo>
                  <a:pt x="324726" y="649274"/>
                </a:lnTo>
                <a:close/>
              </a:path>
            </a:pathLst>
          </a:custGeom>
          <a:solidFill>
            <a:srgbClr val="1D6CC2"/>
          </a:solidFill>
        </p:spPr>
        <p:txBody>
          <a:bodyPr wrap="square" lIns="0" tIns="0" rIns="0" bIns="0" rtlCol="0"/>
          <a:lstStyle/>
          <a:p>
            <a:endParaRPr/>
          </a:p>
        </p:txBody>
      </p:sp>
      <p:sp>
        <p:nvSpPr>
          <p:cNvPr id="7" name="object 7"/>
          <p:cNvSpPr txBox="1"/>
          <p:nvPr/>
        </p:nvSpPr>
        <p:spPr>
          <a:xfrm>
            <a:off x="3688016" y="3031070"/>
            <a:ext cx="431165" cy="422909"/>
          </a:xfrm>
          <a:prstGeom prst="rect">
            <a:avLst/>
          </a:prstGeom>
        </p:spPr>
        <p:txBody>
          <a:bodyPr vert="horz" wrap="square" lIns="0" tIns="13335" rIns="0" bIns="0" rtlCol="0">
            <a:spAutoFit/>
          </a:bodyPr>
          <a:lstStyle/>
          <a:p>
            <a:pPr marL="12700">
              <a:lnSpc>
                <a:spcPct val="100000"/>
              </a:lnSpc>
              <a:spcBef>
                <a:spcPts val="105"/>
              </a:spcBef>
            </a:pPr>
            <a:r>
              <a:rPr sz="2600" spc="120" dirty="0">
                <a:solidFill>
                  <a:srgbClr val="FFFFFF"/>
                </a:solidFill>
                <a:latin typeface="Arial"/>
                <a:cs typeface="Arial"/>
              </a:rPr>
              <a:t>02</a:t>
            </a:r>
            <a:endParaRPr sz="2600">
              <a:latin typeface="Arial"/>
              <a:cs typeface="Arial"/>
            </a:endParaRPr>
          </a:p>
        </p:txBody>
      </p:sp>
      <p:sp>
        <p:nvSpPr>
          <p:cNvPr id="8" name="object 8"/>
          <p:cNvSpPr txBox="1"/>
          <p:nvPr/>
        </p:nvSpPr>
        <p:spPr>
          <a:xfrm>
            <a:off x="4620920" y="3089567"/>
            <a:ext cx="1244600" cy="299720"/>
          </a:xfrm>
          <a:prstGeom prst="rect">
            <a:avLst/>
          </a:prstGeom>
        </p:spPr>
        <p:txBody>
          <a:bodyPr vert="horz" wrap="square" lIns="0" tIns="12700" rIns="0" bIns="0" rtlCol="0">
            <a:spAutoFit/>
          </a:bodyPr>
          <a:lstStyle/>
          <a:p>
            <a:pPr marL="12700">
              <a:lnSpc>
                <a:spcPct val="100000"/>
              </a:lnSpc>
              <a:spcBef>
                <a:spcPts val="100"/>
              </a:spcBef>
            </a:pPr>
            <a:r>
              <a:rPr sz="1800" spc="110" dirty="0">
                <a:solidFill>
                  <a:srgbClr val="404040"/>
                </a:solidFill>
                <a:latin typeface="宋体"/>
                <a:cs typeface="宋体"/>
              </a:rPr>
              <a:t>逻辑连贯性</a:t>
            </a:r>
            <a:endParaRPr sz="1800">
              <a:latin typeface="宋体"/>
              <a:cs typeface="宋体"/>
            </a:endParaRPr>
          </a:p>
        </p:txBody>
      </p:sp>
      <p:sp>
        <p:nvSpPr>
          <p:cNvPr id="9" name="object 9"/>
          <p:cNvSpPr/>
          <p:nvPr/>
        </p:nvSpPr>
        <p:spPr>
          <a:xfrm>
            <a:off x="577595" y="3908717"/>
            <a:ext cx="648970" cy="649605"/>
          </a:xfrm>
          <a:custGeom>
            <a:avLst/>
            <a:gdLst/>
            <a:ahLst/>
            <a:cxnLst/>
            <a:rect l="l" t="t" r="r" b="b"/>
            <a:pathLst>
              <a:path w="648969" h="649604">
                <a:moveTo>
                  <a:pt x="324091" y="649262"/>
                </a:moveTo>
                <a:lnTo>
                  <a:pt x="276117" y="645742"/>
                </a:lnTo>
                <a:lnTo>
                  <a:pt x="230332" y="635519"/>
                </a:lnTo>
                <a:lnTo>
                  <a:pt x="187240" y="619097"/>
                </a:lnTo>
                <a:lnTo>
                  <a:pt x="147346" y="596978"/>
                </a:lnTo>
                <a:lnTo>
                  <a:pt x="111154" y="569667"/>
                </a:lnTo>
                <a:lnTo>
                  <a:pt x="79168" y="537666"/>
                </a:lnTo>
                <a:lnTo>
                  <a:pt x="51894" y="501481"/>
                </a:lnTo>
                <a:lnTo>
                  <a:pt x="29835" y="461613"/>
                </a:lnTo>
                <a:lnTo>
                  <a:pt x="13497" y="418567"/>
                </a:lnTo>
                <a:lnTo>
                  <a:pt x="3383" y="372846"/>
                </a:lnTo>
                <a:lnTo>
                  <a:pt x="0" y="324954"/>
                </a:lnTo>
                <a:lnTo>
                  <a:pt x="3383" y="276901"/>
                </a:lnTo>
                <a:lnTo>
                  <a:pt x="13497" y="231049"/>
                </a:lnTo>
                <a:lnTo>
                  <a:pt x="29835" y="187897"/>
                </a:lnTo>
                <a:lnTo>
                  <a:pt x="51894" y="147947"/>
                </a:lnTo>
                <a:lnTo>
                  <a:pt x="79168" y="111700"/>
                </a:lnTo>
                <a:lnTo>
                  <a:pt x="111154" y="79655"/>
                </a:lnTo>
                <a:lnTo>
                  <a:pt x="147346" y="52314"/>
                </a:lnTo>
                <a:lnTo>
                  <a:pt x="187240" y="30178"/>
                </a:lnTo>
                <a:lnTo>
                  <a:pt x="230332" y="13746"/>
                </a:lnTo>
                <a:lnTo>
                  <a:pt x="276117" y="3519"/>
                </a:lnTo>
                <a:lnTo>
                  <a:pt x="324091" y="0"/>
                </a:lnTo>
                <a:lnTo>
                  <a:pt x="372062" y="3519"/>
                </a:lnTo>
                <a:lnTo>
                  <a:pt x="417847" y="13744"/>
                </a:lnTo>
                <a:lnTo>
                  <a:pt x="460945" y="30171"/>
                </a:lnTo>
                <a:lnTo>
                  <a:pt x="500853" y="52299"/>
                </a:lnTo>
                <a:lnTo>
                  <a:pt x="537069" y="79625"/>
                </a:lnTo>
                <a:lnTo>
                  <a:pt x="569091" y="111648"/>
                </a:lnTo>
                <a:lnTo>
                  <a:pt x="596417" y="147866"/>
                </a:lnTo>
                <a:lnTo>
                  <a:pt x="618544" y="187775"/>
                </a:lnTo>
                <a:lnTo>
                  <a:pt x="634971" y="230875"/>
                </a:lnTo>
                <a:lnTo>
                  <a:pt x="645196" y="276663"/>
                </a:lnTo>
                <a:lnTo>
                  <a:pt x="648716" y="324637"/>
                </a:lnTo>
                <a:lnTo>
                  <a:pt x="645196" y="372608"/>
                </a:lnTo>
                <a:lnTo>
                  <a:pt x="634971" y="418393"/>
                </a:lnTo>
                <a:lnTo>
                  <a:pt x="618544" y="461491"/>
                </a:lnTo>
                <a:lnTo>
                  <a:pt x="596417" y="501399"/>
                </a:lnTo>
                <a:lnTo>
                  <a:pt x="569091" y="537615"/>
                </a:lnTo>
                <a:lnTo>
                  <a:pt x="537069" y="569637"/>
                </a:lnTo>
                <a:lnTo>
                  <a:pt x="500853" y="596963"/>
                </a:lnTo>
                <a:lnTo>
                  <a:pt x="460945" y="619090"/>
                </a:lnTo>
                <a:lnTo>
                  <a:pt x="417847" y="635517"/>
                </a:lnTo>
                <a:lnTo>
                  <a:pt x="372062" y="645742"/>
                </a:lnTo>
                <a:lnTo>
                  <a:pt x="324091" y="649262"/>
                </a:lnTo>
                <a:close/>
              </a:path>
            </a:pathLst>
          </a:custGeom>
          <a:solidFill>
            <a:srgbClr val="1D6CC2"/>
          </a:solidFill>
        </p:spPr>
        <p:txBody>
          <a:bodyPr wrap="square" lIns="0" tIns="0" rIns="0" bIns="0" rtlCol="0"/>
          <a:lstStyle/>
          <a:p>
            <a:endParaRPr/>
          </a:p>
        </p:txBody>
      </p:sp>
      <p:sp>
        <p:nvSpPr>
          <p:cNvPr id="10" name="object 10"/>
          <p:cNvSpPr txBox="1"/>
          <p:nvPr/>
        </p:nvSpPr>
        <p:spPr>
          <a:xfrm>
            <a:off x="666813" y="4008107"/>
            <a:ext cx="431165" cy="422909"/>
          </a:xfrm>
          <a:prstGeom prst="rect">
            <a:avLst/>
          </a:prstGeom>
        </p:spPr>
        <p:txBody>
          <a:bodyPr vert="horz" wrap="square" lIns="0" tIns="13335" rIns="0" bIns="0" rtlCol="0">
            <a:spAutoFit/>
          </a:bodyPr>
          <a:lstStyle/>
          <a:p>
            <a:pPr marL="12700">
              <a:lnSpc>
                <a:spcPct val="100000"/>
              </a:lnSpc>
              <a:spcBef>
                <a:spcPts val="105"/>
              </a:spcBef>
            </a:pPr>
            <a:r>
              <a:rPr sz="2600" spc="120" dirty="0">
                <a:solidFill>
                  <a:srgbClr val="FFFFFF"/>
                </a:solidFill>
                <a:latin typeface="Arial"/>
                <a:cs typeface="Arial"/>
              </a:rPr>
              <a:t>03</a:t>
            </a:r>
            <a:endParaRPr sz="2600">
              <a:latin typeface="Arial"/>
              <a:cs typeface="Arial"/>
            </a:endParaRPr>
          </a:p>
        </p:txBody>
      </p:sp>
      <p:sp>
        <p:nvSpPr>
          <p:cNvPr id="11" name="object 11"/>
          <p:cNvSpPr txBox="1"/>
          <p:nvPr/>
        </p:nvSpPr>
        <p:spPr>
          <a:xfrm>
            <a:off x="1528597" y="4066590"/>
            <a:ext cx="1244600" cy="299720"/>
          </a:xfrm>
          <a:prstGeom prst="rect">
            <a:avLst/>
          </a:prstGeom>
        </p:spPr>
        <p:txBody>
          <a:bodyPr vert="horz" wrap="square" lIns="0" tIns="12700" rIns="0" bIns="0" rtlCol="0">
            <a:spAutoFit/>
          </a:bodyPr>
          <a:lstStyle/>
          <a:p>
            <a:pPr marL="12700">
              <a:lnSpc>
                <a:spcPct val="100000"/>
              </a:lnSpc>
              <a:spcBef>
                <a:spcPts val="100"/>
              </a:spcBef>
            </a:pPr>
            <a:r>
              <a:rPr sz="1800" spc="110" dirty="0">
                <a:solidFill>
                  <a:srgbClr val="404040"/>
                </a:solidFill>
                <a:latin typeface="宋体"/>
                <a:cs typeface="宋体"/>
              </a:rPr>
              <a:t>渐进复杂性</a:t>
            </a:r>
            <a:endParaRPr sz="1800">
              <a:latin typeface="宋体"/>
              <a:cs typeface="宋体"/>
            </a:endParaRPr>
          </a:p>
        </p:txBody>
      </p:sp>
      <p:sp>
        <p:nvSpPr>
          <p:cNvPr id="12" name="object 12"/>
          <p:cNvSpPr/>
          <p:nvPr/>
        </p:nvSpPr>
        <p:spPr>
          <a:xfrm>
            <a:off x="3598164" y="3908717"/>
            <a:ext cx="649605" cy="649605"/>
          </a:xfrm>
          <a:custGeom>
            <a:avLst/>
            <a:gdLst/>
            <a:ahLst/>
            <a:cxnLst/>
            <a:rect l="l" t="t" r="r" b="b"/>
            <a:pathLst>
              <a:path w="649604" h="649604">
                <a:moveTo>
                  <a:pt x="324726" y="649262"/>
                </a:moveTo>
                <a:lnTo>
                  <a:pt x="276752" y="645742"/>
                </a:lnTo>
                <a:lnTo>
                  <a:pt x="230963" y="635519"/>
                </a:lnTo>
                <a:lnTo>
                  <a:pt x="187862" y="619097"/>
                </a:lnTo>
                <a:lnTo>
                  <a:pt x="147950" y="596978"/>
                </a:lnTo>
                <a:lnTo>
                  <a:pt x="111729" y="569667"/>
                </a:lnTo>
                <a:lnTo>
                  <a:pt x="79700" y="537666"/>
                </a:lnTo>
                <a:lnTo>
                  <a:pt x="52365" y="501481"/>
                </a:lnTo>
                <a:lnTo>
                  <a:pt x="30226" y="461613"/>
                </a:lnTo>
                <a:lnTo>
                  <a:pt x="13784" y="418567"/>
                </a:lnTo>
                <a:lnTo>
                  <a:pt x="3541" y="372846"/>
                </a:lnTo>
                <a:lnTo>
                  <a:pt x="0" y="324954"/>
                </a:lnTo>
                <a:lnTo>
                  <a:pt x="3541" y="276901"/>
                </a:lnTo>
                <a:lnTo>
                  <a:pt x="13784" y="231049"/>
                </a:lnTo>
                <a:lnTo>
                  <a:pt x="30226" y="187897"/>
                </a:lnTo>
                <a:lnTo>
                  <a:pt x="52365" y="147947"/>
                </a:lnTo>
                <a:lnTo>
                  <a:pt x="79700" y="111700"/>
                </a:lnTo>
                <a:lnTo>
                  <a:pt x="111729" y="79655"/>
                </a:lnTo>
                <a:lnTo>
                  <a:pt x="147950" y="52314"/>
                </a:lnTo>
                <a:lnTo>
                  <a:pt x="187862" y="30178"/>
                </a:lnTo>
                <a:lnTo>
                  <a:pt x="230963" y="13746"/>
                </a:lnTo>
                <a:lnTo>
                  <a:pt x="276752" y="3519"/>
                </a:lnTo>
                <a:lnTo>
                  <a:pt x="324726" y="0"/>
                </a:lnTo>
                <a:lnTo>
                  <a:pt x="372697" y="3519"/>
                </a:lnTo>
                <a:lnTo>
                  <a:pt x="418483" y="13744"/>
                </a:lnTo>
                <a:lnTo>
                  <a:pt x="461582" y="30171"/>
                </a:lnTo>
                <a:lnTo>
                  <a:pt x="501491" y="52299"/>
                </a:lnTo>
                <a:lnTo>
                  <a:pt x="537709" y="79625"/>
                </a:lnTo>
                <a:lnTo>
                  <a:pt x="569733" y="111648"/>
                </a:lnTo>
                <a:lnTo>
                  <a:pt x="597060" y="147866"/>
                </a:lnTo>
                <a:lnTo>
                  <a:pt x="619190" y="187775"/>
                </a:lnTo>
                <a:lnTo>
                  <a:pt x="635618" y="230875"/>
                </a:lnTo>
                <a:lnTo>
                  <a:pt x="645843" y="276663"/>
                </a:lnTo>
                <a:lnTo>
                  <a:pt x="649363" y="324637"/>
                </a:lnTo>
                <a:lnTo>
                  <a:pt x="645843" y="372608"/>
                </a:lnTo>
                <a:lnTo>
                  <a:pt x="635618" y="418393"/>
                </a:lnTo>
                <a:lnTo>
                  <a:pt x="619190" y="461491"/>
                </a:lnTo>
                <a:lnTo>
                  <a:pt x="597060" y="501399"/>
                </a:lnTo>
                <a:lnTo>
                  <a:pt x="569733" y="537615"/>
                </a:lnTo>
                <a:lnTo>
                  <a:pt x="537709" y="569637"/>
                </a:lnTo>
                <a:lnTo>
                  <a:pt x="501491" y="596963"/>
                </a:lnTo>
                <a:lnTo>
                  <a:pt x="461582" y="619090"/>
                </a:lnTo>
                <a:lnTo>
                  <a:pt x="418483" y="635517"/>
                </a:lnTo>
                <a:lnTo>
                  <a:pt x="372697" y="645742"/>
                </a:lnTo>
                <a:lnTo>
                  <a:pt x="324726" y="649262"/>
                </a:lnTo>
                <a:close/>
              </a:path>
            </a:pathLst>
          </a:custGeom>
          <a:solidFill>
            <a:srgbClr val="1D6CC2"/>
          </a:solidFill>
        </p:spPr>
        <p:txBody>
          <a:bodyPr wrap="square" lIns="0" tIns="0" rIns="0" bIns="0" rtlCol="0"/>
          <a:lstStyle/>
          <a:p>
            <a:endParaRPr/>
          </a:p>
        </p:txBody>
      </p:sp>
      <p:sp>
        <p:nvSpPr>
          <p:cNvPr id="13" name="object 13"/>
          <p:cNvSpPr txBox="1"/>
          <p:nvPr/>
        </p:nvSpPr>
        <p:spPr>
          <a:xfrm>
            <a:off x="3688016" y="4008107"/>
            <a:ext cx="431165" cy="422909"/>
          </a:xfrm>
          <a:prstGeom prst="rect">
            <a:avLst/>
          </a:prstGeom>
        </p:spPr>
        <p:txBody>
          <a:bodyPr vert="horz" wrap="square" lIns="0" tIns="13335" rIns="0" bIns="0" rtlCol="0">
            <a:spAutoFit/>
          </a:bodyPr>
          <a:lstStyle/>
          <a:p>
            <a:pPr marL="12700">
              <a:lnSpc>
                <a:spcPct val="100000"/>
              </a:lnSpc>
              <a:spcBef>
                <a:spcPts val="105"/>
              </a:spcBef>
            </a:pPr>
            <a:r>
              <a:rPr sz="2600" spc="120" dirty="0">
                <a:solidFill>
                  <a:srgbClr val="FFFFFF"/>
                </a:solidFill>
                <a:latin typeface="Arial"/>
                <a:cs typeface="Arial"/>
              </a:rPr>
              <a:t>04</a:t>
            </a:r>
            <a:endParaRPr sz="2600">
              <a:latin typeface="Arial"/>
              <a:cs typeface="Arial"/>
            </a:endParaRPr>
          </a:p>
        </p:txBody>
      </p:sp>
      <p:sp>
        <p:nvSpPr>
          <p:cNvPr id="14" name="object 14"/>
          <p:cNvSpPr txBox="1"/>
          <p:nvPr/>
        </p:nvSpPr>
        <p:spPr>
          <a:xfrm>
            <a:off x="4620920" y="4066590"/>
            <a:ext cx="1244600" cy="299720"/>
          </a:xfrm>
          <a:prstGeom prst="rect">
            <a:avLst/>
          </a:prstGeom>
        </p:spPr>
        <p:txBody>
          <a:bodyPr vert="horz" wrap="square" lIns="0" tIns="12700" rIns="0" bIns="0" rtlCol="0">
            <a:spAutoFit/>
          </a:bodyPr>
          <a:lstStyle/>
          <a:p>
            <a:pPr marL="12700">
              <a:lnSpc>
                <a:spcPct val="100000"/>
              </a:lnSpc>
              <a:spcBef>
                <a:spcPts val="100"/>
              </a:spcBef>
            </a:pPr>
            <a:r>
              <a:rPr sz="1800" spc="110" dirty="0">
                <a:solidFill>
                  <a:srgbClr val="404040"/>
                </a:solidFill>
                <a:latin typeface="宋体"/>
                <a:cs typeface="宋体"/>
              </a:rPr>
              <a:t>灵活适应性</a:t>
            </a:r>
            <a:endParaRPr sz="1800">
              <a:latin typeface="宋体"/>
              <a:cs typeface="宋体"/>
            </a:endParaRPr>
          </a:p>
        </p:txBody>
      </p:sp>
      <p:sp>
        <p:nvSpPr>
          <p:cNvPr id="15" name="object 15"/>
          <p:cNvSpPr/>
          <p:nvPr/>
        </p:nvSpPr>
        <p:spPr>
          <a:xfrm>
            <a:off x="577595" y="4885740"/>
            <a:ext cx="648970" cy="649605"/>
          </a:xfrm>
          <a:custGeom>
            <a:avLst/>
            <a:gdLst/>
            <a:ahLst/>
            <a:cxnLst/>
            <a:rect l="l" t="t" r="r" b="b"/>
            <a:pathLst>
              <a:path w="648969" h="649604">
                <a:moveTo>
                  <a:pt x="324091" y="649274"/>
                </a:moveTo>
                <a:lnTo>
                  <a:pt x="276117" y="645754"/>
                </a:lnTo>
                <a:lnTo>
                  <a:pt x="230332" y="635530"/>
                </a:lnTo>
                <a:lnTo>
                  <a:pt x="187240" y="619104"/>
                </a:lnTo>
                <a:lnTo>
                  <a:pt x="147346" y="596980"/>
                </a:lnTo>
                <a:lnTo>
                  <a:pt x="111154" y="569661"/>
                </a:lnTo>
                <a:lnTo>
                  <a:pt x="79168" y="537649"/>
                </a:lnTo>
                <a:lnTo>
                  <a:pt x="51894" y="501448"/>
                </a:lnTo>
                <a:lnTo>
                  <a:pt x="29835" y="461561"/>
                </a:lnTo>
                <a:lnTo>
                  <a:pt x="13497" y="418492"/>
                </a:lnTo>
                <a:lnTo>
                  <a:pt x="3383" y="372742"/>
                </a:lnTo>
                <a:lnTo>
                  <a:pt x="0" y="324815"/>
                </a:lnTo>
                <a:lnTo>
                  <a:pt x="3383" y="276799"/>
                </a:lnTo>
                <a:lnTo>
                  <a:pt x="13497" y="230977"/>
                </a:lnTo>
                <a:lnTo>
                  <a:pt x="29835" y="187849"/>
                </a:lnTo>
                <a:lnTo>
                  <a:pt x="51894" y="147917"/>
                </a:lnTo>
                <a:lnTo>
                  <a:pt x="79168" y="111682"/>
                </a:lnTo>
                <a:lnTo>
                  <a:pt x="111154" y="79646"/>
                </a:lnTo>
                <a:lnTo>
                  <a:pt x="147346" y="52311"/>
                </a:lnTo>
                <a:lnTo>
                  <a:pt x="187240" y="30177"/>
                </a:lnTo>
                <a:lnTo>
                  <a:pt x="230332" y="13746"/>
                </a:lnTo>
                <a:lnTo>
                  <a:pt x="276117" y="3520"/>
                </a:lnTo>
                <a:lnTo>
                  <a:pt x="324091" y="0"/>
                </a:lnTo>
                <a:lnTo>
                  <a:pt x="372062" y="3520"/>
                </a:lnTo>
                <a:lnTo>
                  <a:pt x="417847" y="13745"/>
                </a:lnTo>
                <a:lnTo>
                  <a:pt x="460945" y="30173"/>
                </a:lnTo>
                <a:lnTo>
                  <a:pt x="500853" y="52302"/>
                </a:lnTo>
                <a:lnTo>
                  <a:pt x="537069" y="79630"/>
                </a:lnTo>
                <a:lnTo>
                  <a:pt x="569091" y="111654"/>
                </a:lnTo>
                <a:lnTo>
                  <a:pt x="596417" y="147871"/>
                </a:lnTo>
                <a:lnTo>
                  <a:pt x="618544" y="187781"/>
                </a:lnTo>
                <a:lnTo>
                  <a:pt x="634971" y="230880"/>
                </a:lnTo>
                <a:lnTo>
                  <a:pt x="645196" y="276666"/>
                </a:lnTo>
                <a:lnTo>
                  <a:pt x="648716" y="324637"/>
                </a:lnTo>
                <a:lnTo>
                  <a:pt x="645196" y="372608"/>
                </a:lnTo>
                <a:lnTo>
                  <a:pt x="634971" y="418394"/>
                </a:lnTo>
                <a:lnTo>
                  <a:pt x="618544" y="461493"/>
                </a:lnTo>
                <a:lnTo>
                  <a:pt x="596417" y="501403"/>
                </a:lnTo>
                <a:lnTo>
                  <a:pt x="569091" y="537620"/>
                </a:lnTo>
                <a:lnTo>
                  <a:pt x="537069" y="569644"/>
                </a:lnTo>
                <a:lnTo>
                  <a:pt x="500853" y="596972"/>
                </a:lnTo>
                <a:lnTo>
                  <a:pt x="460945" y="619101"/>
                </a:lnTo>
                <a:lnTo>
                  <a:pt x="417847" y="635529"/>
                </a:lnTo>
                <a:lnTo>
                  <a:pt x="372062" y="645754"/>
                </a:lnTo>
                <a:lnTo>
                  <a:pt x="324091" y="649274"/>
                </a:lnTo>
                <a:close/>
              </a:path>
            </a:pathLst>
          </a:custGeom>
          <a:solidFill>
            <a:srgbClr val="1D6CC2"/>
          </a:solidFill>
        </p:spPr>
        <p:txBody>
          <a:bodyPr wrap="square" lIns="0" tIns="0" rIns="0" bIns="0" rtlCol="0"/>
          <a:lstStyle/>
          <a:p>
            <a:endParaRPr/>
          </a:p>
        </p:txBody>
      </p:sp>
      <p:sp>
        <p:nvSpPr>
          <p:cNvPr id="16" name="object 16"/>
          <p:cNvSpPr txBox="1"/>
          <p:nvPr/>
        </p:nvSpPr>
        <p:spPr>
          <a:xfrm>
            <a:off x="666813" y="4985130"/>
            <a:ext cx="431165" cy="422909"/>
          </a:xfrm>
          <a:prstGeom prst="rect">
            <a:avLst/>
          </a:prstGeom>
        </p:spPr>
        <p:txBody>
          <a:bodyPr vert="horz" wrap="square" lIns="0" tIns="13335" rIns="0" bIns="0" rtlCol="0">
            <a:spAutoFit/>
          </a:bodyPr>
          <a:lstStyle/>
          <a:p>
            <a:pPr marL="12700">
              <a:lnSpc>
                <a:spcPct val="100000"/>
              </a:lnSpc>
              <a:spcBef>
                <a:spcPts val="105"/>
              </a:spcBef>
            </a:pPr>
            <a:r>
              <a:rPr sz="2600" spc="120" dirty="0">
                <a:solidFill>
                  <a:srgbClr val="FFFFFF"/>
                </a:solidFill>
                <a:latin typeface="Arial"/>
                <a:cs typeface="Arial"/>
              </a:rPr>
              <a:t>05</a:t>
            </a:r>
            <a:endParaRPr sz="2600">
              <a:latin typeface="Arial"/>
              <a:cs typeface="Arial"/>
            </a:endParaRPr>
          </a:p>
        </p:txBody>
      </p:sp>
      <p:sp>
        <p:nvSpPr>
          <p:cNvPr id="17" name="object 17"/>
          <p:cNvSpPr txBox="1"/>
          <p:nvPr/>
        </p:nvSpPr>
        <p:spPr>
          <a:xfrm>
            <a:off x="1528597" y="5043614"/>
            <a:ext cx="1244600" cy="299720"/>
          </a:xfrm>
          <a:prstGeom prst="rect">
            <a:avLst/>
          </a:prstGeom>
        </p:spPr>
        <p:txBody>
          <a:bodyPr vert="horz" wrap="square" lIns="0" tIns="12700" rIns="0" bIns="0" rtlCol="0">
            <a:spAutoFit/>
          </a:bodyPr>
          <a:lstStyle/>
          <a:p>
            <a:pPr marL="12700">
              <a:lnSpc>
                <a:spcPct val="100000"/>
              </a:lnSpc>
              <a:spcBef>
                <a:spcPts val="100"/>
              </a:spcBef>
            </a:pPr>
            <a:r>
              <a:rPr sz="1800" spc="110" dirty="0">
                <a:solidFill>
                  <a:srgbClr val="404040"/>
                </a:solidFill>
                <a:latin typeface="宋体"/>
                <a:cs typeface="宋体"/>
              </a:rPr>
              <a:t>多样性思考</a:t>
            </a:r>
            <a:endParaRPr sz="1800">
              <a:latin typeface="宋体"/>
              <a:cs typeface="宋体"/>
            </a:endParaRPr>
          </a:p>
        </p:txBody>
      </p:sp>
      <p:sp>
        <p:nvSpPr>
          <p:cNvPr id="18" name="object 18"/>
          <p:cNvSpPr/>
          <p:nvPr/>
        </p:nvSpPr>
        <p:spPr>
          <a:xfrm>
            <a:off x="3598164" y="4885740"/>
            <a:ext cx="649605" cy="649605"/>
          </a:xfrm>
          <a:custGeom>
            <a:avLst/>
            <a:gdLst/>
            <a:ahLst/>
            <a:cxnLst/>
            <a:rect l="l" t="t" r="r" b="b"/>
            <a:pathLst>
              <a:path w="649604" h="649604">
                <a:moveTo>
                  <a:pt x="324726" y="649274"/>
                </a:moveTo>
                <a:lnTo>
                  <a:pt x="276752" y="645754"/>
                </a:lnTo>
                <a:lnTo>
                  <a:pt x="230963" y="635530"/>
                </a:lnTo>
                <a:lnTo>
                  <a:pt x="187862" y="619104"/>
                </a:lnTo>
                <a:lnTo>
                  <a:pt x="147950" y="596980"/>
                </a:lnTo>
                <a:lnTo>
                  <a:pt x="111729" y="569661"/>
                </a:lnTo>
                <a:lnTo>
                  <a:pt x="79700" y="537649"/>
                </a:lnTo>
                <a:lnTo>
                  <a:pt x="52365" y="501448"/>
                </a:lnTo>
                <a:lnTo>
                  <a:pt x="30226" y="461561"/>
                </a:lnTo>
                <a:lnTo>
                  <a:pt x="13784" y="418492"/>
                </a:lnTo>
                <a:lnTo>
                  <a:pt x="3541" y="372742"/>
                </a:lnTo>
                <a:lnTo>
                  <a:pt x="0" y="324815"/>
                </a:lnTo>
                <a:lnTo>
                  <a:pt x="3541" y="276799"/>
                </a:lnTo>
                <a:lnTo>
                  <a:pt x="13784" y="230977"/>
                </a:lnTo>
                <a:lnTo>
                  <a:pt x="30226" y="187849"/>
                </a:lnTo>
                <a:lnTo>
                  <a:pt x="52365" y="147917"/>
                </a:lnTo>
                <a:lnTo>
                  <a:pt x="79700" y="111682"/>
                </a:lnTo>
                <a:lnTo>
                  <a:pt x="111729" y="79646"/>
                </a:lnTo>
                <a:lnTo>
                  <a:pt x="147950" y="52311"/>
                </a:lnTo>
                <a:lnTo>
                  <a:pt x="187862" y="30177"/>
                </a:lnTo>
                <a:lnTo>
                  <a:pt x="230963" y="13746"/>
                </a:lnTo>
                <a:lnTo>
                  <a:pt x="276752" y="3520"/>
                </a:lnTo>
                <a:lnTo>
                  <a:pt x="324726" y="0"/>
                </a:lnTo>
                <a:lnTo>
                  <a:pt x="372697" y="3520"/>
                </a:lnTo>
                <a:lnTo>
                  <a:pt x="418483" y="13745"/>
                </a:lnTo>
                <a:lnTo>
                  <a:pt x="461582" y="30173"/>
                </a:lnTo>
                <a:lnTo>
                  <a:pt x="501491" y="52302"/>
                </a:lnTo>
                <a:lnTo>
                  <a:pt x="537709" y="79630"/>
                </a:lnTo>
                <a:lnTo>
                  <a:pt x="569733" y="111654"/>
                </a:lnTo>
                <a:lnTo>
                  <a:pt x="597060" y="147871"/>
                </a:lnTo>
                <a:lnTo>
                  <a:pt x="619190" y="187781"/>
                </a:lnTo>
                <a:lnTo>
                  <a:pt x="635618" y="230880"/>
                </a:lnTo>
                <a:lnTo>
                  <a:pt x="645843" y="276666"/>
                </a:lnTo>
                <a:lnTo>
                  <a:pt x="649363" y="324637"/>
                </a:lnTo>
                <a:lnTo>
                  <a:pt x="645843" y="372608"/>
                </a:lnTo>
                <a:lnTo>
                  <a:pt x="635618" y="418394"/>
                </a:lnTo>
                <a:lnTo>
                  <a:pt x="619190" y="461493"/>
                </a:lnTo>
                <a:lnTo>
                  <a:pt x="597060" y="501403"/>
                </a:lnTo>
                <a:lnTo>
                  <a:pt x="569733" y="537620"/>
                </a:lnTo>
                <a:lnTo>
                  <a:pt x="537709" y="569644"/>
                </a:lnTo>
                <a:lnTo>
                  <a:pt x="501491" y="596972"/>
                </a:lnTo>
                <a:lnTo>
                  <a:pt x="461582" y="619101"/>
                </a:lnTo>
                <a:lnTo>
                  <a:pt x="418483" y="635529"/>
                </a:lnTo>
                <a:lnTo>
                  <a:pt x="372697" y="645754"/>
                </a:lnTo>
                <a:lnTo>
                  <a:pt x="324726" y="649274"/>
                </a:lnTo>
                <a:close/>
              </a:path>
            </a:pathLst>
          </a:custGeom>
          <a:solidFill>
            <a:srgbClr val="1D6CC2"/>
          </a:solidFill>
        </p:spPr>
        <p:txBody>
          <a:bodyPr wrap="square" lIns="0" tIns="0" rIns="0" bIns="0" rtlCol="0"/>
          <a:lstStyle/>
          <a:p>
            <a:endParaRPr/>
          </a:p>
        </p:txBody>
      </p:sp>
      <p:sp>
        <p:nvSpPr>
          <p:cNvPr id="19" name="object 19"/>
          <p:cNvSpPr txBox="1"/>
          <p:nvPr/>
        </p:nvSpPr>
        <p:spPr>
          <a:xfrm>
            <a:off x="3688016" y="4985130"/>
            <a:ext cx="431165" cy="422909"/>
          </a:xfrm>
          <a:prstGeom prst="rect">
            <a:avLst/>
          </a:prstGeom>
        </p:spPr>
        <p:txBody>
          <a:bodyPr vert="horz" wrap="square" lIns="0" tIns="13335" rIns="0" bIns="0" rtlCol="0">
            <a:spAutoFit/>
          </a:bodyPr>
          <a:lstStyle/>
          <a:p>
            <a:pPr marL="12700">
              <a:lnSpc>
                <a:spcPct val="100000"/>
              </a:lnSpc>
              <a:spcBef>
                <a:spcPts val="105"/>
              </a:spcBef>
            </a:pPr>
            <a:r>
              <a:rPr sz="2600" spc="120" dirty="0">
                <a:solidFill>
                  <a:srgbClr val="FFFFFF"/>
                </a:solidFill>
                <a:latin typeface="Arial"/>
                <a:cs typeface="Arial"/>
              </a:rPr>
              <a:t>06</a:t>
            </a:r>
            <a:endParaRPr sz="2600">
              <a:latin typeface="Arial"/>
              <a:cs typeface="Arial"/>
            </a:endParaRPr>
          </a:p>
        </p:txBody>
      </p:sp>
      <p:sp>
        <p:nvSpPr>
          <p:cNvPr id="20" name="object 20"/>
          <p:cNvSpPr txBox="1"/>
          <p:nvPr/>
        </p:nvSpPr>
        <p:spPr>
          <a:xfrm>
            <a:off x="4620920" y="5039169"/>
            <a:ext cx="1416685" cy="285750"/>
          </a:xfrm>
          <a:prstGeom prst="rect">
            <a:avLst/>
          </a:prstGeom>
        </p:spPr>
        <p:txBody>
          <a:bodyPr vert="horz" wrap="square" lIns="0" tIns="13335" rIns="0" bIns="0" rtlCol="0">
            <a:spAutoFit/>
          </a:bodyPr>
          <a:lstStyle/>
          <a:p>
            <a:pPr marL="12700">
              <a:lnSpc>
                <a:spcPct val="100000"/>
              </a:lnSpc>
              <a:spcBef>
                <a:spcPts val="105"/>
              </a:spcBef>
            </a:pPr>
            <a:r>
              <a:rPr sz="1700" spc="110" dirty="0">
                <a:solidFill>
                  <a:srgbClr val="404040"/>
                </a:solidFill>
                <a:latin typeface="宋体"/>
                <a:cs typeface="宋体"/>
              </a:rPr>
              <a:t>反馈整合机制</a:t>
            </a:r>
            <a:endParaRPr sz="1700">
              <a:latin typeface="宋体"/>
              <a:cs typeface="宋体"/>
            </a:endParaRPr>
          </a:p>
        </p:txBody>
      </p:sp>
      <p:sp>
        <p:nvSpPr>
          <p:cNvPr id="21" name="object 21"/>
          <p:cNvSpPr txBox="1"/>
          <p:nvPr/>
        </p:nvSpPr>
        <p:spPr>
          <a:xfrm>
            <a:off x="626744" y="1152525"/>
            <a:ext cx="10871200" cy="1094105"/>
          </a:xfrm>
          <a:prstGeom prst="rect">
            <a:avLst/>
          </a:prstGeom>
        </p:spPr>
        <p:txBody>
          <a:bodyPr vert="horz" wrap="square" lIns="0" tIns="12700" rIns="0" bIns="0" rtlCol="0">
            <a:spAutoFit/>
          </a:bodyPr>
          <a:lstStyle/>
          <a:p>
            <a:pPr marL="12700" marR="5080" algn="just">
              <a:lnSpc>
                <a:spcPct val="129900"/>
              </a:lnSpc>
              <a:spcBef>
                <a:spcPts val="100"/>
              </a:spcBef>
            </a:pPr>
            <a:r>
              <a:rPr sz="1800" spc="-5" dirty="0">
                <a:latin typeface="宋体"/>
                <a:cs typeface="宋体"/>
              </a:rPr>
              <a:t>提示语链的设计需要遵循一定的原则，以确保其在任务执行中的有效性和连贯性。这些原则为提示语链的构建提供了清晰的指导，帮助系统地组织和引导任务的分解与处理，以下是设计提示语链时应该考虑的关键原</a:t>
            </a:r>
            <a:r>
              <a:rPr sz="1800" spc="-25" dirty="0">
                <a:latin typeface="宋体"/>
                <a:cs typeface="宋体"/>
              </a:rPr>
              <a:t>则：</a:t>
            </a:r>
            <a:endParaRPr sz="1800">
              <a:latin typeface="宋体"/>
              <a:cs typeface="宋体"/>
            </a:endParaRPr>
          </a:p>
        </p:txBody>
      </p:sp>
      <p:pic>
        <p:nvPicPr>
          <p:cNvPr id="22" name="object 22"/>
          <p:cNvPicPr/>
          <p:nvPr/>
        </p:nvPicPr>
        <p:blipFill>
          <a:blip r:embed="rId2" cstate="print"/>
          <a:stretch>
            <a:fillRect/>
          </a:stretch>
        </p:blipFill>
        <p:spPr>
          <a:xfrm>
            <a:off x="6660594" y="4546871"/>
            <a:ext cx="5125717" cy="1338036"/>
          </a:xfrm>
          <a:prstGeom prst="rect">
            <a:avLst/>
          </a:prstGeom>
        </p:spPr>
      </p:pic>
      <p:sp>
        <p:nvSpPr>
          <p:cNvPr id="23" name="object 23"/>
          <p:cNvSpPr/>
          <p:nvPr/>
        </p:nvSpPr>
        <p:spPr>
          <a:xfrm>
            <a:off x="6078220" y="3131731"/>
            <a:ext cx="306070" cy="274955"/>
          </a:xfrm>
          <a:custGeom>
            <a:avLst/>
            <a:gdLst/>
            <a:ahLst/>
            <a:cxnLst/>
            <a:rect l="l" t="t" r="r" b="b"/>
            <a:pathLst>
              <a:path w="306070" h="274954">
                <a:moveTo>
                  <a:pt x="168275" y="76288"/>
                </a:moveTo>
                <a:lnTo>
                  <a:pt x="168275" y="0"/>
                </a:lnTo>
                <a:lnTo>
                  <a:pt x="183603" y="15328"/>
                </a:lnTo>
                <a:lnTo>
                  <a:pt x="180975" y="15328"/>
                </a:lnTo>
                <a:lnTo>
                  <a:pt x="170129" y="19824"/>
                </a:lnTo>
                <a:lnTo>
                  <a:pt x="180975" y="30670"/>
                </a:lnTo>
                <a:lnTo>
                  <a:pt x="180975" y="69938"/>
                </a:lnTo>
                <a:lnTo>
                  <a:pt x="174625" y="69938"/>
                </a:lnTo>
                <a:lnTo>
                  <a:pt x="168275" y="76288"/>
                </a:lnTo>
                <a:close/>
              </a:path>
              <a:path w="306070" h="274954">
                <a:moveTo>
                  <a:pt x="180975" y="30670"/>
                </a:moveTo>
                <a:lnTo>
                  <a:pt x="170129" y="19824"/>
                </a:lnTo>
                <a:lnTo>
                  <a:pt x="180975" y="15328"/>
                </a:lnTo>
                <a:lnTo>
                  <a:pt x="180975" y="30670"/>
                </a:lnTo>
                <a:close/>
              </a:path>
              <a:path w="306070" h="274954">
                <a:moveTo>
                  <a:pt x="287553" y="137248"/>
                </a:moveTo>
                <a:lnTo>
                  <a:pt x="180975" y="30670"/>
                </a:lnTo>
                <a:lnTo>
                  <a:pt x="180975" y="15328"/>
                </a:lnTo>
                <a:lnTo>
                  <a:pt x="183603" y="15328"/>
                </a:lnTo>
                <a:lnTo>
                  <a:pt x="301028" y="132753"/>
                </a:lnTo>
                <a:lnTo>
                  <a:pt x="292049" y="132753"/>
                </a:lnTo>
                <a:lnTo>
                  <a:pt x="287553" y="137248"/>
                </a:lnTo>
                <a:close/>
              </a:path>
              <a:path w="306070" h="274954">
                <a:moveTo>
                  <a:pt x="168275" y="204558"/>
                </a:moveTo>
                <a:lnTo>
                  <a:pt x="0" y="204558"/>
                </a:lnTo>
                <a:lnTo>
                  <a:pt x="0" y="69938"/>
                </a:lnTo>
                <a:lnTo>
                  <a:pt x="168275" y="69938"/>
                </a:lnTo>
                <a:lnTo>
                  <a:pt x="168275" y="76288"/>
                </a:lnTo>
                <a:lnTo>
                  <a:pt x="12700" y="76288"/>
                </a:lnTo>
                <a:lnTo>
                  <a:pt x="6350" y="82638"/>
                </a:lnTo>
                <a:lnTo>
                  <a:pt x="12700" y="82638"/>
                </a:lnTo>
                <a:lnTo>
                  <a:pt x="12700" y="191858"/>
                </a:lnTo>
                <a:lnTo>
                  <a:pt x="6350" y="191858"/>
                </a:lnTo>
                <a:lnTo>
                  <a:pt x="12700" y="198208"/>
                </a:lnTo>
                <a:lnTo>
                  <a:pt x="168275" y="198208"/>
                </a:lnTo>
                <a:lnTo>
                  <a:pt x="168275" y="204558"/>
                </a:lnTo>
                <a:close/>
              </a:path>
              <a:path w="306070" h="274954">
                <a:moveTo>
                  <a:pt x="180975" y="82638"/>
                </a:moveTo>
                <a:lnTo>
                  <a:pt x="12700" y="82638"/>
                </a:lnTo>
                <a:lnTo>
                  <a:pt x="12700" y="76288"/>
                </a:lnTo>
                <a:lnTo>
                  <a:pt x="168275" y="76288"/>
                </a:lnTo>
                <a:lnTo>
                  <a:pt x="174625" y="69938"/>
                </a:lnTo>
                <a:lnTo>
                  <a:pt x="180975" y="69938"/>
                </a:lnTo>
                <a:lnTo>
                  <a:pt x="180975" y="82638"/>
                </a:lnTo>
                <a:close/>
              </a:path>
              <a:path w="306070" h="274954">
                <a:moveTo>
                  <a:pt x="12700" y="82638"/>
                </a:moveTo>
                <a:lnTo>
                  <a:pt x="6350" y="82638"/>
                </a:lnTo>
                <a:lnTo>
                  <a:pt x="12700" y="76288"/>
                </a:lnTo>
                <a:lnTo>
                  <a:pt x="12700" y="82638"/>
                </a:lnTo>
                <a:close/>
              </a:path>
              <a:path w="306070" h="274954">
                <a:moveTo>
                  <a:pt x="292049" y="141744"/>
                </a:moveTo>
                <a:lnTo>
                  <a:pt x="287553" y="137248"/>
                </a:lnTo>
                <a:lnTo>
                  <a:pt x="292049" y="132753"/>
                </a:lnTo>
                <a:lnTo>
                  <a:pt x="292049" y="141744"/>
                </a:lnTo>
                <a:close/>
              </a:path>
              <a:path w="306070" h="274954">
                <a:moveTo>
                  <a:pt x="301028" y="141744"/>
                </a:moveTo>
                <a:lnTo>
                  <a:pt x="292049" y="141744"/>
                </a:lnTo>
                <a:lnTo>
                  <a:pt x="292049" y="132753"/>
                </a:lnTo>
                <a:lnTo>
                  <a:pt x="301028" y="132753"/>
                </a:lnTo>
                <a:lnTo>
                  <a:pt x="305523" y="137248"/>
                </a:lnTo>
                <a:lnTo>
                  <a:pt x="301028" y="141744"/>
                </a:lnTo>
                <a:close/>
              </a:path>
              <a:path w="306070" h="274954">
                <a:moveTo>
                  <a:pt x="183603" y="259168"/>
                </a:moveTo>
                <a:lnTo>
                  <a:pt x="180975" y="259168"/>
                </a:lnTo>
                <a:lnTo>
                  <a:pt x="180975" y="243827"/>
                </a:lnTo>
                <a:lnTo>
                  <a:pt x="287553" y="137248"/>
                </a:lnTo>
                <a:lnTo>
                  <a:pt x="292049" y="141744"/>
                </a:lnTo>
                <a:lnTo>
                  <a:pt x="301028" y="141744"/>
                </a:lnTo>
                <a:lnTo>
                  <a:pt x="183603" y="259168"/>
                </a:lnTo>
                <a:close/>
              </a:path>
              <a:path w="306070" h="274954">
                <a:moveTo>
                  <a:pt x="12700" y="198208"/>
                </a:moveTo>
                <a:lnTo>
                  <a:pt x="6350" y="191858"/>
                </a:lnTo>
                <a:lnTo>
                  <a:pt x="12700" y="191858"/>
                </a:lnTo>
                <a:lnTo>
                  <a:pt x="12700" y="198208"/>
                </a:lnTo>
                <a:close/>
              </a:path>
              <a:path w="306070" h="274954">
                <a:moveTo>
                  <a:pt x="180975" y="204558"/>
                </a:moveTo>
                <a:lnTo>
                  <a:pt x="174625" y="204558"/>
                </a:lnTo>
                <a:lnTo>
                  <a:pt x="168275" y="198208"/>
                </a:lnTo>
                <a:lnTo>
                  <a:pt x="12700" y="198208"/>
                </a:lnTo>
                <a:lnTo>
                  <a:pt x="12700" y="191858"/>
                </a:lnTo>
                <a:lnTo>
                  <a:pt x="180975" y="191858"/>
                </a:lnTo>
                <a:lnTo>
                  <a:pt x="180975" y="204558"/>
                </a:lnTo>
                <a:close/>
              </a:path>
              <a:path w="306070" h="274954">
                <a:moveTo>
                  <a:pt x="168275" y="274497"/>
                </a:moveTo>
                <a:lnTo>
                  <a:pt x="168275" y="198208"/>
                </a:lnTo>
                <a:lnTo>
                  <a:pt x="174625" y="204558"/>
                </a:lnTo>
                <a:lnTo>
                  <a:pt x="180975" y="204558"/>
                </a:lnTo>
                <a:lnTo>
                  <a:pt x="180975" y="243827"/>
                </a:lnTo>
                <a:lnTo>
                  <a:pt x="170129" y="254673"/>
                </a:lnTo>
                <a:lnTo>
                  <a:pt x="180975" y="259168"/>
                </a:lnTo>
                <a:lnTo>
                  <a:pt x="183603" y="259168"/>
                </a:lnTo>
                <a:lnTo>
                  <a:pt x="168275" y="274497"/>
                </a:lnTo>
                <a:close/>
              </a:path>
              <a:path w="306070" h="274954">
                <a:moveTo>
                  <a:pt x="180975" y="259168"/>
                </a:moveTo>
                <a:lnTo>
                  <a:pt x="170129" y="254673"/>
                </a:lnTo>
                <a:lnTo>
                  <a:pt x="180975" y="243827"/>
                </a:lnTo>
                <a:lnTo>
                  <a:pt x="180975" y="259168"/>
                </a:lnTo>
                <a:close/>
              </a:path>
            </a:pathLst>
          </a:custGeom>
          <a:solidFill>
            <a:srgbClr val="5F95E6"/>
          </a:solidFill>
        </p:spPr>
        <p:txBody>
          <a:bodyPr wrap="square" lIns="0" tIns="0" rIns="0" bIns="0" rtlCol="0"/>
          <a:lstStyle/>
          <a:p>
            <a:endParaRPr/>
          </a:p>
        </p:txBody>
      </p:sp>
      <p:sp>
        <p:nvSpPr>
          <p:cNvPr id="24" name="object 24"/>
          <p:cNvSpPr/>
          <p:nvPr/>
        </p:nvSpPr>
        <p:spPr>
          <a:xfrm>
            <a:off x="6638925" y="2381250"/>
            <a:ext cx="5121910" cy="1864360"/>
          </a:xfrm>
          <a:custGeom>
            <a:avLst/>
            <a:gdLst/>
            <a:ahLst/>
            <a:cxnLst/>
            <a:rect l="l" t="t" r="r" b="b"/>
            <a:pathLst>
              <a:path w="5121909" h="1864360">
                <a:moveTo>
                  <a:pt x="4354" y="1551089"/>
                </a:moveTo>
                <a:lnTo>
                  <a:pt x="0" y="1551089"/>
                </a:lnTo>
                <a:lnTo>
                  <a:pt x="0" y="1520609"/>
                </a:lnTo>
                <a:lnTo>
                  <a:pt x="7620" y="1520609"/>
                </a:lnTo>
                <a:lnTo>
                  <a:pt x="7620" y="1551051"/>
                </a:lnTo>
                <a:lnTo>
                  <a:pt x="4354" y="1551089"/>
                </a:lnTo>
                <a:close/>
              </a:path>
              <a:path w="5121909" h="1864360">
                <a:moveTo>
                  <a:pt x="838" y="1573974"/>
                </a:moveTo>
                <a:lnTo>
                  <a:pt x="390" y="1566773"/>
                </a:lnTo>
                <a:lnTo>
                  <a:pt x="101" y="1559178"/>
                </a:lnTo>
                <a:lnTo>
                  <a:pt x="0" y="1551139"/>
                </a:lnTo>
                <a:lnTo>
                  <a:pt x="7620" y="1551051"/>
                </a:lnTo>
                <a:lnTo>
                  <a:pt x="7730" y="1559178"/>
                </a:lnTo>
                <a:lnTo>
                  <a:pt x="8041" y="1567205"/>
                </a:lnTo>
                <a:lnTo>
                  <a:pt x="8445" y="1573491"/>
                </a:lnTo>
                <a:lnTo>
                  <a:pt x="838" y="1573974"/>
                </a:lnTo>
                <a:close/>
              </a:path>
              <a:path w="5121909" h="1864360">
                <a:moveTo>
                  <a:pt x="7620" y="1551089"/>
                </a:moveTo>
                <a:close/>
              </a:path>
              <a:path w="5121909" h="1864360">
                <a:moveTo>
                  <a:pt x="7724" y="1559026"/>
                </a:moveTo>
                <a:close/>
              </a:path>
              <a:path w="5121909" h="1864360">
                <a:moveTo>
                  <a:pt x="8020" y="1566875"/>
                </a:moveTo>
                <a:close/>
              </a:path>
              <a:path w="5121909" h="1864360">
                <a:moveTo>
                  <a:pt x="7620" y="1497749"/>
                </a:moveTo>
                <a:lnTo>
                  <a:pt x="0" y="1497749"/>
                </a:lnTo>
                <a:lnTo>
                  <a:pt x="0" y="1467269"/>
                </a:lnTo>
                <a:lnTo>
                  <a:pt x="7620" y="1467269"/>
                </a:lnTo>
                <a:lnTo>
                  <a:pt x="7620" y="1497749"/>
                </a:lnTo>
                <a:close/>
              </a:path>
              <a:path w="5121909" h="1864360">
                <a:moveTo>
                  <a:pt x="7620" y="1444409"/>
                </a:moveTo>
                <a:lnTo>
                  <a:pt x="0" y="1444409"/>
                </a:lnTo>
                <a:lnTo>
                  <a:pt x="0" y="1413929"/>
                </a:lnTo>
                <a:lnTo>
                  <a:pt x="7620" y="1413929"/>
                </a:lnTo>
                <a:lnTo>
                  <a:pt x="7620" y="1444409"/>
                </a:lnTo>
                <a:close/>
              </a:path>
              <a:path w="5121909" h="1864360">
                <a:moveTo>
                  <a:pt x="7620" y="1391069"/>
                </a:moveTo>
                <a:lnTo>
                  <a:pt x="0" y="1391069"/>
                </a:lnTo>
                <a:lnTo>
                  <a:pt x="0" y="1360589"/>
                </a:lnTo>
                <a:lnTo>
                  <a:pt x="7620" y="1360589"/>
                </a:lnTo>
                <a:lnTo>
                  <a:pt x="7620" y="1391069"/>
                </a:lnTo>
                <a:close/>
              </a:path>
              <a:path w="5121909" h="1864360">
                <a:moveTo>
                  <a:pt x="7620" y="1337729"/>
                </a:moveTo>
                <a:lnTo>
                  <a:pt x="0" y="1337729"/>
                </a:lnTo>
                <a:lnTo>
                  <a:pt x="0" y="1307249"/>
                </a:lnTo>
                <a:lnTo>
                  <a:pt x="7620" y="1307249"/>
                </a:lnTo>
                <a:lnTo>
                  <a:pt x="7620" y="1337729"/>
                </a:lnTo>
                <a:close/>
              </a:path>
              <a:path w="5121909" h="1864360">
                <a:moveTo>
                  <a:pt x="7620" y="1284389"/>
                </a:moveTo>
                <a:lnTo>
                  <a:pt x="0" y="1284389"/>
                </a:lnTo>
                <a:lnTo>
                  <a:pt x="0" y="1253909"/>
                </a:lnTo>
                <a:lnTo>
                  <a:pt x="7620" y="1253909"/>
                </a:lnTo>
                <a:lnTo>
                  <a:pt x="7620" y="1284389"/>
                </a:lnTo>
                <a:close/>
              </a:path>
              <a:path w="5121909" h="1864360">
                <a:moveTo>
                  <a:pt x="7620" y="1231049"/>
                </a:moveTo>
                <a:lnTo>
                  <a:pt x="0" y="1231049"/>
                </a:lnTo>
                <a:lnTo>
                  <a:pt x="0" y="1200569"/>
                </a:lnTo>
                <a:lnTo>
                  <a:pt x="7620" y="1200569"/>
                </a:lnTo>
                <a:lnTo>
                  <a:pt x="7620" y="1231049"/>
                </a:lnTo>
                <a:close/>
              </a:path>
              <a:path w="5121909" h="1864360">
                <a:moveTo>
                  <a:pt x="7620" y="1177709"/>
                </a:moveTo>
                <a:lnTo>
                  <a:pt x="0" y="1177709"/>
                </a:lnTo>
                <a:lnTo>
                  <a:pt x="0" y="1147229"/>
                </a:lnTo>
                <a:lnTo>
                  <a:pt x="7620" y="1147229"/>
                </a:lnTo>
                <a:lnTo>
                  <a:pt x="7620" y="1177709"/>
                </a:lnTo>
                <a:close/>
              </a:path>
              <a:path w="5121909" h="1864360">
                <a:moveTo>
                  <a:pt x="7620" y="1124369"/>
                </a:moveTo>
                <a:lnTo>
                  <a:pt x="0" y="1124369"/>
                </a:lnTo>
                <a:lnTo>
                  <a:pt x="0" y="1093889"/>
                </a:lnTo>
                <a:lnTo>
                  <a:pt x="7620" y="1093889"/>
                </a:lnTo>
                <a:lnTo>
                  <a:pt x="7620" y="1124369"/>
                </a:lnTo>
                <a:close/>
              </a:path>
              <a:path w="5121909" h="1864360">
                <a:moveTo>
                  <a:pt x="7620" y="1071029"/>
                </a:moveTo>
                <a:lnTo>
                  <a:pt x="0" y="1071029"/>
                </a:lnTo>
                <a:lnTo>
                  <a:pt x="0" y="1040549"/>
                </a:lnTo>
                <a:lnTo>
                  <a:pt x="7620" y="1040549"/>
                </a:lnTo>
                <a:lnTo>
                  <a:pt x="7620" y="1071029"/>
                </a:lnTo>
                <a:close/>
              </a:path>
              <a:path w="5121909" h="1864360">
                <a:moveTo>
                  <a:pt x="7620" y="1017689"/>
                </a:moveTo>
                <a:lnTo>
                  <a:pt x="0" y="1017689"/>
                </a:lnTo>
                <a:lnTo>
                  <a:pt x="0" y="987209"/>
                </a:lnTo>
                <a:lnTo>
                  <a:pt x="7620" y="987209"/>
                </a:lnTo>
                <a:lnTo>
                  <a:pt x="7620" y="1017689"/>
                </a:lnTo>
                <a:close/>
              </a:path>
              <a:path w="5121909" h="1864360">
                <a:moveTo>
                  <a:pt x="7620" y="964349"/>
                </a:moveTo>
                <a:lnTo>
                  <a:pt x="0" y="964349"/>
                </a:lnTo>
                <a:lnTo>
                  <a:pt x="0" y="933869"/>
                </a:lnTo>
                <a:lnTo>
                  <a:pt x="7620" y="933869"/>
                </a:lnTo>
                <a:lnTo>
                  <a:pt x="7620" y="964349"/>
                </a:lnTo>
                <a:close/>
              </a:path>
              <a:path w="5121909" h="1864360">
                <a:moveTo>
                  <a:pt x="7620" y="911009"/>
                </a:moveTo>
                <a:lnTo>
                  <a:pt x="0" y="911009"/>
                </a:lnTo>
                <a:lnTo>
                  <a:pt x="0" y="880529"/>
                </a:lnTo>
                <a:lnTo>
                  <a:pt x="7620" y="880529"/>
                </a:lnTo>
                <a:lnTo>
                  <a:pt x="7620" y="911009"/>
                </a:lnTo>
                <a:close/>
              </a:path>
              <a:path w="5121909" h="1864360">
                <a:moveTo>
                  <a:pt x="7620" y="857669"/>
                </a:moveTo>
                <a:lnTo>
                  <a:pt x="0" y="857669"/>
                </a:lnTo>
                <a:lnTo>
                  <a:pt x="0" y="827189"/>
                </a:lnTo>
                <a:lnTo>
                  <a:pt x="7620" y="827189"/>
                </a:lnTo>
                <a:lnTo>
                  <a:pt x="7620" y="857669"/>
                </a:lnTo>
                <a:close/>
              </a:path>
              <a:path w="5121909" h="1864360">
                <a:moveTo>
                  <a:pt x="7620" y="804329"/>
                </a:moveTo>
                <a:lnTo>
                  <a:pt x="0" y="804329"/>
                </a:lnTo>
                <a:lnTo>
                  <a:pt x="0" y="773849"/>
                </a:lnTo>
                <a:lnTo>
                  <a:pt x="7620" y="773849"/>
                </a:lnTo>
                <a:lnTo>
                  <a:pt x="7620" y="804329"/>
                </a:lnTo>
                <a:close/>
              </a:path>
              <a:path w="5121909" h="1864360">
                <a:moveTo>
                  <a:pt x="7620" y="750989"/>
                </a:moveTo>
                <a:lnTo>
                  <a:pt x="0" y="750989"/>
                </a:lnTo>
                <a:lnTo>
                  <a:pt x="0" y="720509"/>
                </a:lnTo>
                <a:lnTo>
                  <a:pt x="7620" y="720509"/>
                </a:lnTo>
                <a:lnTo>
                  <a:pt x="7620" y="750989"/>
                </a:lnTo>
                <a:close/>
              </a:path>
              <a:path w="5121909" h="1864360">
                <a:moveTo>
                  <a:pt x="7620" y="697649"/>
                </a:moveTo>
                <a:lnTo>
                  <a:pt x="0" y="697649"/>
                </a:lnTo>
                <a:lnTo>
                  <a:pt x="0" y="667169"/>
                </a:lnTo>
                <a:lnTo>
                  <a:pt x="7620" y="667169"/>
                </a:lnTo>
                <a:lnTo>
                  <a:pt x="7620" y="697649"/>
                </a:lnTo>
                <a:close/>
              </a:path>
              <a:path w="5121909" h="1864360">
                <a:moveTo>
                  <a:pt x="7620" y="644309"/>
                </a:moveTo>
                <a:lnTo>
                  <a:pt x="0" y="644309"/>
                </a:lnTo>
                <a:lnTo>
                  <a:pt x="0" y="613829"/>
                </a:lnTo>
                <a:lnTo>
                  <a:pt x="7620" y="613829"/>
                </a:lnTo>
                <a:lnTo>
                  <a:pt x="7620" y="644309"/>
                </a:lnTo>
                <a:close/>
              </a:path>
              <a:path w="5121909" h="1864360">
                <a:moveTo>
                  <a:pt x="7620" y="590969"/>
                </a:moveTo>
                <a:lnTo>
                  <a:pt x="0" y="590969"/>
                </a:lnTo>
                <a:lnTo>
                  <a:pt x="0" y="560489"/>
                </a:lnTo>
                <a:lnTo>
                  <a:pt x="7620" y="560489"/>
                </a:lnTo>
                <a:lnTo>
                  <a:pt x="7620" y="590969"/>
                </a:lnTo>
                <a:close/>
              </a:path>
              <a:path w="5121909" h="1864360">
                <a:moveTo>
                  <a:pt x="7620" y="537629"/>
                </a:moveTo>
                <a:lnTo>
                  <a:pt x="0" y="537629"/>
                </a:lnTo>
                <a:lnTo>
                  <a:pt x="0" y="507149"/>
                </a:lnTo>
                <a:lnTo>
                  <a:pt x="7620" y="507149"/>
                </a:lnTo>
                <a:lnTo>
                  <a:pt x="7620" y="537629"/>
                </a:lnTo>
                <a:close/>
              </a:path>
              <a:path w="5121909" h="1864360">
                <a:moveTo>
                  <a:pt x="7620" y="484289"/>
                </a:moveTo>
                <a:lnTo>
                  <a:pt x="0" y="484289"/>
                </a:lnTo>
                <a:lnTo>
                  <a:pt x="0" y="453809"/>
                </a:lnTo>
                <a:lnTo>
                  <a:pt x="7620" y="453809"/>
                </a:lnTo>
                <a:lnTo>
                  <a:pt x="7620" y="484289"/>
                </a:lnTo>
                <a:close/>
              </a:path>
              <a:path w="5121909" h="1864360">
                <a:moveTo>
                  <a:pt x="7620" y="430949"/>
                </a:moveTo>
                <a:lnTo>
                  <a:pt x="0" y="430949"/>
                </a:lnTo>
                <a:lnTo>
                  <a:pt x="0" y="400469"/>
                </a:lnTo>
                <a:lnTo>
                  <a:pt x="7620" y="400469"/>
                </a:lnTo>
                <a:lnTo>
                  <a:pt x="7620" y="430949"/>
                </a:lnTo>
                <a:close/>
              </a:path>
              <a:path w="5121909" h="1864360">
                <a:moveTo>
                  <a:pt x="7620" y="377609"/>
                </a:moveTo>
                <a:lnTo>
                  <a:pt x="0" y="377609"/>
                </a:lnTo>
                <a:lnTo>
                  <a:pt x="0" y="347129"/>
                </a:lnTo>
                <a:lnTo>
                  <a:pt x="7620" y="347129"/>
                </a:lnTo>
                <a:lnTo>
                  <a:pt x="7620" y="377609"/>
                </a:lnTo>
                <a:close/>
              </a:path>
              <a:path w="5121909" h="1864360">
                <a:moveTo>
                  <a:pt x="7620" y="324269"/>
                </a:moveTo>
                <a:lnTo>
                  <a:pt x="0" y="324269"/>
                </a:lnTo>
                <a:lnTo>
                  <a:pt x="101" y="305181"/>
                </a:lnTo>
                <a:lnTo>
                  <a:pt x="406" y="297154"/>
                </a:lnTo>
                <a:lnTo>
                  <a:pt x="634" y="293560"/>
                </a:lnTo>
                <a:lnTo>
                  <a:pt x="8242" y="294043"/>
                </a:lnTo>
                <a:lnTo>
                  <a:pt x="8009" y="297586"/>
                </a:lnTo>
                <a:lnTo>
                  <a:pt x="7721" y="305333"/>
                </a:lnTo>
                <a:lnTo>
                  <a:pt x="7620" y="313270"/>
                </a:lnTo>
                <a:lnTo>
                  <a:pt x="7620" y="324269"/>
                </a:lnTo>
                <a:close/>
              </a:path>
              <a:path w="5121909" h="1864360">
                <a:moveTo>
                  <a:pt x="10464" y="271589"/>
                </a:moveTo>
                <a:lnTo>
                  <a:pt x="2908" y="270535"/>
                </a:lnTo>
                <a:lnTo>
                  <a:pt x="3606" y="265569"/>
                </a:lnTo>
                <a:lnTo>
                  <a:pt x="4889" y="257822"/>
                </a:lnTo>
                <a:lnTo>
                  <a:pt x="6362" y="250139"/>
                </a:lnTo>
                <a:lnTo>
                  <a:pt x="8146" y="242023"/>
                </a:lnTo>
                <a:lnTo>
                  <a:pt x="8585" y="240207"/>
                </a:lnTo>
                <a:lnTo>
                  <a:pt x="15989" y="242023"/>
                </a:lnTo>
                <a:lnTo>
                  <a:pt x="15436" y="244284"/>
                </a:lnTo>
                <a:lnTo>
                  <a:pt x="13823" y="251713"/>
                </a:lnTo>
                <a:lnTo>
                  <a:pt x="12391" y="259206"/>
                </a:lnTo>
                <a:lnTo>
                  <a:pt x="11136" y="266763"/>
                </a:lnTo>
                <a:lnTo>
                  <a:pt x="10464" y="271589"/>
                </a:lnTo>
                <a:close/>
              </a:path>
              <a:path w="5121909" h="1864360">
                <a:moveTo>
                  <a:pt x="15436" y="244284"/>
                </a:moveTo>
                <a:close/>
              </a:path>
              <a:path w="5121909" h="1864360">
                <a:moveTo>
                  <a:pt x="13823" y="251713"/>
                </a:moveTo>
                <a:close/>
              </a:path>
              <a:path w="5121909" h="1864360">
                <a:moveTo>
                  <a:pt x="12391" y="259206"/>
                </a:moveTo>
                <a:close/>
              </a:path>
              <a:path w="5121909" h="1864360">
                <a:moveTo>
                  <a:pt x="11137" y="266763"/>
                </a:moveTo>
                <a:close/>
              </a:path>
              <a:path w="5121909" h="1864360">
                <a:moveTo>
                  <a:pt x="22047" y="220281"/>
                </a:moveTo>
                <a:lnTo>
                  <a:pt x="14795" y="217919"/>
                </a:lnTo>
                <a:lnTo>
                  <a:pt x="16459" y="212788"/>
                </a:lnTo>
                <a:lnTo>
                  <a:pt x="19011" y="205549"/>
                </a:lnTo>
                <a:lnTo>
                  <a:pt x="21729" y="198399"/>
                </a:lnTo>
                <a:lnTo>
                  <a:pt x="24625" y="191325"/>
                </a:lnTo>
                <a:lnTo>
                  <a:pt x="25615" y="189039"/>
                </a:lnTo>
                <a:lnTo>
                  <a:pt x="32600" y="192100"/>
                </a:lnTo>
                <a:lnTo>
                  <a:pt x="31629" y="194335"/>
                </a:lnTo>
                <a:lnTo>
                  <a:pt x="28812" y="201231"/>
                </a:lnTo>
                <a:lnTo>
                  <a:pt x="26155" y="208216"/>
                </a:lnTo>
                <a:lnTo>
                  <a:pt x="23669" y="215277"/>
                </a:lnTo>
                <a:lnTo>
                  <a:pt x="22047" y="220281"/>
                </a:lnTo>
                <a:close/>
              </a:path>
              <a:path w="5121909" h="1864360">
                <a:moveTo>
                  <a:pt x="31629" y="194335"/>
                </a:moveTo>
                <a:close/>
              </a:path>
              <a:path w="5121909" h="1864360">
                <a:moveTo>
                  <a:pt x="28812" y="201231"/>
                </a:moveTo>
                <a:close/>
              </a:path>
              <a:path w="5121909" h="1864360">
                <a:moveTo>
                  <a:pt x="26155" y="208216"/>
                </a:moveTo>
                <a:close/>
              </a:path>
              <a:path w="5121909" h="1864360">
                <a:moveTo>
                  <a:pt x="23669" y="215277"/>
                </a:moveTo>
                <a:close/>
              </a:path>
              <a:path w="5121909" h="1864360">
                <a:moveTo>
                  <a:pt x="42316" y="171729"/>
                </a:moveTo>
                <a:lnTo>
                  <a:pt x="35585" y="168173"/>
                </a:lnTo>
                <a:lnTo>
                  <a:pt x="37807" y="163944"/>
                </a:lnTo>
                <a:lnTo>
                  <a:pt x="41503" y="157327"/>
                </a:lnTo>
                <a:lnTo>
                  <a:pt x="45351" y="150825"/>
                </a:lnTo>
                <a:lnTo>
                  <a:pt x="49352" y="144411"/>
                </a:lnTo>
                <a:lnTo>
                  <a:pt x="51219" y="141592"/>
                </a:lnTo>
                <a:lnTo>
                  <a:pt x="57581" y="145783"/>
                </a:lnTo>
                <a:lnTo>
                  <a:pt x="55743" y="148564"/>
                </a:lnTo>
                <a:lnTo>
                  <a:pt x="51839" y="154825"/>
                </a:lnTo>
                <a:lnTo>
                  <a:pt x="48083" y="161175"/>
                </a:lnTo>
                <a:lnTo>
                  <a:pt x="44486" y="167614"/>
                </a:lnTo>
                <a:lnTo>
                  <a:pt x="42316" y="171729"/>
                </a:lnTo>
                <a:close/>
              </a:path>
              <a:path w="5121909" h="1864360">
                <a:moveTo>
                  <a:pt x="55743" y="148564"/>
                </a:moveTo>
                <a:close/>
              </a:path>
              <a:path w="5121909" h="1864360">
                <a:moveTo>
                  <a:pt x="51841" y="154825"/>
                </a:moveTo>
                <a:close/>
              </a:path>
              <a:path w="5121909" h="1864360">
                <a:moveTo>
                  <a:pt x="48094" y="161175"/>
                </a:moveTo>
                <a:close/>
              </a:path>
              <a:path w="5121909" h="1864360">
                <a:moveTo>
                  <a:pt x="44488" y="167614"/>
                </a:moveTo>
                <a:close/>
              </a:path>
              <a:path w="5121909" h="1864360">
                <a:moveTo>
                  <a:pt x="70662" y="127368"/>
                </a:moveTo>
                <a:lnTo>
                  <a:pt x="64604" y="122732"/>
                </a:lnTo>
                <a:lnTo>
                  <a:pt x="66814" y="119862"/>
                </a:lnTo>
                <a:lnTo>
                  <a:pt x="71539" y="113995"/>
                </a:lnTo>
                <a:lnTo>
                  <a:pt x="76390" y="108254"/>
                </a:lnTo>
                <a:lnTo>
                  <a:pt x="81381" y="102628"/>
                </a:lnTo>
                <a:lnTo>
                  <a:pt x="84556" y="99225"/>
                </a:lnTo>
                <a:lnTo>
                  <a:pt x="90131" y="104419"/>
                </a:lnTo>
                <a:lnTo>
                  <a:pt x="86989" y="107784"/>
                </a:lnTo>
                <a:lnTo>
                  <a:pt x="82117" y="113283"/>
                </a:lnTo>
                <a:lnTo>
                  <a:pt x="77383" y="118884"/>
                </a:lnTo>
                <a:lnTo>
                  <a:pt x="72785" y="124599"/>
                </a:lnTo>
                <a:lnTo>
                  <a:pt x="70662" y="127368"/>
                </a:lnTo>
                <a:close/>
              </a:path>
              <a:path w="5121909" h="1864360">
                <a:moveTo>
                  <a:pt x="86995" y="107784"/>
                </a:moveTo>
                <a:close/>
              </a:path>
              <a:path w="5121909" h="1864360">
                <a:moveTo>
                  <a:pt x="82118" y="113283"/>
                </a:moveTo>
                <a:close/>
              </a:path>
              <a:path w="5121909" h="1864360">
                <a:moveTo>
                  <a:pt x="77426" y="118831"/>
                </a:moveTo>
                <a:close/>
              </a:path>
              <a:path w="5121909" h="1864360">
                <a:moveTo>
                  <a:pt x="77383" y="118884"/>
                </a:moveTo>
                <a:close/>
              </a:path>
              <a:path w="5121909" h="1864360">
                <a:moveTo>
                  <a:pt x="72828" y="124544"/>
                </a:moveTo>
                <a:close/>
              </a:path>
              <a:path w="5121909" h="1864360">
                <a:moveTo>
                  <a:pt x="72785" y="124599"/>
                </a:moveTo>
                <a:close/>
              </a:path>
              <a:path w="5121909" h="1864360">
                <a:moveTo>
                  <a:pt x="106159" y="88506"/>
                </a:moveTo>
                <a:lnTo>
                  <a:pt x="100965" y="82931"/>
                </a:lnTo>
                <a:lnTo>
                  <a:pt x="102628" y="81381"/>
                </a:lnTo>
                <a:lnTo>
                  <a:pt x="108254" y="76390"/>
                </a:lnTo>
                <a:lnTo>
                  <a:pt x="113995" y="71539"/>
                </a:lnTo>
                <a:lnTo>
                  <a:pt x="119862" y="66814"/>
                </a:lnTo>
                <a:lnTo>
                  <a:pt x="124625" y="63157"/>
                </a:lnTo>
                <a:lnTo>
                  <a:pt x="129260" y="69214"/>
                </a:lnTo>
                <a:lnTo>
                  <a:pt x="124536" y="72834"/>
                </a:lnTo>
                <a:lnTo>
                  <a:pt x="118809" y="77444"/>
                </a:lnTo>
                <a:lnTo>
                  <a:pt x="113212" y="82181"/>
                </a:lnTo>
                <a:lnTo>
                  <a:pt x="107730" y="87045"/>
                </a:lnTo>
                <a:lnTo>
                  <a:pt x="106159" y="88506"/>
                </a:lnTo>
                <a:close/>
              </a:path>
              <a:path w="5121909" h="1864360">
                <a:moveTo>
                  <a:pt x="124544" y="72828"/>
                </a:moveTo>
                <a:close/>
              </a:path>
              <a:path w="5121909" h="1864360">
                <a:moveTo>
                  <a:pt x="124536" y="72834"/>
                </a:moveTo>
                <a:close/>
              </a:path>
              <a:path w="5121909" h="1864360">
                <a:moveTo>
                  <a:pt x="118831" y="77426"/>
                </a:moveTo>
                <a:close/>
              </a:path>
              <a:path w="5121909" h="1864360">
                <a:moveTo>
                  <a:pt x="118809" y="77444"/>
                </a:moveTo>
                <a:close/>
              </a:path>
              <a:path w="5121909" h="1864360">
                <a:moveTo>
                  <a:pt x="113212" y="82181"/>
                </a:moveTo>
                <a:close/>
              </a:path>
              <a:path w="5121909" h="1864360">
                <a:moveTo>
                  <a:pt x="107730" y="87045"/>
                </a:moveTo>
                <a:close/>
              </a:path>
              <a:path w="5121909" h="1864360">
                <a:moveTo>
                  <a:pt x="147764" y="56273"/>
                </a:moveTo>
                <a:lnTo>
                  <a:pt x="143573" y="49911"/>
                </a:lnTo>
                <a:lnTo>
                  <a:pt x="144411" y="49352"/>
                </a:lnTo>
                <a:lnTo>
                  <a:pt x="150825" y="45351"/>
                </a:lnTo>
                <a:lnTo>
                  <a:pt x="157327" y="41503"/>
                </a:lnTo>
                <a:lnTo>
                  <a:pt x="163944" y="37807"/>
                </a:lnTo>
                <a:lnTo>
                  <a:pt x="170268" y="34467"/>
                </a:lnTo>
                <a:lnTo>
                  <a:pt x="173824" y="41211"/>
                </a:lnTo>
                <a:lnTo>
                  <a:pt x="167546" y="44526"/>
                </a:lnTo>
                <a:lnTo>
                  <a:pt x="161111" y="48132"/>
                </a:lnTo>
                <a:lnTo>
                  <a:pt x="154731" y="51892"/>
                </a:lnTo>
                <a:lnTo>
                  <a:pt x="148488" y="55791"/>
                </a:lnTo>
                <a:lnTo>
                  <a:pt x="147764" y="56273"/>
                </a:lnTo>
                <a:close/>
              </a:path>
              <a:path w="5121909" h="1864360">
                <a:moveTo>
                  <a:pt x="167546" y="44526"/>
                </a:moveTo>
                <a:close/>
              </a:path>
              <a:path w="5121909" h="1864360">
                <a:moveTo>
                  <a:pt x="161111" y="48132"/>
                </a:moveTo>
                <a:close/>
              </a:path>
              <a:path w="5121909" h="1864360">
                <a:moveTo>
                  <a:pt x="154736" y="51892"/>
                </a:moveTo>
                <a:close/>
              </a:path>
              <a:path w="5121909" h="1864360">
                <a:moveTo>
                  <a:pt x="148488" y="55791"/>
                </a:moveTo>
                <a:close/>
              </a:path>
              <a:path w="5121909" h="1864360">
                <a:moveTo>
                  <a:pt x="194352" y="31623"/>
                </a:moveTo>
                <a:lnTo>
                  <a:pt x="191223" y="24663"/>
                </a:lnTo>
                <a:lnTo>
                  <a:pt x="198399" y="21729"/>
                </a:lnTo>
                <a:lnTo>
                  <a:pt x="205549" y="19011"/>
                </a:lnTo>
                <a:lnTo>
                  <a:pt x="212788" y="16459"/>
                </a:lnTo>
                <a:lnTo>
                  <a:pt x="220281" y="14033"/>
                </a:lnTo>
                <a:lnTo>
                  <a:pt x="222453" y="21336"/>
                </a:lnTo>
                <a:lnTo>
                  <a:pt x="215169" y="23698"/>
                </a:lnTo>
                <a:lnTo>
                  <a:pt x="208116" y="26187"/>
                </a:lnTo>
                <a:lnTo>
                  <a:pt x="201138" y="28841"/>
                </a:lnTo>
                <a:lnTo>
                  <a:pt x="194352" y="31623"/>
                </a:lnTo>
                <a:close/>
              </a:path>
              <a:path w="5121909" h="1864360">
                <a:moveTo>
                  <a:pt x="222336" y="21374"/>
                </a:moveTo>
                <a:close/>
              </a:path>
              <a:path w="5121909" h="1864360">
                <a:moveTo>
                  <a:pt x="215188" y="23698"/>
                </a:moveTo>
                <a:close/>
              </a:path>
              <a:path w="5121909" h="1864360">
                <a:moveTo>
                  <a:pt x="208127" y="26187"/>
                </a:moveTo>
                <a:close/>
              </a:path>
              <a:path w="5121909" h="1864360">
                <a:moveTo>
                  <a:pt x="201155" y="28841"/>
                </a:moveTo>
                <a:close/>
              </a:path>
              <a:path w="5121909" h="1864360">
                <a:moveTo>
                  <a:pt x="194271" y="31648"/>
                </a:moveTo>
                <a:close/>
              </a:path>
              <a:path w="5121909" h="1864360">
                <a:moveTo>
                  <a:pt x="194259" y="31661"/>
                </a:moveTo>
                <a:close/>
              </a:path>
              <a:path w="5121909" h="1864360">
                <a:moveTo>
                  <a:pt x="244233" y="15443"/>
                </a:moveTo>
                <a:lnTo>
                  <a:pt x="272884" y="2578"/>
                </a:lnTo>
                <a:lnTo>
                  <a:pt x="273951" y="10134"/>
                </a:lnTo>
                <a:lnTo>
                  <a:pt x="266686" y="11150"/>
                </a:lnTo>
                <a:lnTo>
                  <a:pt x="259258" y="12382"/>
                </a:lnTo>
                <a:lnTo>
                  <a:pt x="251597" y="13843"/>
                </a:lnTo>
                <a:lnTo>
                  <a:pt x="244233" y="15443"/>
                </a:lnTo>
                <a:close/>
              </a:path>
              <a:path w="5121909" h="1864360">
                <a:moveTo>
                  <a:pt x="266686" y="11150"/>
                </a:moveTo>
                <a:close/>
              </a:path>
              <a:path w="5121909" h="1864360">
                <a:moveTo>
                  <a:pt x="259105" y="12407"/>
                </a:moveTo>
                <a:lnTo>
                  <a:pt x="259258" y="12382"/>
                </a:lnTo>
                <a:lnTo>
                  <a:pt x="259105" y="12407"/>
                </a:lnTo>
                <a:close/>
              </a:path>
              <a:path w="5121909" h="1864360">
                <a:moveTo>
                  <a:pt x="251612" y="13843"/>
                </a:moveTo>
                <a:lnTo>
                  <a:pt x="251744" y="13817"/>
                </a:lnTo>
                <a:lnTo>
                  <a:pt x="251612" y="13843"/>
                </a:lnTo>
                <a:close/>
              </a:path>
              <a:path w="5121909" h="1864360">
                <a:moveTo>
                  <a:pt x="296418" y="8089"/>
                </a:moveTo>
                <a:lnTo>
                  <a:pt x="295935" y="482"/>
                </a:lnTo>
                <a:lnTo>
                  <a:pt x="297154" y="406"/>
                </a:lnTo>
                <a:lnTo>
                  <a:pt x="305180" y="101"/>
                </a:lnTo>
                <a:lnTo>
                  <a:pt x="313245" y="0"/>
                </a:lnTo>
                <a:lnTo>
                  <a:pt x="326656" y="0"/>
                </a:lnTo>
                <a:lnTo>
                  <a:pt x="326656" y="7619"/>
                </a:lnTo>
                <a:lnTo>
                  <a:pt x="313308" y="7619"/>
                </a:lnTo>
                <a:lnTo>
                  <a:pt x="305333" y="7721"/>
                </a:lnTo>
                <a:lnTo>
                  <a:pt x="297484" y="8013"/>
                </a:lnTo>
                <a:lnTo>
                  <a:pt x="296418" y="8089"/>
                </a:lnTo>
                <a:close/>
              </a:path>
              <a:path w="5121909" h="1864360">
                <a:moveTo>
                  <a:pt x="379996" y="7619"/>
                </a:moveTo>
                <a:lnTo>
                  <a:pt x="349516" y="7619"/>
                </a:lnTo>
                <a:lnTo>
                  <a:pt x="349516" y="0"/>
                </a:lnTo>
                <a:lnTo>
                  <a:pt x="379996" y="0"/>
                </a:lnTo>
                <a:lnTo>
                  <a:pt x="379996" y="7619"/>
                </a:lnTo>
                <a:close/>
              </a:path>
              <a:path w="5121909" h="1864360">
                <a:moveTo>
                  <a:pt x="433324" y="7619"/>
                </a:moveTo>
                <a:lnTo>
                  <a:pt x="402856" y="7619"/>
                </a:lnTo>
                <a:lnTo>
                  <a:pt x="402856" y="0"/>
                </a:lnTo>
                <a:lnTo>
                  <a:pt x="433324" y="0"/>
                </a:lnTo>
                <a:lnTo>
                  <a:pt x="433324" y="7619"/>
                </a:lnTo>
                <a:close/>
              </a:path>
              <a:path w="5121909" h="1864360">
                <a:moveTo>
                  <a:pt x="486664" y="7619"/>
                </a:moveTo>
                <a:lnTo>
                  <a:pt x="456196" y="7619"/>
                </a:lnTo>
                <a:lnTo>
                  <a:pt x="456196" y="0"/>
                </a:lnTo>
                <a:lnTo>
                  <a:pt x="486664" y="0"/>
                </a:lnTo>
                <a:lnTo>
                  <a:pt x="486664" y="7619"/>
                </a:lnTo>
                <a:close/>
              </a:path>
              <a:path w="5121909" h="1864360">
                <a:moveTo>
                  <a:pt x="540016" y="7619"/>
                </a:moveTo>
                <a:lnTo>
                  <a:pt x="509524" y="7619"/>
                </a:lnTo>
                <a:lnTo>
                  <a:pt x="509524" y="0"/>
                </a:lnTo>
                <a:lnTo>
                  <a:pt x="540016" y="0"/>
                </a:lnTo>
                <a:lnTo>
                  <a:pt x="540016" y="7619"/>
                </a:lnTo>
                <a:close/>
              </a:path>
              <a:path w="5121909" h="1864360">
                <a:moveTo>
                  <a:pt x="593356" y="7619"/>
                </a:moveTo>
                <a:lnTo>
                  <a:pt x="562864" y="7619"/>
                </a:lnTo>
                <a:lnTo>
                  <a:pt x="562864" y="0"/>
                </a:lnTo>
                <a:lnTo>
                  <a:pt x="593356" y="0"/>
                </a:lnTo>
                <a:lnTo>
                  <a:pt x="593356" y="7619"/>
                </a:lnTo>
                <a:close/>
              </a:path>
              <a:path w="5121909" h="1864360">
                <a:moveTo>
                  <a:pt x="646696" y="7619"/>
                </a:moveTo>
                <a:lnTo>
                  <a:pt x="616216" y="7619"/>
                </a:lnTo>
                <a:lnTo>
                  <a:pt x="616216" y="0"/>
                </a:lnTo>
                <a:lnTo>
                  <a:pt x="646696" y="0"/>
                </a:lnTo>
                <a:lnTo>
                  <a:pt x="646696" y="7619"/>
                </a:lnTo>
                <a:close/>
              </a:path>
              <a:path w="5121909" h="1864360">
                <a:moveTo>
                  <a:pt x="700024" y="7619"/>
                </a:moveTo>
                <a:lnTo>
                  <a:pt x="669556" y="7619"/>
                </a:lnTo>
                <a:lnTo>
                  <a:pt x="669556" y="0"/>
                </a:lnTo>
                <a:lnTo>
                  <a:pt x="700024" y="0"/>
                </a:lnTo>
                <a:lnTo>
                  <a:pt x="700024" y="7619"/>
                </a:lnTo>
                <a:close/>
              </a:path>
              <a:path w="5121909" h="1864360">
                <a:moveTo>
                  <a:pt x="753364" y="7619"/>
                </a:moveTo>
                <a:lnTo>
                  <a:pt x="722896" y="7619"/>
                </a:lnTo>
                <a:lnTo>
                  <a:pt x="722896" y="0"/>
                </a:lnTo>
                <a:lnTo>
                  <a:pt x="753364" y="0"/>
                </a:lnTo>
                <a:lnTo>
                  <a:pt x="753364" y="7619"/>
                </a:lnTo>
                <a:close/>
              </a:path>
              <a:path w="5121909" h="1864360">
                <a:moveTo>
                  <a:pt x="806716" y="7619"/>
                </a:moveTo>
                <a:lnTo>
                  <a:pt x="776224" y="7619"/>
                </a:lnTo>
                <a:lnTo>
                  <a:pt x="776224" y="0"/>
                </a:lnTo>
                <a:lnTo>
                  <a:pt x="806716" y="0"/>
                </a:lnTo>
                <a:lnTo>
                  <a:pt x="806716" y="7619"/>
                </a:lnTo>
                <a:close/>
              </a:path>
              <a:path w="5121909" h="1864360">
                <a:moveTo>
                  <a:pt x="860056" y="7619"/>
                </a:moveTo>
                <a:lnTo>
                  <a:pt x="829564" y="7619"/>
                </a:lnTo>
                <a:lnTo>
                  <a:pt x="829564" y="0"/>
                </a:lnTo>
                <a:lnTo>
                  <a:pt x="860056" y="0"/>
                </a:lnTo>
                <a:lnTo>
                  <a:pt x="860056" y="7619"/>
                </a:lnTo>
                <a:close/>
              </a:path>
              <a:path w="5121909" h="1864360">
                <a:moveTo>
                  <a:pt x="913396" y="7619"/>
                </a:moveTo>
                <a:lnTo>
                  <a:pt x="882916" y="7619"/>
                </a:lnTo>
                <a:lnTo>
                  <a:pt x="882916" y="0"/>
                </a:lnTo>
                <a:lnTo>
                  <a:pt x="913396" y="0"/>
                </a:lnTo>
                <a:lnTo>
                  <a:pt x="913396" y="7619"/>
                </a:lnTo>
                <a:close/>
              </a:path>
              <a:path w="5121909" h="1864360">
                <a:moveTo>
                  <a:pt x="966724" y="7619"/>
                </a:moveTo>
                <a:lnTo>
                  <a:pt x="936256" y="7619"/>
                </a:lnTo>
                <a:lnTo>
                  <a:pt x="936256" y="0"/>
                </a:lnTo>
                <a:lnTo>
                  <a:pt x="966724" y="0"/>
                </a:lnTo>
                <a:lnTo>
                  <a:pt x="966724" y="7619"/>
                </a:lnTo>
                <a:close/>
              </a:path>
              <a:path w="5121909" h="1864360">
                <a:moveTo>
                  <a:pt x="1020064" y="7619"/>
                </a:moveTo>
                <a:lnTo>
                  <a:pt x="989596" y="7619"/>
                </a:lnTo>
                <a:lnTo>
                  <a:pt x="989596" y="0"/>
                </a:lnTo>
                <a:lnTo>
                  <a:pt x="1020064" y="0"/>
                </a:lnTo>
                <a:lnTo>
                  <a:pt x="1020064" y="7619"/>
                </a:lnTo>
                <a:close/>
              </a:path>
              <a:path w="5121909" h="1864360">
                <a:moveTo>
                  <a:pt x="1073416" y="7619"/>
                </a:moveTo>
                <a:lnTo>
                  <a:pt x="1042924" y="7619"/>
                </a:lnTo>
                <a:lnTo>
                  <a:pt x="1042924" y="0"/>
                </a:lnTo>
                <a:lnTo>
                  <a:pt x="1073416" y="0"/>
                </a:lnTo>
                <a:lnTo>
                  <a:pt x="1073416" y="7619"/>
                </a:lnTo>
                <a:close/>
              </a:path>
              <a:path w="5121909" h="1864360">
                <a:moveTo>
                  <a:pt x="1126756" y="7619"/>
                </a:moveTo>
                <a:lnTo>
                  <a:pt x="1096264" y="7619"/>
                </a:lnTo>
                <a:lnTo>
                  <a:pt x="1096264" y="0"/>
                </a:lnTo>
                <a:lnTo>
                  <a:pt x="1126756" y="0"/>
                </a:lnTo>
                <a:lnTo>
                  <a:pt x="1126756" y="7619"/>
                </a:lnTo>
                <a:close/>
              </a:path>
              <a:path w="5121909" h="1864360">
                <a:moveTo>
                  <a:pt x="1180096" y="7619"/>
                </a:moveTo>
                <a:lnTo>
                  <a:pt x="1149616" y="7619"/>
                </a:lnTo>
                <a:lnTo>
                  <a:pt x="1149616" y="0"/>
                </a:lnTo>
                <a:lnTo>
                  <a:pt x="1180096" y="0"/>
                </a:lnTo>
                <a:lnTo>
                  <a:pt x="1180096" y="7619"/>
                </a:lnTo>
                <a:close/>
              </a:path>
              <a:path w="5121909" h="1864360">
                <a:moveTo>
                  <a:pt x="1233424" y="7619"/>
                </a:moveTo>
                <a:lnTo>
                  <a:pt x="1202956" y="7619"/>
                </a:lnTo>
                <a:lnTo>
                  <a:pt x="1202956" y="0"/>
                </a:lnTo>
                <a:lnTo>
                  <a:pt x="1233424" y="0"/>
                </a:lnTo>
                <a:lnTo>
                  <a:pt x="1233424" y="7619"/>
                </a:lnTo>
                <a:close/>
              </a:path>
              <a:path w="5121909" h="1864360">
                <a:moveTo>
                  <a:pt x="1286764" y="7619"/>
                </a:moveTo>
                <a:lnTo>
                  <a:pt x="1256296" y="7619"/>
                </a:lnTo>
                <a:lnTo>
                  <a:pt x="1256296" y="0"/>
                </a:lnTo>
                <a:lnTo>
                  <a:pt x="1286764" y="0"/>
                </a:lnTo>
                <a:lnTo>
                  <a:pt x="1286764" y="7619"/>
                </a:lnTo>
                <a:close/>
              </a:path>
              <a:path w="5121909" h="1864360">
                <a:moveTo>
                  <a:pt x="1340116" y="7619"/>
                </a:moveTo>
                <a:lnTo>
                  <a:pt x="1309624" y="7619"/>
                </a:lnTo>
                <a:lnTo>
                  <a:pt x="1309624" y="0"/>
                </a:lnTo>
                <a:lnTo>
                  <a:pt x="1340116" y="0"/>
                </a:lnTo>
                <a:lnTo>
                  <a:pt x="1340116" y="7619"/>
                </a:lnTo>
                <a:close/>
              </a:path>
              <a:path w="5121909" h="1864360">
                <a:moveTo>
                  <a:pt x="1393456" y="7619"/>
                </a:moveTo>
                <a:lnTo>
                  <a:pt x="1362964" y="7619"/>
                </a:lnTo>
                <a:lnTo>
                  <a:pt x="1362964" y="0"/>
                </a:lnTo>
                <a:lnTo>
                  <a:pt x="1393456" y="0"/>
                </a:lnTo>
                <a:lnTo>
                  <a:pt x="1393456" y="7619"/>
                </a:lnTo>
                <a:close/>
              </a:path>
              <a:path w="5121909" h="1864360">
                <a:moveTo>
                  <a:pt x="1446796" y="7619"/>
                </a:moveTo>
                <a:lnTo>
                  <a:pt x="1416316" y="7619"/>
                </a:lnTo>
                <a:lnTo>
                  <a:pt x="1416316" y="0"/>
                </a:lnTo>
                <a:lnTo>
                  <a:pt x="1446796" y="0"/>
                </a:lnTo>
                <a:lnTo>
                  <a:pt x="1446796" y="7619"/>
                </a:lnTo>
                <a:close/>
              </a:path>
              <a:path w="5121909" h="1864360">
                <a:moveTo>
                  <a:pt x="1500124" y="7619"/>
                </a:moveTo>
                <a:lnTo>
                  <a:pt x="1469656" y="7619"/>
                </a:lnTo>
                <a:lnTo>
                  <a:pt x="1469656" y="0"/>
                </a:lnTo>
                <a:lnTo>
                  <a:pt x="1500124" y="0"/>
                </a:lnTo>
                <a:lnTo>
                  <a:pt x="1500124" y="7619"/>
                </a:lnTo>
                <a:close/>
              </a:path>
              <a:path w="5121909" h="1864360">
                <a:moveTo>
                  <a:pt x="1553464" y="7619"/>
                </a:moveTo>
                <a:lnTo>
                  <a:pt x="1522996" y="7619"/>
                </a:lnTo>
                <a:lnTo>
                  <a:pt x="1522996" y="0"/>
                </a:lnTo>
                <a:lnTo>
                  <a:pt x="1553464" y="0"/>
                </a:lnTo>
                <a:lnTo>
                  <a:pt x="1553464" y="7619"/>
                </a:lnTo>
                <a:close/>
              </a:path>
              <a:path w="5121909" h="1864360">
                <a:moveTo>
                  <a:pt x="1606816" y="7619"/>
                </a:moveTo>
                <a:lnTo>
                  <a:pt x="1576324" y="7619"/>
                </a:lnTo>
                <a:lnTo>
                  <a:pt x="1576324" y="0"/>
                </a:lnTo>
                <a:lnTo>
                  <a:pt x="1606816" y="0"/>
                </a:lnTo>
                <a:lnTo>
                  <a:pt x="1606816" y="7619"/>
                </a:lnTo>
                <a:close/>
              </a:path>
              <a:path w="5121909" h="1864360">
                <a:moveTo>
                  <a:pt x="1660156" y="7619"/>
                </a:moveTo>
                <a:lnTo>
                  <a:pt x="1629664" y="7619"/>
                </a:lnTo>
                <a:lnTo>
                  <a:pt x="1629664" y="0"/>
                </a:lnTo>
                <a:lnTo>
                  <a:pt x="1660156" y="0"/>
                </a:lnTo>
                <a:lnTo>
                  <a:pt x="1660156" y="7619"/>
                </a:lnTo>
                <a:close/>
              </a:path>
              <a:path w="5121909" h="1864360">
                <a:moveTo>
                  <a:pt x="1713496" y="7619"/>
                </a:moveTo>
                <a:lnTo>
                  <a:pt x="1683016" y="7619"/>
                </a:lnTo>
                <a:lnTo>
                  <a:pt x="1683016" y="0"/>
                </a:lnTo>
                <a:lnTo>
                  <a:pt x="1713496" y="0"/>
                </a:lnTo>
                <a:lnTo>
                  <a:pt x="1713496" y="7619"/>
                </a:lnTo>
                <a:close/>
              </a:path>
              <a:path w="5121909" h="1864360">
                <a:moveTo>
                  <a:pt x="1766824" y="7619"/>
                </a:moveTo>
                <a:lnTo>
                  <a:pt x="1736356" y="7619"/>
                </a:lnTo>
                <a:lnTo>
                  <a:pt x="1736356" y="0"/>
                </a:lnTo>
                <a:lnTo>
                  <a:pt x="1766824" y="0"/>
                </a:lnTo>
                <a:lnTo>
                  <a:pt x="1766824" y="7619"/>
                </a:lnTo>
                <a:close/>
              </a:path>
              <a:path w="5121909" h="1864360">
                <a:moveTo>
                  <a:pt x="1820164" y="7619"/>
                </a:moveTo>
                <a:lnTo>
                  <a:pt x="1789696" y="7619"/>
                </a:lnTo>
                <a:lnTo>
                  <a:pt x="1789696" y="0"/>
                </a:lnTo>
                <a:lnTo>
                  <a:pt x="1820164" y="0"/>
                </a:lnTo>
                <a:lnTo>
                  <a:pt x="1820164" y="7619"/>
                </a:lnTo>
                <a:close/>
              </a:path>
              <a:path w="5121909" h="1864360">
                <a:moveTo>
                  <a:pt x="1873516" y="7619"/>
                </a:moveTo>
                <a:lnTo>
                  <a:pt x="1843024" y="7619"/>
                </a:lnTo>
                <a:lnTo>
                  <a:pt x="1843024" y="0"/>
                </a:lnTo>
                <a:lnTo>
                  <a:pt x="1873516" y="0"/>
                </a:lnTo>
                <a:lnTo>
                  <a:pt x="1873516" y="7619"/>
                </a:lnTo>
                <a:close/>
              </a:path>
              <a:path w="5121909" h="1864360">
                <a:moveTo>
                  <a:pt x="1926856" y="7619"/>
                </a:moveTo>
                <a:lnTo>
                  <a:pt x="1896364" y="7619"/>
                </a:lnTo>
                <a:lnTo>
                  <a:pt x="1896364" y="0"/>
                </a:lnTo>
                <a:lnTo>
                  <a:pt x="1926856" y="0"/>
                </a:lnTo>
                <a:lnTo>
                  <a:pt x="1926856" y="7619"/>
                </a:lnTo>
                <a:close/>
              </a:path>
              <a:path w="5121909" h="1864360">
                <a:moveTo>
                  <a:pt x="1980196" y="7619"/>
                </a:moveTo>
                <a:lnTo>
                  <a:pt x="1949716" y="7619"/>
                </a:lnTo>
                <a:lnTo>
                  <a:pt x="1949716" y="0"/>
                </a:lnTo>
                <a:lnTo>
                  <a:pt x="1980196" y="0"/>
                </a:lnTo>
                <a:lnTo>
                  <a:pt x="1980196" y="7619"/>
                </a:lnTo>
                <a:close/>
              </a:path>
              <a:path w="5121909" h="1864360">
                <a:moveTo>
                  <a:pt x="2033524" y="7619"/>
                </a:moveTo>
                <a:lnTo>
                  <a:pt x="2003056" y="7619"/>
                </a:lnTo>
                <a:lnTo>
                  <a:pt x="2003056" y="0"/>
                </a:lnTo>
                <a:lnTo>
                  <a:pt x="2033524" y="0"/>
                </a:lnTo>
                <a:lnTo>
                  <a:pt x="2033524" y="7619"/>
                </a:lnTo>
                <a:close/>
              </a:path>
              <a:path w="5121909" h="1864360">
                <a:moveTo>
                  <a:pt x="2086864" y="7619"/>
                </a:moveTo>
                <a:lnTo>
                  <a:pt x="2056396" y="7619"/>
                </a:lnTo>
                <a:lnTo>
                  <a:pt x="2056396" y="0"/>
                </a:lnTo>
                <a:lnTo>
                  <a:pt x="2086864" y="0"/>
                </a:lnTo>
                <a:lnTo>
                  <a:pt x="2086864" y="7619"/>
                </a:lnTo>
                <a:close/>
              </a:path>
              <a:path w="5121909" h="1864360">
                <a:moveTo>
                  <a:pt x="2140216" y="7619"/>
                </a:moveTo>
                <a:lnTo>
                  <a:pt x="2109724" y="7619"/>
                </a:lnTo>
                <a:lnTo>
                  <a:pt x="2109724" y="0"/>
                </a:lnTo>
                <a:lnTo>
                  <a:pt x="2140216" y="0"/>
                </a:lnTo>
                <a:lnTo>
                  <a:pt x="2140216" y="7619"/>
                </a:lnTo>
                <a:close/>
              </a:path>
              <a:path w="5121909" h="1864360">
                <a:moveTo>
                  <a:pt x="2193556" y="7619"/>
                </a:moveTo>
                <a:lnTo>
                  <a:pt x="2163064" y="7619"/>
                </a:lnTo>
                <a:lnTo>
                  <a:pt x="2163064" y="0"/>
                </a:lnTo>
                <a:lnTo>
                  <a:pt x="2193556" y="0"/>
                </a:lnTo>
                <a:lnTo>
                  <a:pt x="2193556" y="7619"/>
                </a:lnTo>
                <a:close/>
              </a:path>
              <a:path w="5121909" h="1864360">
                <a:moveTo>
                  <a:pt x="2246896" y="7619"/>
                </a:moveTo>
                <a:lnTo>
                  <a:pt x="2216416" y="7619"/>
                </a:lnTo>
                <a:lnTo>
                  <a:pt x="2216416" y="0"/>
                </a:lnTo>
                <a:lnTo>
                  <a:pt x="2246896" y="0"/>
                </a:lnTo>
                <a:lnTo>
                  <a:pt x="2246896" y="7619"/>
                </a:lnTo>
                <a:close/>
              </a:path>
              <a:path w="5121909" h="1864360">
                <a:moveTo>
                  <a:pt x="2300224" y="7619"/>
                </a:moveTo>
                <a:lnTo>
                  <a:pt x="2269756" y="7619"/>
                </a:lnTo>
                <a:lnTo>
                  <a:pt x="2269756" y="0"/>
                </a:lnTo>
                <a:lnTo>
                  <a:pt x="2300224" y="0"/>
                </a:lnTo>
                <a:lnTo>
                  <a:pt x="2300224" y="7619"/>
                </a:lnTo>
                <a:close/>
              </a:path>
              <a:path w="5121909" h="1864360">
                <a:moveTo>
                  <a:pt x="2353564" y="7619"/>
                </a:moveTo>
                <a:lnTo>
                  <a:pt x="2323096" y="7619"/>
                </a:lnTo>
                <a:lnTo>
                  <a:pt x="2323096" y="0"/>
                </a:lnTo>
                <a:lnTo>
                  <a:pt x="2353564" y="0"/>
                </a:lnTo>
                <a:lnTo>
                  <a:pt x="2353564" y="7619"/>
                </a:lnTo>
                <a:close/>
              </a:path>
              <a:path w="5121909" h="1864360">
                <a:moveTo>
                  <a:pt x="2406916" y="7619"/>
                </a:moveTo>
                <a:lnTo>
                  <a:pt x="2376424" y="7619"/>
                </a:lnTo>
                <a:lnTo>
                  <a:pt x="2376424" y="0"/>
                </a:lnTo>
                <a:lnTo>
                  <a:pt x="2406916" y="0"/>
                </a:lnTo>
                <a:lnTo>
                  <a:pt x="2406916" y="7619"/>
                </a:lnTo>
                <a:close/>
              </a:path>
              <a:path w="5121909" h="1864360">
                <a:moveTo>
                  <a:pt x="2460244" y="7619"/>
                </a:moveTo>
                <a:lnTo>
                  <a:pt x="2429764" y="7619"/>
                </a:lnTo>
                <a:lnTo>
                  <a:pt x="2429764" y="0"/>
                </a:lnTo>
                <a:lnTo>
                  <a:pt x="2460244" y="0"/>
                </a:lnTo>
                <a:lnTo>
                  <a:pt x="2460244" y="7619"/>
                </a:lnTo>
                <a:close/>
              </a:path>
              <a:path w="5121909" h="1864360">
                <a:moveTo>
                  <a:pt x="2513596" y="7619"/>
                </a:moveTo>
                <a:lnTo>
                  <a:pt x="2483116" y="7619"/>
                </a:lnTo>
                <a:lnTo>
                  <a:pt x="2483116" y="0"/>
                </a:lnTo>
                <a:lnTo>
                  <a:pt x="2513596" y="0"/>
                </a:lnTo>
                <a:lnTo>
                  <a:pt x="2513596" y="7619"/>
                </a:lnTo>
                <a:close/>
              </a:path>
              <a:path w="5121909" h="1864360">
                <a:moveTo>
                  <a:pt x="2566924" y="7619"/>
                </a:moveTo>
                <a:lnTo>
                  <a:pt x="2536444" y="7619"/>
                </a:lnTo>
                <a:lnTo>
                  <a:pt x="2536444" y="0"/>
                </a:lnTo>
                <a:lnTo>
                  <a:pt x="2566924" y="0"/>
                </a:lnTo>
                <a:lnTo>
                  <a:pt x="2566924" y="7619"/>
                </a:lnTo>
                <a:close/>
              </a:path>
              <a:path w="5121909" h="1864360">
                <a:moveTo>
                  <a:pt x="2620264" y="7619"/>
                </a:moveTo>
                <a:lnTo>
                  <a:pt x="2589796" y="7619"/>
                </a:lnTo>
                <a:lnTo>
                  <a:pt x="2589796" y="0"/>
                </a:lnTo>
                <a:lnTo>
                  <a:pt x="2620264" y="0"/>
                </a:lnTo>
                <a:lnTo>
                  <a:pt x="2620264" y="7619"/>
                </a:lnTo>
                <a:close/>
              </a:path>
              <a:path w="5121909" h="1864360">
                <a:moveTo>
                  <a:pt x="2673616" y="7619"/>
                </a:moveTo>
                <a:lnTo>
                  <a:pt x="2643124" y="7619"/>
                </a:lnTo>
                <a:lnTo>
                  <a:pt x="2643124" y="0"/>
                </a:lnTo>
                <a:lnTo>
                  <a:pt x="2673616" y="0"/>
                </a:lnTo>
                <a:lnTo>
                  <a:pt x="2673616" y="7619"/>
                </a:lnTo>
                <a:close/>
              </a:path>
              <a:path w="5121909" h="1864360">
                <a:moveTo>
                  <a:pt x="2726956" y="7619"/>
                </a:moveTo>
                <a:lnTo>
                  <a:pt x="2696464" y="7619"/>
                </a:lnTo>
                <a:lnTo>
                  <a:pt x="2696464" y="0"/>
                </a:lnTo>
                <a:lnTo>
                  <a:pt x="2726956" y="0"/>
                </a:lnTo>
                <a:lnTo>
                  <a:pt x="2726956" y="7619"/>
                </a:lnTo>
                <a:close/>
              </a:path>
              <a:path w="5121909" h="1864360">
                <a:moveTo>
                  <a:pt x="2780296" y="7619"/>
                </a:moveTo>
                <a:lnTo>
                  <a:pt x="2749816" y="7619"/>
                </a:lnTo>
                <a:lnTo>
                  <a:pt x="2749816" y="0"/>
                </a:lnTo>
                <a:lnTo>
                  <a:pt x="2780296" y="0"/>
                </a:lnTo>
                <a:lnTo>
                  <a:pt x="2780296" y="7619"/>
                </a:lnTo>
                <a:close/>
              </a:path>
              <a:path w="5121909" h="1864360">
                <a:moveTo>
                  <a:pt x="2833624" y="7619"/>
                </a:moveTo>
                <a:lnTo>
                  <a:pt x="2803156" y="7619"/>
                </a:lnTo>
                <a:lnTo>
                  <a:pt x="2803156" y="0"/>
                </a:lnTo>
                <a:lnTo>
                  <a:pt x="2833624" y="0"/>
                </a:lnTo>
                <a:lnTo>
                  <a:pt x="2833624" y="7619"/>
                </a:lnTo>
                <a:close/>
              </a:path>
              <a:path w="5121909" h="1864360">
                <a:moveTo>
                  <a:pt x="2886964" y="7619"/>
                </a:moveTo>
                <a:lnTo>
                  <a:pt x="2856496" y="7619"/>
                </a:lnTo>
                <a:lnTo>
                  <a:pt x="2856496" y="0"/>
                </a:lnTo>
                <a:lnTo>
                  <a:pt x="2886964" y="0"/>
                </a:lnTo>
                <a:lnTo>
                  <a:pt x="2886964" y="7619"/>
                </a:lnTo>
                <a:close/>
              </a:path>
              <a:path w="5121909" h="1864360">
                <a:moveTo>
                  <a:pt x="2940316" y="7619"/>
                </a:moveTo>
                <a:lnTo>
                  <a:pt x="2909824" y="7619"/>
                </a:lnTo>
                <a:lnTo>
                  <a:pt x="2909824" y="0"/>
                </a:lnTo>
                <a:lnTo>
                  <a:pt x="2940316" y="0"/>
                </a:lnTo>
                <a:lnTo>
                  <a:pt x="2940316" y="7619"/>
                </a:lnTo>
                <a:close/>
              </a:path>
              <a:path w="5121909" h="1864360">
                <a:moveTo>
                  <a:pt x="2993656" y="7619"/>
                </a:moveTo>
                <a:lnTo>
                  <a:pt x="2963164" y="7619"/>
                </a:lnTo>
                <a:lnTo>
                  <a:pt x="2963164" y="0"/>
                </a:lnTo>
                <a:lnTo>
                  <a:pt x="2993656" y="0"/>
                </a:lnTo>
                <a:lnTo>
                  <a:pt x="2993656" y="7619"/>
                </a:lnTo>
                <a:close/>
              </a:path>
              <a:path w="5121909" h="1864360">
                <a:moveTo>
                  <a:pt x="3046996" y="7619"/>
                </a:moveTo>
                <a:lnTo>
                  <a:pt x="3016516" y="7619"/>
                </a:lnTo>
                <a:lnTo>
                  <a:pt x="3016516" y="0"/>
                </a:lnTo>
                <a:lnTo>
                  <a:pt x="3046996" y="0"/>
                </a:lnTo>
                <a:lnTo>
                  <a:pt x="3046996" y="7619"/>
                </a:lnTo>
                <a:close/>
              </a:path>
              <a:path w="5121909" h="1864360">
                <a:moveTo>
                  <a:pt x="3100324" y="7619"/>
                </a:moveTo>
                <a:lnTo>
                  <a:pt x="3069856" y="7619"/>
                </a:lnTo>
                <a:lnTo>
                  <a:pt x="3069856" y="0"/>
                </a:lnTo>
                <a:lnTo>
                  <a:pt x="3100324" y="0"/>
                </a:lnTo>
                <a:lnTo>
                  <a:pt x="3100324" y="7619"/>
                </a:lnTo>
                <a:close/>
              </a:path>
              <a:path w="5121909" h="1864360">
                <a:moveTo>
                  <a:pt x="3153664" y="7619"/>
                </a:moveTo>
                <a:lnTo>
                  <a:pt x="3123196" y="7619"/>
                </a:lnTo>
                <a:lnTo>
                  <a:pt x="3123196" y="0"/>
                </a:lnTo>
                <a:lnTo>
                  <a:pt x="3153664" y="0"/>
                </a:lnTo>
                <a:lnTo>
                  <a:pt x="3153664" y="7619"/>
                </a:lnTo>
                <a:close/>
              </a:path>
              <a:path w="5121909" h="1864360">
                <a:moveTo>
                  <a:pt x="3207016" y="7619"/>
                </a:moveTo>
                <a:lnTo>
                  <a:pt x="3176524" y="7619"/>
                </a:lnTo>
                <a:lnTo>
                  <a:pt x="3176524" y="0"/>
                </a:lnTo>
                <a:lnTo>
                  <a:pt x="3207016" y="0"/>
                </a:lnTo>
                <a:lnTo>
                  <a:pt x="3207016" y="7619"/>
                </a:lnTo>
                <a:close/>
              </a:path>
              <a:path w="5121909" h="1864360">
                <a:moveTo>
                  <a:pt x="3260344" y="7619"/>
                </a:moveTo>
                <a:lnTo>
                  <a:pt x="3229864" y="7619"/>
                </a:lnTo>
                <a:lnTo>
                  <a:pt x="3229864" y="0"/>
                </a:lnTo>
                <a:lnTo>
                  <a:pt x="3260344" y="0"/>
                </a:lnTo>
                <a:lnTo>
                  <a:pt x="3260344" y="7619"/>
                </a:lnTo>
                <a:close/>
              </a:path>
              <a:path w="5121909" h="1864360">
                <a:moveTo>
                  <a:pt x="3313696" y="7619"/>
                </a:moveTo>
                <a:lnTo>
                  <a:pt x="3283216" y="7619"/>
                </a:lnTo>
                <a:lnTo>
                  <a:pt x="3283216" y="0"/>
                </a:lnTo>
                <a:lnTo>
                  <a:pt x="3313696" y="0"/>
                </a:lnTo>
                <a:lnTo>
                  <a:pt x="3313696" y="7619"/>
                </a:lnTo>
                <a:close/>
              </a:path>
              <a:path w="5121909" h="1864360">
                <a:moveTo>
                  <a:pt x="3367024" y="7619"/>
                </a:moveTo>
                <a:lnTo>
                  <a:pt x="3336544" y="7619"/>
                </a:lnTo>
                <a:lnTo>
                  <a:pt x="3336544" y="0"/>
                </a:lnTo>
                <a:lnTo>
                  <a:pt x="3367024" y="0"/>
                </a:lnTo>
                <a:lnTo>
                  <a:pt x="3367024" y="7619"/>
                </a:lnTo>
                <a:close/>
              </a:path>
              <a:path w="5121909" h="1864360">
                <a:moveTo>
                  <a:pt x="3420364" y="7619"/>
                </a:moveTo>
                <a:lnTo>
                  <a:pt x="3389896" y="7619"/>
                </a:lnTo>
                <a:lnTo>
                  <a:pt x="3389896" y="0"/>
                </a:lnTo>
                <a:lnTo>
                  <a:pt x="3420364" y="0"/>
                </a:lnTo>
                <a:lnTo>
                  <a:pt x="3420364" y="7619"/>
                </a:lnTo>
                <a:close/>
              </a:path>
              <a:path w="5121909" h="1864360">
                <a:moveTo>
                  <a:pt x="3473716" y="7619"/>
                </a:moveTo>
                <a:lnTo>
                  <a:pt x="3443224" y="7619"/>
                </a:lnTo>
                <a:lnTo>
                  <a:pt x="3443224" y="0"/>
                </a:lnTo>
                <a:lnTo>
                  <a:pt x="3473716" y="0"/>
                </a:lnTo>
                <a:lnTo>
                  <a:pt x="3473716" y="7619"/>
                </a:lnTo>
                <a:close/>
              </a:path>
              <a:path w="5121909" h="1864360">
                <a:moveTo>
                  <a:pt x="3527044" y="7619"/>
                </a:moveTo>
                <a:lnTo>
                  <a:pt x="3496564" y="7619"/>
                </a:lnTo>
                <a:lnTo>
                  <a:pt x="3496564" y="0"/>
                </a:lnTo>
                <a:lnTo>
                  <a:pt x="3527044" y="0"/>
                </a:lnTo>
                <a:lnTo>
                  <a:pt x="3527044" y="7619"/>
                </a:lnTo>
                <a:close/>
              </a:path>
              <a:path w="5121909" h="1864360">
                <a:moveTo>
                  <a:pt x="3580396" y="7619"/>
                </a:moveTo>
                <a:lnTo>
                  <a:pt x="3549916" y="7619"/>
                </a:lnTo>
                <a:lnTo>
                  <a:pt x="3549916" y="0"/>
                </a:lnTo>
                <a:lnTo>
                  <a:pt x="3580396" y="0"/>
                </a:lnTo>
                <a:lnTo>
                  <a:pt x="3580396" y="7619"/>
                </a:lnTo>
                <a:close/>
              </a:path>
              <a:path w="5121909" h="1864360">
                <a:moveTo>
                  <a:pt x="3633724" y="7619"/>
                </a:moveTo>
                <a:lnTo>
                  <a:pt x="3603244" y="7619"/>
                </a:lnTo>
                <a:lnTo>
                  <a:pt x="3603244" y="0"/>
                </a:lnTo>
                <a:lnTo>
                  <a:pt x="3633724" y="0"/>
                </a:lnTo>
                <a:lnTo>
                  <a:pt x="3633724" y="7619"/>
                </a:lnTo>
                <a:close/>
              </a:path>
              <a:path w="5121909" h="1864360">
                <a:moveTo>
                  <a:pt x="3687064" y="7619"/>
                </a:moveTo>
                <a:lnTo>
                  <a:pt x="3656596" y="7619"/>
                </a:lnTo>
                <a:lnTo>
                  <a:pt x="3656596" y="0"/>
                </a:lnTo>
                <a:lnTo>
                  <a:pt x="3687064" y="0"/>
                </a:lnTo>
                <a:lnTo>
                  <a:pt x="3687064" y="7619"/>
                </a:lnTo>
                <a:close/>
              </a:path>
              <a:path w="5121909" h="1864360">
                <a:moveTo>
                  <a:pt x="3740416" y="7619"/>
                </a:moveTo>
                <a:lnTo>
                  <a:pt x="3709924" y="7619"/>
                </a:lnTo>
                <a:lnTo>
                  <a:pt x="3709924" y="0"/>
                </a:lnTo>
                <a:lnTo>
                  <a:pt x="3740416" y="0"/>
                </a:lnTo>
                <a:lnTo>
                  <a:pt x="3740416" y="7619"/>
                </a:lnTo>
                <a:close/>
              </a:path>
              <a:path w="5121909" h="1864360">
                <a:moveTo>
                  <a:pt x="3793744" y="7619"/>
                </a:moveTo>
                <a:lnTo>
                  <a:pt x="3763264" y="7619"/>
                </a:lnTo>
                <a:lnTo>
                  <a:pt x="3763264" y="0"/>
                </a:lnTo>
                <a:lnTo>
                  <a:pt x="3793744" y="0"/>
                </a:lnTo>
                <a:lnTo>
                  <a:pt x="3793744" y="7619"/>
                </a:lnTo>
                <a:close/>
              </a:path>
              <a:path w="5121909" h="1864360">
                <a:moveTo>
                  <a:pt x="3847096" y="7619"/>
                </a:moveTo>
                <a:lnTo>
                  <a:pt x="3816616" y="7619"/>
                </a:lnTo>
                <a:lnTo>
                  <a:pt x="3816616" y="0"/>
                </a:lnTo>
                <a:lnTo>
                  <a:pt x="3847096" y="0"/>
                </a:lnTo>
                <a:lnTo>
                  <a:pt x="3847096" y="7619"/>
                </a:lnTo>
                <a:close/>
              </a:path>
              <a:path w="5121909" h="1864360">
                <a:moveTo>
                  <a:pt x="3900424" y="7619"/>
                </a:moveTo>
                <a:lnTo>
                  <a:pt x="3869944" y="7619"/>
                </a:lnTo>
                <a:lnTo>
                  <a:pt x="3869944" y="0"/>
                </a:lnTo>
                <a:lnTo>
                  <a:pt x="3900424" y="0"/>
                </a:lnTo>
                <a:lnTo>
                  <a:pt x="3900424" y="7619"/>
                </a:lnTo>
                <a:close/>
              </a:path>
              <a:path w="5121909" h="1864360">
                <a:moveTo>
                  <a:pt x="3953764" y="7619"/>
                </a:moveTo>
                <a:lnTo>
                  <a:pt x="3923296" y="7619"/>
                </a:lnTo>
                <a:lnTo>
                  <a:pt x="3923296" y="0"/>
                </a:lnTo>
                <a:lnTo>
                  <a:pt x="3953764" y="0"/>
                </a:lnTo>
                <a:lnTo>
                  <a:pt x="3953764" y="7619"/>
                </a:lnTo>
                <a:close/>
              </a:path>
              <a:path w="5121909" h="1864360">
                <a:moveTo>
                  <a:pt x="4007116" y="7619"/>
                </a:moveTo>
                <a:lnTo>
                  <a:pt x="3976624" y="7619"/>
                </a:lnTo>
                <a:lnTo>
                  <a:pt x="3976624" y="0"/>
                </a:lnTo>
                <a:lnTo>
                  <a:pt x="4007116" y="0"/>
                </a:lnTo>
                <a:lnTo>
                  <a:pt x="4007116" y="7619"/>
                </a:lnTo>
                <a:close/>
              </a:path>
              <a:path w="5121909" h="1864360">
                <a:moveTo>
                  <a:pt x="4060444" y="7619"/>
                </a:moveTo>
                <a:lnTo>
                  <a:pt x="4029964" y="7619"/>
                </a:lnTo>
                <a:lnTo>
                  <a:pt x="4029964" y="0"/>
                </a:lnTo>
                <a:lnTo>
                  <a:pt x="4060444" y="0"/>
                </a:lnTo>
                <a:lnTo>
                  <a:pt x="4060444" y="7619"/>
                </a:lnTo>
                <a:close/>
              </a:path>
              <a:path w="5121909" h="1864360">
                <a:moveTo>
                  <a:pt x="4113796" y="7619"/>
                </a:moveTo>
                <a:lnTo>
                  <a:pt x="4083316" y="7619"/>
                </a:lnTo>
                <a:lnTo>
                  <a:pt x="4083316" y="0"/>
                </a:lnTo>
                <a:lnTo>
                  <a:pt x="4113796" y="0"/>
                </a:lnTo>
                <a:lnTo>
                  <a:pt x="4113796" y="7619"/>
                </a:lnTo>
                <a:close/>
              </a:path>
              <a:path w="5121909" h="1864360">
                <a:moveTo>
                  <a:pt x="4167124" y="7619"/>
                </a:moveTo>
                <a:lnTo>
                  <a:pt x="4136644" y="7619"/>
                </a:lnTo>
                <a:lnTo>
                  <a:pt x="4136644" y="0"/>
                </a:lnTo>
                <a:lnTo>
                  <a:pt x="4167124" y="0"/>
                </a:lnTo>
                <a:lnTo>
                  <a:pt x="4167124" y="7619"/>
                </a:lnTo>
                <a:close/>
              </a:path>
              <a:path w="5121909" h="1864360">
                <a:moveTo>
                  <a:pt x="4220464" y="7619"/>
                </a:moveTo>
                <a:lnTo>
                  <a:pt x="4189996" y="7619"/>
                </a:lnTo>
                <a:lnTo>
                  <a:pt x="4189996" y="0"/>
                </a:lnTo>
                <a:lnTo>
                  <a:pt x="4220464" y="0"/>
                </a:lnTo>
                <a:lnTo>
                  <a:pt x="4220464" y="7619"/>
                </a:lnTo>
                <a:close/>
              </a:path>
              <a:path w="5121909" h="1864360">
                <a:moveTo>
                  <a:pt x="4273816" y="7619"/>
                </a:moveTo>
                <a:lnTo>
                  <a:pt x="4243324" y="7619"/>
                </a:lnTo>
                <a:lnTo>
                  <a:pt x="4243324" y="0"/>
                </a:lnTo>
                <a:lnTo>
                  <a:pt x="4273816" y="0"/>
                </a:lnTo>
                <a:lnTo>
                  <a:pt x="4273816" y="7619"/>
                </a:lnTo>
                <a:close/>
              </a:path>
              <a:path w="5121909" h="1864360">
                <a:moveTo>
                  <a:pt x="4327144" y="7619"/>
                </a:moveTo>
                <a:lnTo>
                  <a:pt x="4296664" y="7619"/>
                </a:lnTo>
                <a:lnTo>
                  <a:pt x="4296664" y="0"/>
                </a:lnTo>
                <a:lnTo>
                  <a:pt x="4327144" y="0"/>
                </a:lnTo>
                <a:lnTo>
                  <a:pt x="4327144" y="7619"/>
                </a:lnTo>
                <a:close/>
              </a:path>
              <a:path w="5121909" h="1864360">
                <a:moveTo>
                  <a:pt x="4380496" y="7619"/>
                </a:moveTo>
                <a:lnTo>
                  <a:pt x="4350016" y="7619"/>
                </a:lnTo>
                <a:lnTo>
                  <a:pt x="4350016" y="0"/>
                </a:lnTo>
                <a:lnTo>
                  <a:pt x="4380496" y="0"/>
                </a:lnTo>
                <a:lnTo>
                  <a:pt x="4380496" y="7619"/>
                </a:lnTo>
                <a:close/>
              </a:path>
              <a:path w="5121909" h="1864360">
                <a:moveTo>
                  <a:pt x="4433824" y="7619"/>
                </a:moveTo>
                <a:lnTo>
                  <a:pt x="4403344" y="7619"/>
                </a:lnTo>
                <a:lnTo>
                  <a:pt x="4403344" y="0"/>
                </a:lnTo>
                <a:lnTo>
                  <a:pt x="4433824" y="0"/>
                </a:lnTo>
                <a:lnTo>
                  <a:pt x="4433824" y="7619"/>
                </a:lnTo>
                <a:close/>
              </a:path>
              <a:path w="5121909" h="1864360">
                <a:moveTo>
                  <a:pt x="4487164" y="7619"/>
                </a:moveTo>
                <a:lnTo>
                  <a:pt x="4456696" y="7619"/>
                </a:lnTo>
                <a:lnTo>
                  <a:pt x="4456696" y="0"/>
                </a:lnTo>
                <a:lnTo>
                  <a:pt x="4487164" y="0"/>
                </a:lnTo>
                <a:lnTo>
                  <a:pt x="4487164" y="7619"/>
                </a:lnTo>
                <a:close/>
              </a:path>
              <a:path w="5121909" h="1864360">
                <a:moveTo>
                  <a:pt x="4540516" y="7619"/>
                </a:moveTo>
                <a:lnTo>
                  <a:pt x="4510024" y="7619"/>
                </a:lnTo>
                <a:lnTo>
                  <a:pt x="4510024" y="0"/>
                </a:lnTo>
                <a:lnTo>
                  <a:pt x="4540516" y="0"/>
                </a:lnTo>
                <a:lnTo>
                  <a:pt x="4540516" y="7619"/>
                </a:lnTo>
                <a:close/>
              </a:path>
              <a:path w="5121909" h="1864360">
                <a:moveTo>
                  <a:pt x="4593844" y="7619"/>
                </a:moveTo>
                <a:lnTo>
                  <a:pt x="4563364" y="7619"/>
                </a:lnTo>
                <a:lnTo>
                  <a:pt x="4563364" y="0"/>
                </a:lnTo>
                <a:lnTo>
                  <a:pt x="4593844" y="0"/>
                </a:lnTo>
                <a:lnTo>
                  <a:pt x="4593844" y="7619"/>
                </a:lnTo>
                <a:close/>
              </a:path>
              <a:path w="5121909" h="1864360">
                <a:moveTo>
                  <a:pt x="4647196" y="7619"/>
                </a:moveTo>
                <a:lnTo>
                  <a:pt x="4616716" y="7619"/>
                </a:lnTo>
                <a:lnTo>
                  <a:pt x="4616716" y="0"/>
                </a:lnTo>
                <a:lnTo>
                  <a:pt x="4647196" y="0"/>
                </a:lnTo>
                <a:lnTo>
                  <a:pt x="4647196" y="7619"/>
                </a:lnTo>
                <a:close/>
              </a:path>
              <a:path w="5121909" h="1864360">
                <a:moveTo>
                  <a:pt x="4700524" y="7619"/>
                </a:moveTo>
                <a:lnTo>
                  <a:pt x="4670044" y="7619"/>
                </a:lnTo>
                <a:lnTo>
                  <a:pt x="4670044" y="0"/>
                </a:lnTo>
                <a:lnTo>
                  <a:pt x="4700524" y="0"/>
                </a:lnTo>
                <a:lnTo>
                  <a:pt x="4700524" y="7619"/>
                </a:lnTo>
                <a:close/>
              </a:path>
              <a:path w="5121909" h="1864360">
                <a:moveTo>
                  <a:pt x="4753864" y="7619"/>
                </a:moveTo>
                <a:lnTo>
                  <a:pt x="4723396" y="7619"/>
                </a:lnTo>
                <a:lnTo>
                  <a:pt x="4723396" y="0"/>
                </a:lnTo>
                <a:lnTo>
                  <a:pt x="4753864" y="0"/>
                </a:lnTo>
                <a:lnTo>
                  <a:pt x="4753864" y="7619"/>
                </a:lnTo>
                <a:close/>
              </a:path>
              <a:path w="5121909" h="1864360">
                <a:moveTo>
                  <a:pt x="4807216" y="7619"/>
                </a:moveTo>
                <a:lnTo>
                  <a:pt x="4776724" y="7619"/>
                </a:lnTo>
                <a:lnTo>
                  <a:pt x="4776724" y="0"/>
                </a:lnTo>
                <a:lnTo>
                  <a:pt x="4807216" y="0"/>
                </a:lnTo>
                <a:lnTo>
                  <a:pt x="4807216" y="7619"/>
                </a:lnTo>
                <a:close/>
              </a:path>
              <a:path w="5121909" h="1864360">
                <a:moveTo>
                  <a:pt x="4859981" y="10083"/>
                </a:moveTo>
                <a:lnTo>
                  <a:pt x="4847526" y="10071"/>
                </a:lnTo>
                <a:lnTo>
                  <a:pt x="4839855" y="9194"/>
                </a:lnTo>
                <a:lnTo>
                  <a:pt x="4832121" y="8508"/>
                </a:lnTo>
                <a:lnTo>
                  <a:pt x="4829809" y="8356"/>
                </a:lnTo>
                <a:lnTo>
                  <a:pt x="4830292" y="762"/>
                </a:lnTo>
                <a:lnTo>
                  <a:pt x="4860937" y="4368"/>
                </a:lnTo>
                <a:lnTo>
                  <a:pt x="4859981" y="10083"/>
                </a:lnTo>
                <a:close/>
              </a:path>
              <a:path w="5121909" h="1864360">
                <a:moveTo>
                  <a:pt x="4859803" y="11150"/>
                </a:moveTo>
                <a:lnTo>
                  <a:pt x="4855146" y="11137"/>
                </a:lnTo>
                <a:lnTo>
                  <a:pt x="4847568" y="10076"/>
                </a:lnTo>
                <a:lnTo>
                  <a:pt x="4859981" y="10083"/>
                </a:lnTo>
                <a:lnTo>
                  <a:pt x="4859803" y="11150"/>
                </a:lnTo>
                <a:close/>
              </a:path>
              <a:path w="5121909" h="1864360">
                <a:moveTo>
                  <a:pt x="4859680" y="11887"/>
                </a:moveTo>
                <a:lnTo>
                  <a:pt x="4855156" y="11139"/>
                </a:lnTo>
                <a:lnTo>
                  <a:pt x="4859803" y="11150"/>
                </a:lnTo>
                <a:lnTo>
                  <a:pt x="4859680" y="11887"/>
                </a:lnTo>
                <a:close/>
              </a:path>
              <a:path w="5121909" h="1864360">
                <a:moveTo>
                  <a:pt x="4912674" y="19227"/>
                </a:moveTo>
                <a:lnTo>
                  <a:pt x="4892370" y="19227"/>
                </a:lnTo>
                <a:lnTo>
                  <a:pt x="4884991" y="17233"/>
                </a:lnTo>
                <a:lnTo>
                  <a:pt x="4881791" y="16446"/>
                </a:lnTo>
                <a:lnTo>
                  <a:pt x="4883594" y="9042"/>
                </a:lnTo>
                <a:lnTo>
                  <a:pt x="4886934" y="9867"/>
                </a:lnTo>
                <a:lnTo>
                  <a:pt x="4894402" y="11887"/>
                </a:lnTo>
                <a:lnTo>
                  <a:pt x="4901793" y="14084"/>
                </a:lnTo>
                <a:lnTo>
                  <a:pt x="4909121" y="16459"/>
                </a:lnTo>
                <a:lnTo>
                  <a:pt x="4913147" y="17881"/>
                </a:lnTo>
                <a:lnTo>
                  <a:pt x="4912674" y="19227"/>
                </a:lnTo>
                <a:close/>
              </a:path>
              <a:path w="5121909" h="1864360">
                <a:moveTo>
                  <a:pt x="4911919" y="21374"/>
                </a:moveTo>
                <a:lnTo>
                  <a:pt x="4899583" y="21374"/>
                </a:lnTo>
                <a:lnTo>
                  <a:pt x="4892268" y="19202"/>
                </a:lnTo>
                <a:lnTo>
                  <a:pt x="4912674" y="19227"/>
                </a:lnTo>
                <a:lnTo>
                  <a:pt x="4911919" y="21374"/>
                </a:lnTo>
                <a:close/>
              </a:path>
              <a:path w="5121909" h="1864360">
                <a:moveTo>
                  <a:pt x="4910620" y="25069"/>
                </a:moveTo>
                <a:lnTo>
                  <a:pt x="4906632" y="23660"/>
                </a:lnTo>
                <a:lnTo>
                  <a:pt x="4899494" y="21348"/>
                </a:lnTo>
                <a:lnTo>
                  <a:pt x="4911919" y="21374"/>
                </a:lnTo>
                <a:lnTo>
                  <a:pt x="4910620" y="25069"/>
                </a:lnTo>
                <a:close/>
              </a:path>
              <a:path w="5121909" h="1864360">
                <a:moveTo>
                  <a:pt x="4951935" y="34632"/>
                </a:moveTo>
                <a:lnTo>
                  <a:pt x="4934470" y="34632"/>
                </a:lnTo>
                <a:lnTo>
                  <a:pt x="4931600" y="33388"/>
                </a:lnTo>
                <a:lnTo>
                  <a:pt x="4934648" y="26403"/>
                </a:lnTo>
                <a:lnTo>
                  <a:pt x="4937569" y="27673"/>
                </a:lnTo>
                <a:lnTo>
                  <a:pt x="4944465" y="30899"/>
                </a:lnTo>
                <a:lnTo>
                  <a:pt x="4951260" y="34277"/>
                </a:lnTo>
                <a:lnTo>
                  <a:pt x="4951935" y="34632"/>
                </a:lnTo>
                <a:close/>
              </a:path>
              <a:path w="5121909" h="1864360">
                <a:moveTo>
                  <a:pt x="4961742" y="41071"/>
                </a:moveTo>
                <a:lnTo>
                  <a:pt x="4947831" y="41071"/>
                </a:lnTo>
                <a:lnTo>
                  <a:pt x="4941112" y="37731"/>
                </a:lnTo>
                <a:lnTo>
                  <a:pt x="4934381" y="34594"/>
                </a:lnTo>
                <a:lnTo>
                  <a:pt x="4951935" y="34632"/>
                </a:lnTo>
                <a:lnTo>
                  <a:pt x="4957965" y="37807"/>
                </a:lnTo>
                <a:lnTo>
                  <a:pt x="4962232" y="40195"/>
                </a:lnTo>
                <a:lnTo>
                  <a:pt x="4961742" y="41071"/>
                </a:lnTo>
                <a:close/>
              </a:path>
              <a:path w="5121909" h="1864360">
                <a:moveTo>
                  <a:pt x="4941189" y="37782"/>
                </a:moveTo>
                <a:close/>
              </a:path>
              <a:path w="5121909" h="1864360">
                <a:moveTo>
                  <a:pt x="4959811" y="44526"/>
                </a:moveTo>
                <a:lnTo>
                  <a:pt x="4954371" y="44526"/>
                </a:lnTo>
                <a:lnTo>
                  <a:pt x="4947742" y="41033"/>
                </a:lnTo>
                <a:lnTo>
                  <a:pt x="4961742" y="41071"/>
                </a:lnTo>
                <a:lnTo>
                  <a:pt x="4959811" y="44526"/>
                </a:lnTo>
                <a:close/>
              </a:path>
              <a:path w="5121909" h="1864360">
                <a:moveTo>
                  <a:pt x="4958511" y="46850"/>
                </a:moveTo>
                <a:lnTo>
                  <a:pt x="4954295" y="44488"/>
                </a:lnTo>
                <a:lnTo>
                  <a:pt x="4959811" y="44526"/>
                </a:lnTo>
                <a:lnTo>
                  <a:pt x="4958511" y="46850"/>
                </a:lnTo>
                <a:close/>
              </a:path>
              <a:path w="5121909" h="1864360">
                <a:moveTo>
                  <a:pt x="4992793" y="59842"/>
                </a:moveTo>
                <a:lnTo>
                  <a:pt x="4979568" y="59842"/>
                </a:lnTo>
                <a:lnTo>
                  <a:pt x="4977765" y="58648"/>
                </a:lnTo>
                <a:lnTo>
                  <a:pt x="4981956" y="52285"/>
                </a:lnTo>
                <a:lnTo>
                  <a:pt x="4983797" y="53505"/>
                </a:lnTo>
                <a:lnTo>
                  <a:pt x="4989995" y="57797"/>
                </a:lnTo>
                <a:lnTo>
                  <a:pt x="4992793" y="59842"/>
                </a:lnTo>
                <a:close/>
              </a:path>
              <a:path w="5121909" h="1864360">
                <a:moveTo>
                  <a:pt x="4998416" y="64033"/>
                </a:moveTo>
                <a:lnTo>
                  <a:pt x="4985613" y="64033"/>
                </a:lnTo>
                <a:lnTo>
                  <a:pt x="4979503" y="59799"/>
                </a:lnTo>
                <a:lnTo>
                  <a:pt x="4992793" y="59842"/>
                </a:lnTo>
                <a:lnTo>
                  <a:pt x="4996078" y="62242"/>
                </a:lnTo>
                <a:lnTo>
                  <a:pt x="4998416" y="64033"/>
                </a:lnTo>
                <a:close/>
              </a:path>
              <a:path w="5121909" h="1864360">
                <a:moveTo>
                  <a:pt x="5003976" y="68364"/>
                </a:moveTo>
                <a:lnTo>
                  <a:pt x="4991557" y="68364"/>
                </a:lnTo>
                <a:lnTo>
                  <a:pt x="4985537" y="63982"/>
                </a:lnTo>
                <a:lnTo>
                  <a:pt x="4998416" y="64033"/>
                </a:lnTo>
                <a:lnTo>
                  <a:pt x="5002047" y="66814"/>
                </a:lnTo>
                <a:lnTo>
                  <a:pt x="5003976" y="68364"/>
                </a:lnTo>
                <a:close/>
              </a:path>
              <a:path w="5121909" h="1864360">
                <a:moveTo>
                  <a:pt x="5004958" y="72834"/>
                </a:moveTo>
                <a:lnTo>
                  <a:pt x="4997373" y="72834"/>
                </a:lnTo>
                <a:lnTo>
                  <a:pt x="4991481" y="68313"/>
                </a:lnTo>
                <a:lnTo>
                  <a:pt x="5003976" y="68364"/>
                </a:lnTo>
                <a:lnTo>
                  <a:pt x="5006759" y="70599"/>
                </a:lnTo>
                <a:lnTo>
                  <a:pt x="5004958" y="72834"/>
                </a:lnTo>
                <a:close/>
              </a:path>
              <a:path w="5121909" h="1864360">
                <a:moveTo>
                  <a:pt x="5001971" y="76542"/>
                </a:moveTo>
                <a:lnTo>
                  <a:pt x="4997363" y="72826"/>
                </a:lnTo>
                <a:lnTo>
                  <a:pt x="5004958" y="72834"/>
                </a:lnTo>
                <a:lnTo>
                  <a:pt x="5001971" y="76542"/>
                </a:lnTo>
                <a:close/>
              </a:path>
              <a:path w="5121909" h="1864360">
                <a:moveTo>
                  <a:pt x="5035445" y="97167"/>
                </a:moveTo>
                <a:lnTo>
                  <a:pt x="5024805" y="97167"/>
                </a:lnTo>
                <a:lnTo>
                  <a:pt x="5019484" y="91986"/>
                </a:lnTo>
                <a:lnTo>
                  <a:pt x="5018925" y="91465"/>
                </a:lnTo>
                <a:lnTo>
                  <a:pt x="5024107" y="85890"/>
                </a:lnTo>
                <a:lnTo>
                  <a:pt x="5024780" y="86499"/>
                </a:lnTo>
                <a:lnTo>
                  <a:pt x="5030438" y="92049"/>
                </a:lnTo>
                <a:lnTo>
                  <a:pt x="5035445" y="97167"/>
                </a:lnTo>
                <a:close/>
              </a:path>
              <a:path w="5121909" h="1864360">
                <a:moveTo>
                  <a:pt x="5040339" y="102425"/>
                </a:moveTo>
                <a:lnTo>
                  <a:pt x="5029923" y="102425"/>
                </a:lnTo>
                <a:lnTo>
                  <a:pt x="5024729" y="97104"/>
                </a:lnTo>
                <a:lnTo>
                  <a:pt x="5035445" y="97167"/>
                </a:lnTo>
                <a:lnTo>
                  <a:pt x="5040339" y="102425"/>
                </a:lnTo>
                <a:close/>
              </a:path>
              <a:path w="5121909" h="1864360">
                <a:moveTo>
                  <a:pt x="5039728" y="113220"/>
                </a:moveTo>
                <a:lnTo>
                  <a:pt x="5034864" y="107721"/>
                </a:lnTo>
                <a:lnTo>
                  <a:pt x="5029860" y="102362"/>
                </a:lnTo>
                <a:lnTo>
                  <a:pt x="5040339" y="102425"/>
                </a:lnTo>
                <a:lnTo>
                  <a:pt x="5045430" y="108153"/>
                </a:lnTo>
                <a:lnTo>
                  <a:pt x="5039728" y="113220"/>
                </a:lnTo>
                <a:close/>
              </a:path>
              <a:path w="5121909" h="1864360">
                <a:moveTo>
                  <a:pt x="5071243" y="142417"/>
                </a:moveTo>
                <a:lnTo>
                  <a:pt x="5062118" y="142417"/>
                </a:lnTo>
                <a:lnTo>
                  <a:pt x="5057876" y="136296"/>
                </a:lnTo>
                <a:lnTo>
                  <a:pt x="5053825" y="130746"/>
                </a:lnTo>
                <a:lnTo>
                  <a:pt x="5059984" y="126250"/>
                </a:lnTo>
                <a:lnTo>
                  <a:pt x="5064112" y="131914"/>
                </a:lnTo>
                <a:lnTo>
                  <a:pt x="5068404" y="138112"/>
                </a:lnTo>
                <a:lnTo>
                  <a:pt x="5071243" y="142417"/>
                </a:lnTo>
                <a:close/>
              </a:path>
              <a:path w="5121909" h="1864360">
                <a:moveTo>
                  <a:pt x="5075148" y="148564"/>
                </a:moveTo>
                <a:lnTo>
                  <a:pt x="5066169" y="148564"/>
                </a:lnTo>
                <a:lnTo>
                  <a:pt x="5062106" y="142400"/>
                </a:lnTo>
                <a:lnTo>
                  <a:pt x="5071243" y="142417"/>
                </a:lnTo>
                <a:lnTo>
                  <a:pt x="5072557" y="144411"/>
                </a:lnTo>
                <a:lnTo>
                  <a:pt x="5075148" y="148564"/>
                </a:lnTo>
                <a:close/>
              </a:path>
              <a:path w="5121909" h="1864360">
                <a:moveTo>
                  <a:pt x="5070602" y="155727"/>
                </a:moveTo>
                <a:lnTo>
                  <a:pt x="5070017" y="154736"/>
                </a:lnTo>
                <a:lnTo>
                  <a:pt x="5066118" y="148488"/>
                </a:lnTo>
                <a:lnTo>
                  <a:pt x="5075148" y="148564"/>
                </a:lnTo>
                <a:lnTo>
                  <a:pt x="5076558" y="150825"/>
                </a:lnTo>
                <a:lnTo>
                  <a:pt x="5077167" y="151853"/>
                </a:lnTo>
                <a:lnTo>
                  <a:pt x="5070602" y="155727"/>
                </a:lnTo>
                <a:close/>
              </a:path>
              <a:path w="5121909" h="1864360">
                <a:moveTo>
                  <a:pt x="5092579" y="180797"/>
                </a:moveTo>
                <a:lnTo>
                  <a:pt x="5084165" y="180797"/>
                </a:lnTo>
                <a:lnTo>
                  <a:pt x="5081536" y="175488"/>
                </a:lnTo>
                <a:lnTo>
                  <a:pt x="5088356" y="172097"/>
                </a:lnTo>
                <a:lnTo>
                  <a:pt x="5091010" y="177444"/>
                </a:lnTo>
                <a:lnTo>
                  <a:pt x="5092579" y="180797"/>
                </a:lnTo>
                <a:close/>
              </a:path>
              <a:path w="5121909" h="1864360">
                <a:moveTo>
                  <a:pt x="5098516" y="194335"/>
                </a:moveTo>
                <a:lnTo>
                  <a:pt x="5090286" y="194335"/>
                </a:lnTo>
                <a:lnTo>
                  <a:pt x="5087277" y="187439"/>
                </a:lnTo>
                <a:lnTo>
                  <a:pt x="5084127" y="180720"/>
                </a:lnTo>
                <a:lnTo>
                  <a:pt x="5092579" y="180797"/>
                </a:lnTo>
                <a:lnTo>
                  <a:pt x="5094236" y="184340"/>
                </a:lnTo>
                <a:lnTo>
                  <a:pt x="5097284" y="191325"/>
                </a:lnTo>
                <a:lnTo>
                  <a:pt x="5098516" y="194335"/>
                </a:lnTo>
                <a:close/>
              </a:path>
              <a:path w="5121909" h="1864360">
                <a:moveTo>
                  <a:pt x="5098382" y="201231"/>
                </a:moveTo>
                <a:lnTo>
                  <a:pt x="5093106" y="201231"/>
                </a:lnTo>
                <a:lnTo>
                  <a:pt x="5090248" y="194259"/>
                </a:lnTo>
                <a:lnTo>
                  <a:pt x="5098516" y="194335"/>
                </a:lnTo>
                <a:lnTo>
                  <a:pt x="5100180" y="198399"/>
                </a:lnTo>
                <a:lnTo>
                  <a:pt x="5100891" y="200279"/>
                </a:lnTo>
                <a:lnTo>
                  <a:pt x="5098382" y="201231"/>
                </a:lnTo>
                <a:close/>
              </a:path>
              <a:path w="5121909" h="1864360">
                <a:moveTo>
                  <a:pt x="5093766" y="202984"/>
                </a:moveTo>
                <a:lnTo>
                  <a:pt x="5093068" y="201155"/>
                </a:lnTo>
                <a:lnTo>
                  <a:pt x="5098382" y="201231"/>
                </a:lnTo>
                <a:lnTo>
                  <a:pt x="5093766" y="202984"/>
                </a:lnTo>
                <a:close/>
              </a:path>
              <a:path w="5121909" h="1864360">
                <a:moveTo>
                  <a:pt x="5112516" y="236918"/>
                </a:moveTo>
                <a:lnTo>
                  <a:pt x="5104676" y="236918"/>
                </a:lnTo>
                <a:lnTo>
                  <a:pt x="5102682" y="229539"/>
                </a:lnTo>
                <a:lnTo>
                  <a:pt x="5101132" y="224320"/>
                </a:lnTo>
                <a:lnTo>
                  <a:pt x="5108435" y="222148"/>
                </a:lnTo>
                <a:lnTo>
                  <a:pt x="5110022" y="227507"/>
                </a:lnTo>
                <a:lnTo>
                  <a:pt x="5112042" y="234975"/>
                </a:lnTo>
                <a:lnTo>
                  <a:pt x="5112516" y="236918"/>
                </a:lnTo>
                <a:close/>
              </a:path>
              <a:path w="5121909" h="1864360">
                <a:moveTo>
                  <a:pt x="5114269" y="244284"/>
                </a:moveTo>
                <a:lnTo>
                  <a:pt x="5106479" y="244284"/>
                </a:lnTo>
                <a:lnTo>
                  <a:pt x="5104650" y="236829"/>
                </a:lnTo>
                <a:lnTo>
                  <a:pt x="5112516" y="236918"/>
                </a:lnTo>
                <a:lnTo>
                  <a:pt x="5113883" y="242519"/>
                </a:lnTo>
                <a:lnTo>
                  <a:pt x="5114269" y="244284"/>
                </a:lnTo>
                <a:close/>
              </a:path>
              <a:path w="5121909" h="1864360">
                <a:moveTo>
                  <a:pt x="5115847" y="251713"/>
                </a:moveTo>
                <a:lnTo>
                  <a:pt x="5108092" y="251713"/>
                </a:lnTo>
                <a:lnTo>
                  <a:pt x="5106454" y="244195"/>
                </a:lnTo>
                <a:lnTo>
                  <a:pt x="5114269" y="244284"/>
                </a:lnTo>
                <a:lnTo>
                  <a:pt x="5115547" y="250139"/>
                </a:lnTo>
                <a:lnTo>
                  <a:pt x="5115847" y="251713"/>
                </a:lnTo>
                <a:close/>
              </a:path>
              <a:path w="5121909" h="1864360">
                <a:moveTo>
                  <a:pt x="5108435" y="253504"/>
                </a:moveTo>
                <a:lnTo>
                  <a:pt x="5108067" y="251612"/>
                </a:lnTo>
                <a:lnTo>
                  <a:pt x="5115847" y="251713"/>
                </a:lnTo>
                <a:lnTo>
                  <a:pt x="5115915" y="252069"/>
                </a:lnTo>
                <a:lnTo>
                  <a:pt x="5108435" y="253504"/>
                </a:lnTo>
                <a:close/>
              </a:path>
              <a:path w="5121909" h="1864360">
                <a:moveTo>
                  <a:pt x="5120368" y="282054"/>
                </a:moveTo>
                <a:lnTo>
                  <a:pt x="5112715" y="282054"/>
                </a:lnTo>
                <a:lnTo>
                  <a:pt x="5112004" y="275793"/>
                </a:lnTo>
                <a:lnTo>
                  <a:pt x="5119573" y="274929"/>
                </a:lnTo>
                <a:lnTo>
                  <a:pt x="5120297" y="281241"/>
                </a:lnTo>
                <a:lnTo>
                  <a:pt x="5120368" y="282054"/>
                </a:lnTo>
                <a:close/>
              </a:path>
              <a:path w="5121909" h="1864360">
                <a:moveTo>
                  <a:pt x="5121519" y="297586"/>
                </a:moveTo>
                <a:lnTo>
                  <a:pt x="5113896" y="297586"/>
                </a:lnTo>
                <a:lnTo>
                  <a:pt x="5113401" y="289699"/>
                </a:lnTo>
                <a:lnTo>
                  <a:pt x="5112702" y="281965"/>
                </a:lnTo>
                <a:lnTo>
                  <a:pt x="5120368" y="282054"/>
                </a:lnTo>
                <a:lnTo>
                  <a:pt x="5120995" y="289166"/>
                </a:lnTo>
                <a:lnTo>
                  <a:pt x="5121519" y="297586"/>
                </a:lnTo>
                <a:close/>
              </a:path>
              <a:path w="5121909" h="1864360">
                <a:moveTo>
                  <a:pt x="5113401" y="289788"/>
                </a:moveTo>
                <a:close/>
              </a:path>
              <a:path w="5121909" h="1864360">
                <a:moveTo>
                  <a:pt x="5114201" y="305790"/>
                </a:moveTo>
                <a:lnTo>
                  <a:pt x="5113883" y="297484"/>
                </a:lnTo>
                <a:lnTo>
                  <a:pt x="5121519" y="297586"/>
                </a:lnTo>
                <a:lnTo>
                  <a:pt x="5121808" y="305181"/>
                </a:lnTo>
                <a:lnTo>
                  <a:pt x="5121808" y="305701"/>
                </a:lnTo>
                <a:lnTo>
                  <a:pt x="5114201" y="305790"/>
                </a:lnTo>
                <a:close/>
              </a:path>
              <a:path w="5121909" h="1864360">
                <a:moveTo>
                  <a:pt x="5114188" y="305422"/>
                </a:moveTo>
                <a:close/>
              </a:path>
              <a:path w="5121909" h="1864360">
                <a:moveTo>
                  <a:pt x="5121909" y="359079"/>
                </a:moveTo>
                <a:lnTo>
                  <a:pt x="5114290" y="359079"/>
                </a:lnTo>
                <a:lnTo>
                  <a:pt x="5114290" y="328599"/>
                </a:lnTo>
                <a:lnTo>
                  <a:pt x="5121909" y="328599"/>
                </a:lnTo>
                <a:lnTo>
                  <a:pt x="5121909" y="359079"/>
                </a:lnTo>
                <a:close/>
              </a:path>
              <a:path w="5121909" h="1864360">
                <a:moveTo>
                  <a:pt x="5121909" y="412419"/>
                </a:moveTo>
                <a:lnTo>
                  <a:pt x="5114290" y="412419"/>
                </a:lnTo>
                <a:lnTo>
                  <a:pt x="5114290" y="381939"/>
                </a:lnTo>
                <a:lnTo>
                  <a:pt x="5121909" y="381939"/>
                </a:lnTo>
                <a:lnTo>
                  <a:pt x="5121909" y="412419"/>
                </a:lnTo>
                <a:close/>
              </a:path>
              <a:path w="5121909" h="1864360">
                <a:moveTo>
                  <a:pt x="5121909" y="465759"/>
                </a:moveTo>
                <a:lnTo>
                  <a:pt x="5114290" y="465759"/>
                </a:lnTo>
                <a:lnTo>
                  <a:pt x="5114290" y="435279"/>
                </a:lnTo>
                <a:lnTo>
                  <a:pt x="5121909" y="435279"/>
                </a:lnTo>
                <a:lnTo>
                  <a:pt x="5121909" y="465759"/>
                </a:lnTo>
                <a:close/>
              </a:path>
              <a:path w="5121909" h="1864360">
                <a:moveTo>
                  <a:pt x="5121909" y="519099"/>
                </a:moveTo>
                <a:lnTo>
                  <a:pt x="5114290" y="519099"/>
                </a:lnTo>
                <a:lnTo>
                  <a:pt x="5114290" y="488619"/>
                </a:lnTo>
                <a:lnTo>
                  <a:pt x="5121909" y="488619"/>
                </a:lnTo>
                <a:lnTo>
                  <a:pt x="5121909" y="519099"/>
                </a:lnTo>
                <a:close/>
              </a:path>
              <a:path w="5121909" h="1864360">
                <a:moveTo>
                  <a:pt x="5121909" y="572439"/>
                </a:moveTo>
                <a:lnTo>
                  <a:pt x="5114290" y="572439"/>
                </a:lnTo>
                <a:lnTo>
                  <a:pt x="5114290" y="541959"/>
                </a:lnTo>
                <a:lnTo>
                  <a:pt x="5121909" y="541959"/>
                </a:lnTo>
                <a:lnTo>
                  <a:pt x="5121909" y="572439"/>
                </a:lnTo>
                <a:close/>
              </a:path>
              <a:path w="5121909" h="1864360">
                <a:moveTo>
                  <a:pt x="5121909" y="625779"/>
                </a:moveTo>
                <a:lnTo>
                  <a:pt x="5114290" y="625779"/>
                </a:lnTo>
                <a:lnTo>
                  <a:pt x="5114290" y="595299"/>
                </a:lnTo>
                <a:lnTo>
                  <a:pt x="5121909" y="595299"/>
                </a:lnTo>
                <a:lnTo>
                  <a:pt x="5121909" y="625779"/>
                </a:lnTo>
                <a:close/>
              </a:path>
              <a:path w="5121909" h="1864360">
                <a:moveTo>
                  <a:pt x="5121909" y="679119"/>
                </a:moveTo>
                <a:lnTo>
                  <a:pt x="5114290" y="679119"/>
                </a:lnTo>
                <a:lnTo>
                  <a:pt x="5114290" y="648639"/>
                </a:lnTo>
                <a:lnTo>
                  <a:pt x="5121909" y="648639"/>
                </a:lnTo>
                <a:lnTo>
                  <a:pt x="5121909" y="679119"/>
                </a:lnTo>
                <a:close/>
              </a:path>
              <a:path w="5121909" h="1864360">
                <a:moveTo>
                  <a:pt x="5121909" y="732459"/>
                </a:moveTo>
                <a:lnTo>
                  <a:pt x="5114290" y="732459"/>
                </a:lnTo>
                <a:lnTo>
                  <a:pt x="5114290" y="701979"/>
                </a:lnTo>
                <a:lnTo>
                  <a:pt x="5121909" y="701979"/>
                </a:lnTo>
                <a:lnTo>
                  <a:pt x="5121909" y="732459"/>
                </a:lnTo>
                <a:close/>
              </a:path>
              <a:path w="5121909" h="1864360">
                <a:moveTo>
                  <a:pt x="5121909" y="785799"/>
                </a:moveTo>
                <a:lnTo>
                  <a:pt x="5114290" y="785799"/>
                </a:lnTo>
                <a:lnTo>
                  <a:pt x="5114290" y="755319"/>
                </a:lnTo>
                <a:lnTo>
                  <a:pt x="5121909" y="755319"/>
                </a:lnTo>
                <a:lnTo>
                  <a:pt x="5121909" y="785799"/>
                </a:lnTo>
                <a:close/>
              </a:path>
              <a:path w="5121909" h="1864360">
                <a:moveTo>
                  <a:pt x="5121909" y="839139"/>
                </a:moveTo>
                <a:lnTo>
                  <a:pt x="5114290" y="839139"/>
                </a:lnTo>
                <a:lnTo>
                  <a:pt x="5114290" y="808659"/>
                </a:lnTo>
                <a:lnTo>
                  <a:pt x="5121909" y="808659"/>
                </a:lnTo>
                <a:lnTo>
                  <a:pt x="5121909" y="839139"/>
                </a:lnTo>
                <a:close/>
              </a:path>
              <a:path w="5121909" h="1864360">
                <a:moveTo>
                  <a:pt x="5121909" y="892479"/>
                </a:moveTo>
                <a:lnTo>
                  <a:pt x="5114290" y="892479"/>
                </a:lnTo>
                <a:lnTo>
                  <a:pt x="5114290" y="861999"/>
                </a:lnTo>
                <a:lnTo>
                  <a:pt x="5121909" y="861999"/>
                </a:lnTo>
                <a:lnTo>
                  <a:pt x="5121909" y="892479"/>
                </a:lnTo>
                <a:close/>
              </a:path>
              <a:path w="5121909" h="1864360">
                <a:moveTo>
                  <a:pt x="5121909" y="945819"/>
                </a:moveTo>
                <a:lnTo>
                  <a:pt x="5114290" y="945819"/>
                </a:lnTo>
                <a:lnTo>
                  <a:pt x="5114290" y="915339"/>
                </a:lnTo>
                <a:lnTo>
                  <a:pt x="5121909" y="915339"/>
                </a:lnTo>
                <a:lnTo>
                  <a:pt x="5121909" y="945819"/>
                </a:lnTo>
                <a:close/>
              </a:path>
              <a:path w="5121909" h="1864360">
                <a:moveTo>
                  <a:pt x="5121909" y="999159"/>
                </a:moveTo>
                <a:lnTo>
                  <a:pt x="5114290" y="999159"/>
                </a:lnTo>
                <a:lnTo>
                  <a:pt x="5114290" y="968679"/>
                </a:lnTo>
                <a:lnTo>
                  <a:pt x="5121909" y="968679"/>
                </a:lnTo>
                <a:lnTo>
                  <a:pt x="5121909" y="999159"/>
                </a:lnTo>
                <a:close/>
              </a:path>
              <a:path w="5121909" h="1864360">
                <a:moveTo>
                  <a:pt x="5121909" y="1052499"/>
                </a:moveTo>
                <a:lnTo>
                  <a:pt x="5114290" y="1052499"/>
                </a:lnTo>
                <a:lnTo>
                  <a:pt x="5114290" y="1022019"/>
                </a:lnTo>
                <a:lnTo>
                  <a:pt x="5121909" y="1022019"/>
                </a:lnTo>
                <a:lnTo>
                  <a:pt x="5121909" y="1052499"/>
                </a:lnTo>
                <a:close/>
              </a:path>
              <a:path w="5121909" h="1864360">
                <a:moveTo>
                  <a:pt x="5121909" y="1105839"/>
                </a:moveTo>
                <a:lnTo>
                  <a:pt x="5114290" y="1105839"/>
                </a:lnTo>
                <a:lnTo>
                  <a:pt x="5114290" y="1075359"/>
                </a:lnTo>
                <a:lnTo>
                  <a:pt x="5121909" y="1075359"/>
                </a:lnTo>
                <a:lnTo>
                  <a:pt x="5121909" y="1105839"/>
                </a:lnTo>
                <a:close/>
              </a:path>
              <a:path w="5121909" h="1864360">
                <a:moveTo>
                  <a:pt x="5121909" y="1159179"/>
                </a:moveTo>
                <a:lnTo>
                  <a:pt x="5114290" y="1159179"/>
                </a:lnTo>
                <a:lnTo>
                  <a:pt x="5114290" y="1128699"/>
                </a:lnTo>
                <a:lnTo>
                  <a:pt x="5121909" y="1128699"/>
                </a:lnTo>
                <a:lnTo>
                  <a:pt x="5121909" y="1159179"/>
                </a:lnTo>
                <a:close/>
              </a:path>
              <a:path w="5121909" h="1864360">
                <a:moveTo>
                  <a:pt x="5121909" y="1212519"/>
                </a:moveTo>
                <a:lnTo>
                  <a:pt x="5114290" y="1212519"/>
                </a:lnTo>
                <a:lnTo>
                  <a:pt x="5114290" y="1182039"/>
                </a:lnTo>
                <a:lnTo>
                  <a:pt x="5121909" y="1182039"/>
                </a:lnTo>
                <a:lnTo>
                  <a:pt x="5121909" y="1212519"/>
                </a:lnTo>
                <a:close/>
              </a:path>
              <a:path w="5121909" h="1864360">
                <a:moveTo>
                  <a:pt x="5121909" y="1265859"/>
                </a:moveTo>
                <a:lnTo>
                  <a:pt x="5114290" y="1265859"/>
                </a:lnTo>
                <a:lnTo>
                  <a:pt x="5114290" y="1235379"/>
                </a:lnTo>
                <a:lnTo>
                  <a:pt x="5121909" y="1235379"/>
                </a:lnTo>
                <a:lnTo>
                  <a:pt x="5121909" y="1265859"/>
                </a:lnTo>
                <a:close/>
              </a:path>
              <a:path w="5121909" h="1864360">
                <a:moveTo>
                  <a:pt x="5121909" y="1319199"/>
                </a:moveTo>
                <a:lnTo>
                  <a:pt x="5114290" y="1319199"/>
                </a:lnTo>
                <a:lnTo>
                  <a:pt x="5114290" y="1288719"/>
                </a:lnTo>
                <a:lnTo>
                  <a:pt x="5121909" y="1288719"/>
                </a:lnTo>
                <a:lnTo>
                  <a:pt x="5121909" y="1319199"/>
                </a:lnTo>
                <a:close/>
              </a:path>
              <a:path w="5121909" h="1864360">
                <a:moveTo>
                  <a:pt x="5121909" y="1372539"/>
                </a:moveTo>
                <a:lnTo>
                  <a:pt x="5114290" y="1372539"/>
                </a:lnTo>
                <a:lnTo>
                  <a:pt x="5114290" y="1342059"/>
                </a:lnTo>
                <a:lnTo>
                  <a:pt x="5121909" y="1342059"/>
                </a:lnTo>
                <a:lnTo>
                  <a:pt x="5121909" y="1372539"/>
                </a:lnTo>
                <a:close/>
              </a:path>
              <a:path w="5121909" h="1864360">
                <a:moveTo>
                  <a:pt x="5121909" y="1425879"/>
                </a:moveTo>
                <a:lnTo>
                  <a:pt x="5114290" y="1425879"/>
                </a:lnTo>
                <a:lnTo>
                  <a:pt x="5114290" y="1395399"/>
                </a:lnTo>
                <a:lnTo>
                  <a:pt x="5121909" y="1395399"/>
                </a:lnTo>
                <a:lnTo>
                  <a:pt x="5121909" y="1425879"/>
                </a:lnTo>
                <a:close/>
              </a:path>
              <a:path w="5121909" h="1864360">
                <a:moveTo>
                  <a:pt x="5121909" y="1479219"/>
                </a:moveTo>
                <a:lnTo>
                  <a:pt x="5114290" y="1479219"/>
                </a:lnTo>
                <a:lnTo>
                  <a:pt x="5114290" y="1448739"/>
                </a:lnTo>
                <a:lnTo>
                  <a:pt x="5121909" y="1448739"/>
                </a:lnTo>
                <a:lnTo>
                  <a:pt x="5121909" y="1479219"/>
                </a:lnTo>
                <a:close/>
              </a:path>
              <a:path w="5121909" h="1864360">
                <a:moveTo>
                  <a:pt x="5121909" y="1532559"/>
                </a:moveTo>
                <a:lnTo>
                  <a:pt x="5114290" y="1532559"/>
                </a:lnTo>
                <a:lnTo>
                  <a:pt x="5114290" y="1502079"/>
                </a:lnTo>
                <a:lnTo>
                  <a:pt x="5121909" y="1502079"/>
                </a:lnTo>
                <a:lnTo>
                  <a:pt x="5121909" y="1532559"/>
                </a:lnTo>
                <a:close/>
              </a:path>
              <a:path w="5121909" h="1864360">
                <a:moveTo>
                  <a:pt x="5121810" y="1559026"/>
                </a:moveTo>
                <a:lnTo>
                  <a:pt x="5114188" y="1559026"/>
                </a:lnTo>
                <a:lnTo>
                  <a:pt x="5114239" y="1555381"/>
                </a:lnTo>
                <a:lnTo>
                  <a:pt x="5121859" y="1555470"/>
                </a:lnTo>
                <a:lnTo>
                  <a:pt x="5121810" y="1559026"/>
                </a:lnTo>
                <a:close/>
              </a:path>
              <a:path w="5121909" h="1864360">
                <a:moveTo>
                  <a:pt x="5121029" y="1574660"/>
                </a:moveTo>
                <a:lnTo>
                  <a:pt x="5113401" y="1574660"/>
                </a:lnTo>
                <a:lnTo>
                  <a:pt x="5113896" y="1566773"/>
                </a:lnTo>
                <a:lnTo>
                  <a:pt x="5114188" y="1558937"/>
                </a:lnTo>
                <a:lnTo>
                  <a:pt x="5121810" y="1559026"/>
                </a:lnTo>
                <a:lnTo>
                  <a:pt x="5121503" y="1567205"/>
                </a:lnTo>
                <a:lnTo>
                  <a:pt x="5121029" y="1574660"/>
                </a:lnTo>
                <a:close/>
              </a:path>
              <a:path w="5121909" h="1864360">
                <a:moveTo>
                  <a:pt x="5113883" y="1566875"/>
                </a:moveTo>
                <a:close/>
              </a:path>
              <a:path w="5121909" h="1864360">
                <a:moveTo>
                  <a:pt x="5119928" y="1586268"/>
                </a:moveTo>
                <a:lnTo>
                  <a:pt x="5112359" y="1585404"/>
                </a:lnTo>
                <a:lnTo>
                  <a:pt x="5112715" y="1582305"/>
                </a:lnTo>
                <a:lnTo>
                  <a:pt x="5113401" y="1574571"/>
                </a:lnTo>
                <a:lnTo>
                  <a:pt x="5121029" y="1574660"/>
                </a:lnTo>
                <a:lnTo>
                  <a:pt x="5120297" y="1583118"/>
                </a:lnTo>
                <a:lnTo>
                  <a:pt x="5119928" y="1586268"/>
                </a:lnTo>
                <a:close/>
              </a:path>
              <a:path w="5121909" h="1864360">
                <a:moveTo>
                  <a:pt x="5112702" y="1582394"/>
                </a:moveTo>
                <a:close/>
              </a:path>
              <a:path w="5121909" h="1864360">
                <a:moveTo>
                  <a:pt x="5110572" y="1634820"/>
                </a:moveTo>
                <a:lnTo>
                  <a:pt x="5102682" y="1634820"/>
                </a:lnTo>
                <a:lnTo>
                  <a:pt x="5104676" y="1627441"/>
                </a:lnTo>
                <a:lnTo>
                  <a:pt x="5106479" y="1620075"/>
                </a:lnTo>
                <a:lnTo>
                  <a:pt x="5108092" y="1612646"/>
                </a:lnTo>
                <a:lnTo>
                  <a:pt x="5109032" y="1607718"/>
                </a:lnTo>
                <a:lnTo>
                  <a:pt x="5116512" y="1609153"/>
                </a:lnTo>
                <a:lnTo>
                  <a:pt x="5115547" y="1614220"/>
                </a:lnTo>
                <a:lnTo>
                  <a:pt x="5113883" y="1621840"/>
                </a:lnTo>
                <a:lnTo>
                  <a:pt x="5112042" y="1629384"/>
                </a:lnTo>
                <a:lnTo>
                  <a:pt x="5110572" y="1634820"/>
                </a:lnTo>
                <a:close/>
              </a:path>
              <a:path w="5121909" h="1864360">
                <a:moveTo>
                  <a:pt x="5108067" y="1612747"/>
                </a:moveTo>
                <a:close/>
              </a:path>
              <a:path w="5121909" h="1864360">
                <a:moveTo>
                  <a:pt x="5106454" y="1620164"/>
                </a:moveTo>
                <a:close/>
              </a:path>
              <a:path w="5121909" h="1864360">
                <a:moveTo>
                  <a:pt x="5104650" y="1627530"/>
                </a:moveTo>
                <a:close/>
              </a:path>
              <a:path w="5121909" h="1864360">
                <a:moveTo>
                  <a:pt x="5109336" y="1639150"/>
                </a:moveTo>
                <a:lnTo>
                  <a:pt x="5102034" y="1636979"/>
                </a:lnTo>
                <a:lnTo>
                  <a:pt x="5102707" y="1634718"/>
                </a:lnTo>
                <a:lnTo>
                  <a:pt x="5110572" y="1634820"/>
                </a:lnTo>
                <a:lnTo>
                  <a:pt x="5109984" y="1636979"/>
                </a:lnTo>
                <a:lnTo>
                  <a:pt x="5109336" y="1639150"/>
                </a:lnTo>
                <a:close/>
              </a:path>
              <a:path w="5121909" h="1864360">
                <a:moveTo>
                  <a:pt x="5095588" y="1676920"/>
                </a:moveTo>
                <a:lnTo>
                  <a:pt x="5087277" y="1676920"/>
                </a:lnTo>
                <a:lnTo>
                  <a:pt x="5090286" y="1670024"/>
                </a:lnTo>
                <a:lnTo>
                  <a:pt x="5093106" y="1663115"/>
                </a:lnTo>
                <a:lnTo>
                  <a:pt x="5094909" y="1658391"/>
                </a:lnTo>
                <a:lnTo>
                  <a:pt x="5102021" y="1661096"/>
                </a:lnTo>
                <a:lnTo>
                  <a:pt x="5100180" y="1665960"/>
                </a:lnTo>
                <a:lnTo>
                  <a:pt x="5097284" y="1673034"/>
                </a:lnTo>
                <a:lnTo>
                  <a:pt x="5095588" y="1676920"/>
                </a:lnTo>
                <a:close/>
              </a:path>
              <a:path w="5121909" h="1864360">
                <a:moveTo>
                  <a:pt x="5093068" y="1663204"/>
                </a:moveTo>
                <a:close/>
              </a:path>
              <a:path w="5121909" h="1864360">
                <a:moveTo>
                  <a:pt x="5090248" y="1670100"/>
                </a:moveTo>
                <a:close/>
              </a:path>
              <a:path w="5121909" h="1864360">
                <a:moveTo>
                  <a:pt x="5089779" y="1689404"/>
                </a:moveTo>
                <a:lnTo>
                  <a:pt x="5082959" y="1686013"/>
                </a:lnTo>
                <a:lnTo>
                  <a:pt x="5084165" y="1683562"/>
                </a:lnTo>
                <a:lnTo>
                  <a:pt x="5087315" y="1676831"/>
                </a:lnTo>
                <a:lnTo>
                  <a:pt x="5095588" y="1676920"/>
                </a:lnTo>
                <a:lnTo>
                  <a:pt x="5094236" y="1680019"/>
                </a:lnTo>
                <a:lnTo>
                  <a:pt x="5091010" y="1686915"/>
                </a:lnTo>
                <a:lnTo>
                  <a:pt x="5089779" y="1689404"/>
                </a:lnTo>
                <a:close/>
              </a:path>
              <a:path w="5121909" h="1864360">
                <a:moveTo>
                  <a:pt x="5084127" y="1683639"/>
                </a:moveTo>
                <a:close/>
              </a:path>
              <a:path w="5121909" h="1864360">
                <a:moveTo>
                  <a:pt x="5078557" y="1709623"/>
                </a:moveTo>
                <a:lnTo>
                  <a:pt x="5070017" y="1709623"/>
                </a:lnTo>
                <a:lnTo>
                  <a:pt x="5072227" y="1705876"/>
                </a:lnTo>
                <a:lnTo>
                  <a:pt x="5078557" y="1709623"/>
                </a:lnTo>
                <a:close/>
              </a:path>
              <a:path w="5121909" h="1864360">
                <a:moveTo>
                  <a:pt x="5071193" y="1722018"/>
                </a:moveTo>
                <a:lnTo>
                  <a:pt x="5062067" y="1722018"/>
                </a:lnTo>
                <a:lnTo>
                  <a:pt x="5066169" y="1715795"/>
                </a:lnTo>
                <a:lnTo>
                  <a:pt x="5070068" y="1709534"/>
                </a:lnTo>
                <a:lnTo>
                  <a:pt x="5078557" y="1709623"/>
                </a:lnTo>
                <a:lnTo>
                  <a:pt x="5078793" y="1709762"/>
                </a:lnTo>
                <a:lnTo>
                  <a:pt x="5076558" y="1713534"/>
                </a:lnTo>
                <a:lnTo>
                  <a:pt x="5072557" y="1719948"/>
                </a:lnTo>
                <a:lnTo>
                  <a:pt x="5071193" y="1722018"/>
                </a:lnTo>
                <a:close/>
              </a:path>
              <a:path w="5121909" h="1864360">
                <a:moveTo>
                  <a:pt x="5066118" y="1715871"/>
                </a:moveTo>
                <a:close/>
              </a:path>
              <a:path w="5121909" h="1864360">
                <a:moveTo>
                  <a:pt x="5062106" y="1721959"/>
                </a:moveTo>
                <a:close/>
              </a:path>
              <a:path w="5121909" h="1864360">
                <a:moveTo>
                  <a:pt x="5067147" y="1728063"/>
                </a:moveTo>
                <a:lnTo>
                  <a:pt x="5057876" y="1728063"/>
                </a:lnTo>
                <a:lnTo>
                  <a:pt x="5062106" y="1721959"/>
                </a:lnTo>
                <a:lnTo>
                  <a:pt x="5071193" y="1722018"/>
                </a:lnTo>
                <a:lnTo>
                  <a:pt x="5068404" y="1726247"/>
                </a:lnTo>
                <a:lnTo>
                  <a:pt x="5067147" y="1728063"/>
                </a:lnTo>
                <a:close/>
              </a:path>
              <a:path w="5121909" h="1864360">
                <a:moveTo>
                  <a:pt x="5061864" y="1735531"/>
                </a:moveTo>
                <a:lnTo>
                  <a:pt x="5055704" y="1731035"/>
                </a:lnTo>
                <a:lnTo>
                  <a:pt x="5057927" y="1727987"/>
                </a:lnTo>
                <a:lnTo>
                  <a:pt x="5067147" y="1728063"/>
                </a:lnTo>
                <a:lnTo>
                  <a:pt x="5064112" y="1732445"/>
                </a:lnTo>
                <a:lnTo>
                  <a:pt x="5061864" y="1735531"/>
                </a:lnTo>
                <a:close/>
              </a:path>
              <a:path w="5121909" h="1864360">
                <a:moveTo>
                  <a:pt x="5044545" y="1751152"/>
                </a:moveTo>
                <a:lnTo>
                  <a:pt x="5039728" y="1751152"/>
                </a:lnTo>
                <a:lnTo>
                  <a:pt x="5041734" y="1748777"/>
                </a:lnTo>
                <a:lnTo>
                  <a:pt x="5044545" y="1751152"/>
                </a:lnTo>
                <a:close/>
              </a:path>
              <a:path w="5121909" h="1864360">
                <a:moveTo>
                  <a:pt x="5045046" y="1756638"/>
                </a:moveTo>
                <a:lnTo>
                  <a:pt x="5034864" y="1756638"/>
                </a:lnTo>
                <a:lnTo>
                  <a:pt x="5039791" y="1751076"/>
                </a:lnTo>
                <a:lnTo>
                  <a:pt x="5044545" y="1751152"/>
                </a:lnTo>
                <a:lnTo>
                  <a:pt x="5047551" y="1753692"/>
                </a:lnTo>
                <a:lnTo>
                  <a:pt x="5045519" y="1756105"/>
                </a:lnTo>
                <a:lnTo>
                  <a:pt x="5045046" y="1756638"/>
                </a:lnTo>
                <a:close/>
              </a:path>
              <a:path w="5121909" h="1864360">
                <a:moveTo>
                  <a:pt x="5035385" y="1767255"/>
                </a:moveTo>
                <a:lnTo>
                  <a:pt x="5024729" y="1767255"/>
                </a:lnTo>
                <a:lnTo>
                  <a:pt x="5029923" y="1761934"/>
                </a:lnTo>
                <a:lnTo>
                  <a:pt x="5034915" y="1756562"/>
                </a:lnTo>
                <a:lnTo>
                  <a:pt x="5045046" y="1756638"/>
                </a:lnTo>
                <a:lnTo>
                  <a:pt x="5040280" y="1761998"/>
                </a:lnTo>
                <a:lnTo>
                  <a:pt x="5035385" y="1767255"/>
                </a:lnTo>
                <a:close/>
              </a:path>
              <a:path w="5121909" h="1864360">
                <a:moveTo>
                  <a:pt x="5029860" y="1761998"/>
                </a:moveTo>
                <a:close/>
              </a:path>
              <a:path w="5121909" h="1864360">
                <a:moveTo>
                  <a:pt x="5024767" y="1767216"/>
                </a:moveTo>
                <a:close/>
              </a:path>
              <a:path w="5121909" h="1864360">
                <a:moveTo>
                  <a:pt x="5026482" y="1776196"/>
                </a:moveTo>
                <a:lnTo>
                  <a:pt x="5021148" y="1770748"/>
                </a:lnTo>
                <a:lnTo>
                  <a:pt x="5024767" y="1767216"/>
                </a:lnTo>
                <a:lnTo>
                  <a:pt x="5035385" y="1767255"/>
                </a:lnTo>
                <a:lnTo>
                  <a:pt x="5030152" y="1772602"/>
                </a:lnTo>
                <a:lnTo>
                  <a:pt x="5026482" y="1776196"/>
                </a:lnTo>
                <a:close/>
              </a:path>
              <a:path w="5121909" h="1864360">
                <a:moveTo>
                  <a:pt x="5005316" y="1786978"/>
                </a:moveTo>
                <a:lnTo>
                  <a:pt x="5003025" y="1786978"/>
                </a:lnTo>
                <a:lnTo>
                  <a:pt x="5004358" y="1785848"/>
                </a:lnTo>
                <a:lnTo>
                  <a:pt x="5005316" y="1786978"/>
                </a:lnTo>
                <a:close/>
              </a:path>
              <a:path w="5121909" h="1864360">
                <a:moveTo>
                  <a:pt x="5003076" y="1786935"/>
                </a:moveTo>
                <a:close/>
              </a:path>
              <a:path w="5121909" h="1864360">
                <a:moveTo>
                  <a:pt x="5009211" y="1791576"/>
                </a:moveTo>
                <a:lnTo>
                  <a:pt x="4997310" y="1791576"/>
                </a:lnTo>
                <a:lnTo>
                  <a:pt x="5003076" y="1786935"/>
                </a:lnTo>
                <a:lnTo>
                  <a:pt x="5005316" y="1786978"/>
                </a:lnTo>
                <a:lnTo>
                  <a:pt x="5009211" y="1791576"/>
                </a:lnTo>
                <a:close/>
              </a:path>
              <a:path w="5121909" h="1864360">
                <a:moveTo>
                  <a:pt x="4997365" y="1791531"/>
                </a:moveTo>
                <a:close/>
              </a:path>
              <a:path w="5121909" h="1864360">
                <a:moveTo>
                  <a:pt x="4984673" y="1810245"/>
                </a:moveTo>
                <a:lnTo>
                  <a:pt x="4980343" y="1803984"/>
                </a:lnTo>
                <a:lnTo>
                  <a:pt x="4985613" y="1800326"/>
                </a:lnTo>
                <a:lnTo>
                  <a:pt x="4991557" y="1795995"/>
                </a:lnTo>
                <a:lnTo>
                  <a:pt x="4997365" y="1791531"/>
                </a:lnTo>
                <a:lnTo>
                  <a:pt x="5009211" y="1791576"/>
                </a:lnTo>
                <a:lnTo>
                  <a:pt x="5007914" y="1792820"/>
                </a:lnTo>
                <a:lnTo>
                  <a:pt x="5002047" y="1797545"/>
                </a:lnTo>
                <a:lnTo>
                  <a:pt x="4996078" y="1802117"/>
                </a:lnTo>
                <a:lnTo>
                  <a:pt x="4989995" y="1806562"/>
                </a:lnTo>
                <a:lnTo>
                  <a:pt x="4984673" y="1810245"/>
                </a:lnTo>
                <a:close/>
              </a:path>
              <a:path w="5121909" h="1864360">
                <a:moveTo>
                  <a:pt x="4991481" y="1796046"/>
                </a:moveTo>
                <a:close/>
              </a:path>
              <a:path w="5121909" h="1864360">
                <a:moveTo>
                  <a:pt x="4985537" y="1800377"/>
                </a:moveTo>
                <a:close/>
              </a:path>
              <a:path w="5121909" h="1864360">
                <a:moveTo>
                  <a:pt x="4957820" y="1826628"/>
                </a:moveTo>
                <a:lnTo>
                  <a:pt x="4941112" y="1826628"/>
                </a:lnTo>
                <a:lnTo>
                  <a:pt x="4947831" y="1823288"/>
                </a:lnTo>
                <a:lnTo>
                  <a:pt x="4954371" y="1819833"/>
                </a:lnTo>
                <a:lnTo>
                  <a:pt x="4960823" y="1816227"/>
                </a:lnTo>
                <a:lnTo>
                  <a:pt x="4961216" y="1815985"/>
                </a:lnTo>
                <a:lnTo>
                  <a:pt x="4965090" y="1822551"/>
                </a:lnTo>
                <a:lnTo>
                  <a:pt x="4957820" y="1826628"/>
                </a:lnTo>
                <a:close/>
              </a:path>
              <a:path w="5121909" h="1864360">
                <a:moveTo>
                  <a:pt x="4960734" y="1816265"/>
                </a:moveTo>
                <a:close/>
              </a:path>
              <a:path w="5121909" h="1864360">
                <a:moveTo>
                  <a:pt x="4954295" y="1819871"/>
                </a:moveTo>
                <a:close/>
              </a:path>
              <a:path w="5121909" h="1864360">
                <a:moveTo>
                  <a:pt x="4947742" y="1823326"/>
                </a:moveTo>
                <a:close/>
              </a:path>
              <a:path w="5121909" h="1864360">
                <a:moveTo>
                  <a:pt x="4937658" y="1836635"/>
                </a:moveTo>
                <a:lnTo>
                  <a:pt x="4934432" y="1829739"/>
                </a:lnTo>
                <a:lnTo>
                  <a:pt x="4941189" y="1826577"/>
                </a:lnTo>
                <a:lnTo>
                  <a:pt x="4957820" y="1826628"/>
                </a:lnTo>
                <a:lnTo>
                  <a:pt x="4951260" y="1830082"/>
                </a:lnTo>
                <a:lnTo>
                  <a:pt x="4944465" y="1833460"/>
                </a:lnTo>
                <a:lnTo>
                  <a:pt x="4937658" y="1836635"/>
                </a:lnTo>
                <a:close/>
              </a:path>
              <a:path w="5121909" h="1864360">
                <a:moveTo>
                  <a:pt x="4914496" y="1840699"/>
                </a:moveTo>
                <a:lnTo>
                  <a:pt x="4906632" y="1840699"/>
                </a:lnTo>
                <a:lnTo>
                  <a:pt x="4913630" y="1838236"/>
                </a:lnTo>
                <a:lnTo>
                  <a:pt x="4914496" y="1840699"/>
                </a:lnTo>
                <a:close/>
              </a:path>
              <a:path w="5121909" h="1864360">
                <a:moveTo>
                  <a:pt x="4911322" y="1847126"/>
                </a:moveTo>
                <a:lnTo>
                  <a:pt x="4884991" y="1847126"/>
                </a:lnTo>
                <a:lnTo>
                  <a:pt x="4892370" y="1845132"/>
                </a:lnTo>
                <a:lnTo>
                  <a:pt x="4899583" y="1842985"/>
                </a:lnTo>
                <a:lnTo>
                  <a:pt x="4906721" y="1840661"/>
                </a:lnTo>
                <a:lnTo>
                  <a:pt x="4914496" y="1840699"/>
                </a:lnTo>
                <a:lnTo>
                  <a:pt x="4916157" y="1845424"/>
                </a:lnTo>
                <a:lnTo>
                  <a:pt x="4911322" y="1847126"/>
                </a:lnTo>
                <a:close/>
              </a:path>
              <a:path w="5121909" h="1864360">
                <a:moveTo>
                  <a:pt x="4899494" y="1843011"/>
                </a:moveTo>
                <a:close/>
              </a:path>
              <a:path w="5121909" h="1864360">
                <a:moveTo>
                  <a:pt x="4892268" y="1845157"/>
                </a:moveTo>
                <a:close/>
              </a:path>
              <a:path w="5121909" h="1864360">
                <a:moveTo>
                  <a:pt x="4886693" y="1854555"/>
                </a:moveTo>
                <a:lnTo>
                  <a:pt x="4885072" y="1847900"/>
                </a:lnTo>
                <a:lnTo>
                  <a:pt x="4884985" y="1847126"/>
                </a:lnTo>
                <a:lnTo>
                  <a:pt x="4911322" y="1847126"/>
                </a:lnTo>
                <a:lnTo>
                  <a:pt x="4909121" y="1847900"/>
                </a:lnTo>
                <a:lnTo>
                  <a:pt x="4901793" y="1850275"/>
                </a:lnTo>
                <a:lnTo>
                  <a:pt x="4894402" y="1852472"/>
                </a:lnTo>
                <a:lnTo>
                  <a:pt x="4886693" y="1854555"/>
                </a:lnTo>
                <a:close/>
              </a:path>
              <a:path w="5121909" h="1864360">
                <a:moveTo>
                  <a:pt x="4862753" y="1851964"/>
                </a:moveTo>
                <a:close/>
              </a:path>
              <a:path w="5121909" h="1864360">
                <a:moveTo>
                  <a:pt x="4862703" y="1851977"/>
                </a:moveTo>
                <a:close/>
              </a:path>
              <a:path w="5121909" h="1864360">
                <a:moveTo>
                  <a:pt x="4862981" y="1853222"/>
                </a:moveTo>
                <a:lnTo>
                  <a:pt x="4855146" y="1853222"/>
                </a:lnTo>
                <a:lnTo>
                  <a:pt x="4862651" y="1851977"/>
                </a:lnTo>
                <a:lnTo>
                  <a:pt x="4862981" y="1853222"/>
                </a:lnTo>
                <a:close/>
              </a:path>
              <a:path w="5121909" h="1864360">
                <a:moveTo>
                  <a:pt x="4855156" y="1853220"/>
                </a:moveTo>
                <a:close/>
              </a:path>
              <a:path w="5121909" h="1864360">
                <a:moveTo>
                  <a:pt x="4863186" y="1854288"/>
                </a:moveTo>
                <a:lnTo>
                  <a:pt x="4847526" y="1854288"/>
                </a:lnTo>
                <a:lnTo>
                  <a:pt x="4855156" y="1853220"/>
                </a:lnTo>
                <a:lnTo>
                  <a:pt x="4862981" y="1853222"/>
                </a:lnTo>
                <a:lnTo>
                  <a:pt x="4863186" y="1854288"/>
                </a:lnTo>
                <a:close/>
              </a:path>
              <a:path w="5121909" h="1864360">
                <a:moveTo>
                  <a:pt x="4847568" y="1854283"/>
                </a:moveTo>
                <a:close/>
              </a:path>
              <a:path w="5121909" h="1864360">
                <a:moveTo>
                  <a:pt x="4863354" y="1855165"/>
                </a:moveTo>
                <a:lnTo>
                  <a:pt x="4839855" y="1855165"/>
                </a:lnTo>
                <a:lnTo>
                  <a:pt x="4847568" y="1854283"/>
                </a:lnTo>
                <a:lnTo>
                  <a:pt x="4863186" y="1854288"/>
                </a:lnTo>
                <a:lnTo>
                  <a:pt x="4863354" y="1855165"/>
                </a:lnTo>
                <a:close/>
              </a:path>
              <a:path w="5121909" h="1864360">
                <a:moveTo>
                  <a:pt x="4833569" y="1863369"/>
                </a:moveTo>
                <a:lnTo>
                  <a:pt x="4832896" y="1855787"/>
                </a:lnTo>
                <a:lnTo>
                  <a:pt x="4839944" y="1855152"/>
                </a:lnTo>
                <a:lnTo>
                  <a:pt x="4863354" y="1855165"/>
                </a:lnTo>
                <a:lnTo>
                  <a:pt x="4864176" y="1859457"/>
                </a:lnTo>
                <a:lnTo>
                  <a:pt x="4856340" y="1860753"/>
                </a:lnTo>
                <a:lnTo>
                  <a:pt x="4848542" y="1861845"/>
                </a:lnTo>
                <a:lnTo>
                  <a:pt x="4840668" y="1862747"/>
                </a:lnTo>
                <a:lnTo>
                  <a:pt x="4833569" y="1863369"/>
                </a:lnTo>
                <a:close/>
              </a:path>
              <a:path w="5121909" h="1864360">
                <a:moveTo>
                  <a:pt x="4808664" y="1864360"/>
                </a:moveTo>
                <a:lnTo>
                  <a:pt x="4779924" y="1864360"/>
                </a:lnTo>
                <a:lnTo>
                  <a:pt x="4779924" y="1856739"/>
                </a:lnTo>
                <a:lnTo>
                  <a:pt x="4808601" y="1856739"/>
                </a:lnTo>
                <a:lnTo>
                  <a:pt x="4810353" y="1856714"/>
                </a:lnTo>
                <a:lnTo>
                  <a:pt x="4810455" y="1864334"/>
                </a:lnTo>
                <a:lnTo>
                  <a:pt x="4808664" y="1864360"/>
                </a:lnTo>
                <a:close/>
              </a:path>
              <a:path w="5121909" h="1864360">
                <a:moveTo>
                  <a:pt x="4757064" y="1864360"/>
                </a:moveTo>
                <a:lnTo>
                  <a:pt x="4726584" y="1864360"/>
                </a:lnTo>
                <a:lnTo>
                  <a:pt x="4726584" y="1856739"/>
                </a:lnTo>
                <a:lnTo>
                  <a:pt x="4757064" y="1856739"/>
                </a:lnTo>
                <a:lnTo>
                  <a:pt x="4757064" y="1864360"/>
                </a:lnTo>
                <a:close/>
              </a:path>
              <a:path w="5121909" h="1864360">
                <a:moveTo>
                  <a:pt x="4703724" y="1864360"/>
                </a:moveTo>
                <a:lnTo>
                  <a:pt x="4673244" y="1864360"/>
                </a:lnTo>
                <a:lnTo>
                  <a:pt x="4673244" y="1856739"/>
                </a:lnTo>
                <a:lnTo>
                  <a:pt x="4703724" y="1856739"/>
                </a:lnTo>
                <a:lnTo>
                  <a:pt x="4703724" y="1864360"/>
                </a:lnTo>
                <a:close/>
              </a:path>
              <a:path w="5121909" h="1864360">
                <a:moveTo>
                  <a:pt x="4650384" y="1864360"/>
                </a:moveTo>
                <a:lnTo>
                  <a:pt x="4619904" y="1864360"/>
                </a:lnTo>
                <a:lnTo>
                  <a:pt x="4619904" y="1856739"/>
                </a:lnTo>
                <a:lnTo>
                  <a:pt x="4650384" y="1856739"/>
                </a:lnTo>
                <a:lnTo>
                  <a:pt x="4650384" y="1864360"/>
                </a:lnTo>
                <a:close/>
              </a:path>
              <a:path w="5121909" h="1864360">
                <a:moveTo>
                  <a:pt x="4597044" y="1864360"/>
                </a:moveTo>
                <a:lnTo>
                  <a:pt x="4566564" y="1864360"/>
                </a:lnTo>
                <a:lnTo>
                  <a:pt x="4566564" y="1856739"/>
                </a:lnTo>
                <a:lnTo>
                  <a:pt x="4597044" y="1856739"/>
                </a:lnTo>
                <a:lnTo>
                  <a:pt x="4597044" y="1864360"/>
                </a:lnTo>
                <a:close/>
              </a:path>
              <a:path w="5121909" h="1864360">
                <a:moveTo>
                  <a:pt x="4543704" y="1864360"/>
                </a:moveTo>
                <a:lnTo>
                  <a:pt x="4513224" y="1864360"/>
                </a:lnTo>
                <a:lnTo>
                  <a:pt x="4513224" y="1856739"/>
                </a:lnTo>
                <a:lnTo>
                  <a:pt x="4543704" y="1856739"/>
                </a:lnTo>
                <a:lnTo>
                  <a:pt x="4543704" y="1864360"/>
                </a:lnTo>
                <a:close/>
              </a:path>
              <a:path w="5121909" h="1864360">
                <a:moveTo>
                  <a:pt x="4490364" y="1864360"/>
                </a:moveTo>
                <a:lnTo>
                  <a:pt x="4459884" y="1864360"/>
                </a:lnTo>
                <a:lnTo>
                  <a:pt x="4459884" y="1856739"/>
                </a:lnTo>
                <a:lnTo>
                  <a:pt x="4490364" y="1856739"/>
                </a:lnTo>
                <a:lnTo>
                  <a:pt x="4490364" y="1864360"/>
                </a:lnTo>
                <a:close/>
              </a:path>
              <a:path w="5121909" h="1864360">
                <a:moveTo>
                  <a:pt x="4437024" y="1864360"/>
                </a:moveTo>
                <a:lnTo>
                  <a:pt x="4406544" y="1864360"/>
                </a:lnTo>
                <a:lnTo>
                  <a:pt x="4406544" y="1856739"/>
                </a:lnTo>
                <a:lnTo>
                  <a:pt x="4437024" y="1856739"/>
                </a:lnTo>
                <a:lnTo>
                  <a:pt x="4437024" y="1864360"/>
                </a:lnTo>
                <a:close/>
              </a:path>
              <a:path w="5121909" h="1864360">
                <a:moveTo>
                  <a:pt x="4383684" y="1864360"/>
                </a:moveTo>
                <a:lnTo>
                  <a:pt x="4353204" y="1864360"/>
                </a:lnTo>
                <a:lnTo>
                  <a:pt x="4353204" y="1856739"/>
                </a:lnTo>
                <a:lnTo>
                  <a:pt x="4383684" y="1856739"/>
                </a:lnTo>
                <a:lnTo>
                  <a:pt x="4383684" y="1864360"/>
                </a:lnTo>
                <a:close/>
              </a:path>
              <a:path w="5121909" h="1864360">
                <a:moveTo>
                  <a:pt x="4330344" y="1864360"/>
                </a:moveTo>
                <a:lnTo>
                  <a:pt x="4299864" y="1864360"/>
                </a:lnTo>
                <a:lnTo>
                  <a:pt x="4299864" y="1856739"/>
                </a:lnTo>
                <a:lnTo>
                  <a:pt x="4330344" y="1856739"/>
                </a:lnTo>
                <a:lnTo>
                  <a:pt x="4330344" y="1864360"/>
                </a:lnTo>
                <a:close/>
              </a:path>
              <a:path w="5121909" h="1864360">
                <a:moveTo>
                  <a:pt x="4277004" y="1864360"/>
                </a:moveTo>
                <a:lnTo>
                  <a:pt x="4246524" y="1864360"/>
                </a:lnTo>
                <a:lnTo>
                  <a:pt x="4246524" y="1856739"/>
                </a:lnTo>
                <a:lnTo>
                  <a:pt x="4277004" y="1856739"/>
                </a:lnTo>
                <a:lnTo>
                  <a:pt x="4277004" y="1864360"/>
                </a:lnTo>
                <a:close/>
              </a:path>
              <a:path w="5121909" h="1864360">
                <a:moveTo>
                  <a:pt x="4223664" y="1864360"/>
                </a:moveTo>
                <a:lnTo>
                  <a:pt x="4193184" y="1864360"/>
                </a:lnTo>
                <a:lnTo>
                  <a:pt x="4193184" y="1856739"/>
                </a:lnTo>
                <a:lnTo>
                  <a:pt x="4223664" y="1856739"/>
                </a:lnTo>
                <a:lnTo>
                  <a:pt x="4223664" y="1864360"/>
                </a:lnTo>
                <a:close/>
              </a:path>
              <a:path w="5121909" h="1864360">
                <a:moveTo>
                  <a:pt x="4170324" y="1864360"/>
                </a:moveTo>
                <a:lnTo>
                  <a:pt x="4139844" y="1864360"/>
                </a:lnTo>
                <a:lnTo>
                  <a:pt x="4139844" y="1856739"/>
                </a:lnTo>
                <a:lnTo>
                  <a:pt x="4170324" y="1856739"/>
                </a:lnTo>
                <a:lnTo>
                  <a:pt x="4170324" y="1864360"/>
                </a:lnTo>
                <a:close/>
              </a:path>
              <a:path w="5121909" h="1864360">
                <a:moveTo>
                  <a:pt x="4116984" y="1864360"/>
                </a:moveTo>
                <a:lnTo>
                  <a:pt x="4086504" y="1864360"/>
                </a:lnTo>
                <a:lnTo>
                  <a:pt x="4086504" y="1856739"/>
                </a:lnTo>
                <a:lnTo>
                  <a:pt x="4116984" y="1856739"/>
                </a:lnTo>
                <a:lnTo>
                  <a:pt x="4116984" y="1864360"/>
                </a:lnTo>
                <a:close/>
              </a:path>
              <a:path w="5121909" h="1864360">
                <a:moveTo>
                  <a:pt x="4063644" y="1864360"/>
                </a:moveTo>
                <a:lnTo>
                  <a:pt x="4033164" y="1864360"/>
                </a:lnTo>
                <a:lnTo>
                  <a:pt x="4033164" y="1856739"/>
                </a:lnTo>
                <a:lnTo>
                  <a:pt x="4063644" y="1856739"/>
                </a:lnTo>
                <a:lnTo>
                  <a:pt x="4063644" y="1864360"/>
                </a:lnTo>
                <a:close/>
              </a:path>
              <a:path w="5121909" h="1864360">
                <a:moveTo>
                  <a:pt x="4010304" y="1864360"/>
                </a:moveTo>
                <a:lnTo>
                  <a:pt x="3979824" y="1864360"/>
                </a:lnTo>
                <a:lnTo>
                  <a:pt x="3979824" y="1856739"/>
                </a:lnTo>
                <a:lnTo>
                  <a:pt x="4010304" y="1856739"/>
                </a:lnTo>
                <a:lnTo>
                  <a:pt x="4010304" y="1864360"/>
                </a:lnTo>
                <a:close/>
              </a:path>
              <a:path w="5121909" h="1864360">
                <a:moveTo>
                  <a:pt x="3956964" y="1864360"/>
                </a:moveTo>
                <a:lnTo>
                  <a:pt x="3926484" y="1864360"/>
                </a:lnTo>
                <a:lnTo>
                  <a:pt x="3926484" y="1856739"/>
                </a:lnTo>
                <a:lnTo>
                  <a:pt x="3956964" y="1856739"/>
                </a:lnTo>
                <a:lnTo>
                  <a:pt x="3956964" y="1864360"/>
                </a:lnTo>
                <a:close/>
              </a:path>
              <a:path w="5121909" h="1864360">
                <a:moveTo>
                  <a:pt x="3903624" y="1864360"/>
                </a:moveTo>
                <a:lnTo>
                  <a:pt x="3873144" y="1864360"/>
                </a:lnTo>
                <a:lnTo>
                  <a:pt x="3873144" y="1856739"/>
                </a:lnTo>
                <a:lnTo>
                  <a:pt x="3903624" y="1856739"/>
                </a:lnTo>
                <a:lnTo>
                  <a:pt x="3903624" y="1864360"/>
                </a:lnTo>
                <a:close/>
              </a:path>
              <a:path w="5121909" h="1864360">
                <a:moveTo>
                  <a:pt x="3850284" y="1864360"/>
                </a:moveTo>
                <a:lnTo>
                  <a:pt x="3819804" y="1864360"/>
                </a:lnTo>
                <a:lnTo>
                  <a:pt x="3819804" y="1856739"/>
                </a:lnTo>
                <a:lnTo>
                  <a:pt x="3850284" y="1856739"/>
                </a:lnTo>
                <a:lnTo>
                  <a:pt x="3850284" y="1864360"/>
                </a:lnTo>
                <a:close/>
              </a:path>
              <a:path w="5121909" h="1864360">
                <a:moveTo>
                  <a:pt x="3796944" y="1864360"/>
                </a:moveTo>
                <a:lnTo>
                  <a:pt x="3766464" y="1864360"/>
                </a:lnTo>
                <a:lnTo>
                  <a:pt x="3766464" y="1856739"/>
                </a:lnTo>
                <a:lnTo>
                  <a:pt x="3796944" y="1856739"/>
                </a:lnTo>
                <a:lnTo>
                  <a:pt x="3796944" y="1864360"/>
                </a:lnTo>
                <a:close/>
              </a:path>
              <a:path w="5121909" h="1864360">
                <a:moveTo>
                  <a:pt x="3743604" y="1864360"/>
                </a:moveTo>
                <a:lnTo>
                  <a:pt x="3713124" y="1864360"/>
                </a:lnTo>
                <a:lnTo>
                  <a:pt x="3713124" y="1856739"/>
                </a:lnTo>
                <a:lnTo>
                  <a:pt x="3743604" y="1856739"/>
                </a:lnTo>
                <a:lnTo>
                  <a:pt x="3743604" y="1864360"/>
                </a:lnTo>
                <a:close/>
              </a:path>
              <a:path w="5121909" h="1864360">
                <a:moveTo>
                  <a:pt x="3690264" y="1864360"/>
                </a:moveTo>
                <a:lnTo>
                  <a:pt x="3659784" y="1864360"/>
                </a:lnTo>
                <a:lnTo>
                  <a:pt x="3659784" y="1856739"/>
                </a:lnTo>
                <a:lnTo>
                  <a:pt x="3690264" y="1856739"/>
                </a:lnTo>
                <a:lnTo>
                  <a:pt x="3690264" y="1864360"/>
                </a:lnTo>
                <a:close/>
              </a:path>
              <a:path w="5121909" h="1864360">
                <a:moveTo>
                  <a:pt x="3636924" y="1864360"/>
                </a:moveTo>
                <a:lnTo>
                  <a:pt x="3606444" y="1864360"/>
                </a:lnTo>
                <a:lnTo>
                  <a:pt x="3606444" y="1856739"/>
                </a:lnTo>
                <a:lnTo>
                  <a:pt x="3636924" y="1856739"/>
                </a:lnTo>
                <a:lnTo>
                  <a:pt x="3636924" y="1864360"/>
                </a:lnTo>
                <a:close/>
              </a:path>
              <a:path w="5121909" h="1864360">
                <a:moveTo>
                  <a:pt x="3583584" y="1864360"/>
                </a:moveTo>
                <a:lnTo>
                  <a:pt x="3553104" y="1864360"/>
                </a:lnTo>
                <a:lnTo>
                  <a:pt x="3553104" y="1856739"/>
                </a:lnTo>
                <a:lnTo>
                  <a:pt x="3583584" y="1856739"/>
                </a:lnTo>
                <a:lnTo>
                  <a:pt x="3583584" y="1864360"/>
                </a:lnTo>
                <a:close/>
              </a:path>
              <a:path w="5121909" h="1864360">
                <a:moveTo>
                  <a:pt x="3530244" y="1864360"/>
                </a:moveTo>
                <a:lnTo>
                  <a:pt x="3499764" y="1864360"/>
                </a:lnTo>
                <a:lnTo>
                  <a:pt x="3499764" y="1856739"/>
                </a:lnTo>
                <a:lnTo>
                  <a:pt x="3530244" y="1856739"/>
                </a:lnTo>
                <a:lnTo>
                  <a:pt x="3530244" y="1864360"/>
                </a:lnTo>
                <a:close/>
              </a:path>
              <a:path w="5121909" h="1864360">
                <a:moveTo>
                  <a:pt x="3476904" y="1864360"/>
                </a:moveTo>
                <a:lnTo>
                  <a:pt x="3446424" y="1864360"/>
                </a:lnTo>
                <a:lnTo>
                  <a:pt x="3446424" y="1856739"/>
                </a:lnTo>
                <a:lnTo>
                  <a:pt x="3476904" y="1856739"/>
                </a:lnTo>
                <a:lnTo>
                  <a:pt x="3476904" y="1864360"/>
                </a:lnTo>
                <a:close/>
              </a:path>
              <a:path w="5121909" h="1864360">
                <a:moveTo>
                  <a:pt x="3423564" y="1864360"/>
                </a:moveTo>
                <a:lnTo>
                  <a:pt x="3393084" y="1864360"/>
                </a:lnTo>
                <a:lnTo>
                  <a:pt x="3393084" y="1856739"/>
                </a:lnTo>
                <a:lnTo>
                  <a:pt x="3423564" y="1856739"/>
                </a:lnTo>
                <a:lnTo>
                  <a:pt x="3423564" y="1864360"/>
                </a:lnTo>
                <a:close/>
              </a:path>
              <a:path w="5121909" h="1864360">
                <a:moveTo>
                  <a:pt x="3370224" y="1864360"/>
                </a:moveTo>
                <a:lnTo>
                  <a:pt x="3339744" y="1864360"/>
                </a:lnTo>
                <a:lnTo>
                  <a:pt x="3339744" y="1856739"/>
                </a:lnTo>
                <a:lnTo>
                  <a:pt x="3370224" y="1856739"/>
                </a:lnTo>
                <a:lnTo>
                  <a:pt x="3370224" y="1864360"/>
                </a:lnTo>
                <a:close/>
              </a:path>
              <a:path w="5121909" h="1864360">
                <a:moveTo>
                  <a:pt x="3316884" y="1864360"/>
                </a:moveTo>
                <a:lnTo>
                  <a:pt x="3286404" y="1864360"/>
                </a:lnTo>
                <a:lnTo>
                  <a:pt x="3286404" y="1856739"/>
                </a:lnTo>
                <a:lnTo>
                  <a:pt x="3316884" y="1856739"/>
                </a:lnTo>
                <a:lnTo>
                  <a:pt x="3316884" y="1864360"/>
                </a:lnTo>
                <a:close/>
              </a:path>
              <a:path w="5121909" h="1864360">
                <a:moveTo>
                  <a:pt x="3263544" y="1864360"/>
                </a:moveTo>
                <a:lnTo>
                  <a:pt x="3233064" y="1864360"/>
                </a:lnTo>
                <a:lnTo>
                  <a:pt x="3233064" y="1856739"/>
                </a:lnTo>
                <a:lnTo>
                  <a:pt x="3263544" y="1856739"/>
                </a:lnTo>
                <a:lnTo>
                  <a:pt x="3263544" y="1864360"/>
                </a:lnTo>
                <a:close/>
              </a:path>
              <a:path w="5121909" h="1864360">
                <a:moveTo>
                  <a:pt x="3210204" y="1864360"/>
                </a:moveTo>
                <a:lnTo>
                  <a:pt x="3179724" y="1864360"/>
                </a:lnTo>
                <a:lnTo>
                  <a:pt x="3179724" y="1856739"/>
                </a:lnTo>
                <a:lnTo>
                  <a:pt x="3210204" y="1856739"/>
                </a:lnTo>
                <a:lnTo>
                  <a:pt x="3210204" y="1864360"/>
                </a:lnTo>
                <a:close/>
              </a:path>
              <a:path w="5121909" h="1864360">
                <a:moveTo>
                  <a:pt x="3156864" y="1864360"/>
                </a:moveTo>
                <a:lnTo>
                  <a:pt x="3126384" y="1864360"/>
                </a:lnTo>
                <a:lnTo>
                  <a:pt x="3126384" y="1856739"/>
                </a:lnTo>
                <a:lnTo>
                  <a:pt x="3156864" y="1856739"/>
                </a:lnTo>
                <a:lnTo>
                  <a:pt x="3156864" y="1864360"/>
                </a:lnTo>
                <a:close/>
              </a:path>
              <a:path w="5121909" h="1864360">
                <a:moveTo>
                  <a:pt x="3103524" y="1864360"/>
                </a:moveTo>
                <a:lnTo>
                  <a:pt x="3073044" y="1864360"/>
                </a:lnTo>
                <a:lnTo>
                  <a:pt x="3073044" y="1856739"/>
                </a:lnTo>
                <a:lnTo>
                  <a:pt x="3103524" y="1856739"/>
                </a:lnTo>
                <a:lnTo>
                  <a:pt x="3103524" y="1864360"/>
                </a:lnTo>
                <a:close/>
              </a:path>
              <a:path w="5121909" h="1864360">
                <a:moveTo>
                  <a:pt x="3050184" y="1864360"/>
                </a:moveTo>
                <a:lnTo>
                  <a:pt x="3019704" y="1864360"/>
                </a:lnTo>
                <a:lnTo>
                  <a:pt x="3019704" y="1856739"/>
                </a:lnTo>
                <a:lnTo>
                  <a:pt x="3050184" y="1856739"/>
                </a:lnTo>
                <a:lnTo>
                  <a:pt x="3050184" y="1864360"/>
                </a:lnTo>
                <a:close/>
              </a:path>
              <a:path w="5121909" h="1864360">
                <a:moveTo>
                  <a:pt x="2996844" y="1864360"/>
                </a:moveTo>
                <a:lnTo>
                  <a:pt x="2966364" y="1864360"/>
                </a:lnTo>
                <a:lnTo>
                  <a:pt x="2966364" y="1856739"/>
                </a:lnTo>
                <a:lnTo>
                  <a:pt x="2996844" y="1856739"/>
                </a:lnTo>
                <a:lnTo>
                  <a:pt x="2996844" y="1864360"/>
                </a:lnTo>
                <a:close/>
              </a:path>
              <a:path w="5121909" h="1864360">
                <a:moveTo>
                  <a:pt x="2943504" y="1864360"/>
                </a:moveTo>
                <a:lnTo>
                  <a:pt x="2913024" y="1864360"/>
                </a:lnTo>
                <a:lnTo>
                  <a:pt x="2913024" y="1856739"/>
                </a:lnTo>
                <a:lnTo>
                  <a:pt x="2943504" y="1856739"/>
                </a:lnTo>
                <a:lnTo>
                  <a:pt x="2943504" y="1864360"/>
                </a:lnTo>
                <a:close/>
              </a:path>
              <a:path w="5121909" h="1864360">
                <a:moveTo>
                  <a:pt x="2890164" y="1864360"/>
                </a:moveTo>
                <a:lnTo>
                  <a:pt x="2859684" y="1864360"/>
                </a:lnTo>
                <a:lnTo>
                  <a:pt x="2859684" y="1856739"/>
                </a:lnTo>
                <a:lnTo>
                  <a:pt x="2890164" y="1856739"/>
                </a:lnTo>
                <a:lnTo>
                  <a:pt x="2890164" y="1864360"/>
                </a:lnTo>
                <a:close/>
              </a:path>
              <a:path w="5121909" h="1864360">
                <a:moveTo>
                  <a:pt x="2836824" y="1864360"/>
                </a:moveTo>
                <a:lnTo>
                  <a:pt x="2806344" y="1864360"/>
                </a:lnTo>
                <a:lnTo>
                  <a:pt x="2806344" y="1856739"/>
                </a:lnTo>
                <a:lnTo>
                  <a:pt x="2836824" y="1856739"/>
                </a:lnTo>
                <a:lnTo>
                  <a:pt x="2836824" y="1864360"/>
                </a:lnTo>
                <a:close/>
              </a:path>
              <a:path w="5121909" h="1864360">
                <a:moveTo>
                  <a:pt x="2783484" y="1864360"/>
                </a:moveTo>
                <a:lnTo>
                  <a:pt x="2753004" y="1864360"/>
                </a:lnTo>
                <a:lnTo>
                  <a:pt x="2753004" y="1856739"/>
                </a:lnTo>
                <a:lnTo>
                  <a:pt x="2783484" y="1856739"/>
                </a:lnTo>
                <a:lnTo>
                  <a:pt x="2783484" y="1864360"/>
                </a:lnTo>
                <a:close/>
              </a:path>
              <a:path w="5121909" h="1864360">
                <a:moveTo>
                  <a:pt x="2730144" y="1864360"/>
                </a:moveTo>
                <a:lnTo>
                  <a:pt x="2699664" y="1864360"/>
                </a:lnTo>
                <a:lnTo>
                  <a:pt x="2699664" y="1856739"/>
                </a:lnTo>
                <a:lnTo>
                  <a:pt x="2730144" y="1856739"/>
                </a:lnTo>
                <a:lnTo>
                  <a:pt x="2730144" y="1864360"/>
                </a:lnTo>
                <a:close/>
              </a:path>
              <a:path w="5121909" h="1864360">
                <a:moveTo>
                  <a:pt x="2676804" y="1864360"/>
                </a:moveTo>
                <a:lnTo>
                  <a:pt x="2646324" y="1864360"/>
                </a:lnTo>
                <a:lnTo>
                  <a:pt x="2646324" y="1856739"/>
                </a:lnTo>
                <a:lnTo>
                  <a:pt x="2676804" y="1856739"/>
                </a:lnTo>
                <a:lnTo>
                  <a:pt x="2676804" y="1864360"/>
                </a:lnTo>
                <a:close/>
              </a:path>
              <a:path w="5121909" h="1864360">
                <a:moveTo>
                  <a:pt x="2623464" y="1864360"/>
                </a:moveTo>
                <a:lnTo>
                  <a:pt x="2592984" y="1864360"/>
                </a:lnTo>
                <a:lnTo>
                  <a:pt x="2592984" y="1856739"/>
                </a:lnTo>
                <a:lnTo>
                  <a:pt x="2623464" y="1856739"/>
                </a:lnTo>
                <a:lnTo>
                  <a:pt x="2623464" y="1864360"/>
                </a:lnTo>
                <a:close/>
              </a:path>
              <a:path w="5121909" h="1864360">
                <a:moveTo>
                  <a:pt x="2570124" y="1864360"/>
                </a:moveTo>
                <a:lnTo>
                  <a:pt x="2539644" y="1864360"/>
                </a:lnTo>
                <a:lnTo>
                  <a:pt x="2539644" y="1856739"/>
                </a:lnTo>
                <a:lnTo>
                  <a:pt x="2570124" y="1856739"/>
                </a:lnTo>
                <a:lnTo>
                  <a:pt x="2570124" y="1864360"/>
                </a:lnTo>
                <a:close/>
              </a:path>
              <a:path w="5121909" h="1864360">
                <a:moveTo>
                  <a:pt x="2516784" y="1864360"/>
                </a:moveTo>
                <a:lnTo>
                  <a:pt x="2486304" y="1864360"/>
                </a:lnTo>
                <a:lnTo>
                  <a:pt x="2486304" y="1856739"/>
                </a:lnTo>
                <a:lnTo>
                  <a:pt x="2516784" y="1856739"/>
                </a:lnTo>
                <a:lnTo>
                  <a:pt x="2516784" y="1864360"/>
                </a:lnTo>
                <a:close/>
              </a:path>
              <a:path w="5121909" h="1864360">
                <a:moveTo>
                  <a:pt x="2463444" y="1864360"/>
                </a:moveTo>
                <a:lnTo>
                  <a:pt x="2432964" y="1864360"/>
                </a:lnTo>
                <a:lnTo>
                  <a:pt x="2432964" y="1856739"/>
                </a:lnTo>
                <a:lnTo>
                  <a:pt x="2463444" y="1856739"/>
                </a:lnTo>
                <a:lnTo>
                  <a:pt x="2463444" y="1864360"/>
                </a:lnTo>
                <a:close/>
              </a:path>
              <a:path w="5121909" h="1864360">
                <a:moveTo>
                  <a:pt x="2410104" y="1864360"/>
                </a:moveTo>
                <a:lnTo>
                  <a:pt x="2379624" y="1864360"/>
                </a:lnTo>
                <a:lnTo>
                  <a:pt x="2379624" y="1856739"/>
                </a:lnTo>
                <a:lnTo>
                  <a:pt x="2410104" y="1856739"/>
                </a:lnTo>
                <a:lnTo>
                  <a:pt x="2410104" y="1864360"/>
                </a:lnTo>
                <a:close/>
              </a:path>
              <a:path w="5121909" h="1864360">
                <a:moveTo>
                  <a:pt x="2356764" y="1864360"/>
                </a:moveTo>
                <a:lnTo>
                  <a:pt x="2326284" y="1864360"/>
                </a:lnTo>
                <a:lnTo>
                  <a:pt x="2326284" y="1856739"/>
                </a:lnTo>
                <a:lnTo>
                  <a:pt x="2356764" y="1856739"/>
                </a:lnTo>
                <a:lnTo>
                  <a:pt x="2356764" y="1864360"/>
                </a:lnTo>
                <a:close/>
              </a:path>
              <a:path w="5121909" h="1864360">
                <a:moveTo>
                  <a:pt x="2303424" y="1864360"/>
                </a:moveTo>
                <a:lnTo>
                  <a:pt x="2272944" y="1864360"/>
                </a:lnTo>
                <a:lnTo>
                  <a:pt x="2272944" y="1856739"/>
                </a:lnTo>
                <a:lnTo>
                  <a:pt x="2303424" y="1856739"/>
                </a:lnTo>
                <a:lnTo>
                  <a:pt x="2303424" y="1864360"/>
                </a:lnTo>
                <a:close/>
              </a:path>
              <a:path w="5121909" h="1864360">
                <a:moveTo>
                  <a:pt x="2250084" y="1864360"/>
                </a:moveTo>
                <a:lnTo>
                  <a:pt x="2219604" y="1864360"/>
                </a:lnTo>
                <a:lnTo>
                  <a:pt x="2219604" y="1856739"/>
                </a:lnTo>
                <a:lnTo>
                  <a:pt x="2250084" y="1856739"/>
                </a:lnTo>
                <a:lnTo>
                  <a:pt x="2250084" y="1864360"/>
                </a:lnTo>
                <a:close/>
              </a:path>
              <a:path w="5121909" h="1864360">
                <a:moveTo>
                  <a:pt x="2196744" y="1864360"/>
                </a:moveTo>
                <a:lnTo>
                  <a:pt x="2166264" y="1864360"/>
                </a:lnTo>
                <a:lnTo>
                  <a:pt x="2166264" y="1856739"/>
                </a:lnTo>
                <a:lnTo>
                  <a:pt x="2196744" y="1856739"/>
                </a:lnTo>
                <a:lnTo>
                  <a:pt x="2196744" y="1864360"/>
                </a:lnTo>
                <a:close/>
              </a:path>
              <a:path w="5121909" h="1864360">
                <a:moveTo>
                  <a:pt x="2143404" y="1864360"/>
                </a:moveTo>
                <a:lnTo>
                  <a:pt x="2112924" y="1864360"/>
                </a:lnTo>
                <a:lnTo>
                  <a:pt x="2112924" y="1856739"/>
                </a:lnTo>
                <a:lnTo>
                  <a:pt x="2143404" y="1856739"/>
                </a:lnTo>
                <a:lnTo>
                  <a:pt x="2143404" y="1864360"/>
                </a:lnTo>
                <a:close/>
              </a:path>
              <a:path w="5121909" h="1864360">
                <a:moveTo>
                  <a:pt x="2090064" y="1864360"/>
                </a:moveTo>
                <a:lnTo>
                  <a:pt x="2059584" y="1864360"/>
                </a:lnTo>
                <a:lnTo>
                  <a:pt x="2059584" y="1856739"/>
                </a:lnTo>
                <a:lnTo>
                  <a:pt x="2090064" y="1856739"/>
                </a:lnTo>
                <a:lnTo>
                  <a:pt x="2090064" y="1864360"/>
                </a:lnTo>
                <a:close/>
              </a:path>
              <a:path w="5121909" h="1864360">
                <a:moveTo>
                  <a:pt x="2036724" y="1864360"/>
                </a:moveTo>
                <a:lnTo>
                  <a:pt x="2006244" y="1864360"/>
                </a:lnTo>
                <a:lnTo>
                  <a:pt x="2006244" y="1856739"/>
                </a:lnTo>
                <a:lnTo>
                  <a:pt x="2036724" y="1856739"/>
                </a:lnTo>
                <a:lnTo>
                  <a:pt x="2036724" y="1864360"/>
                </a:lnTo>
                <a:close/>
              </a:path>
              <a:path w="5121909" h="1864360">
                <a:moveTo>
                  <a:pt x="1983384" y="1864360"/>
                </a:moveTo>
                <a:lnTo>
                  <a:pt x="1952904" y="1864360"/>
                </a:lnTo>
                <a:lnTo>
                  <a:pt x="1952904" y="1856739"/>
                </a:lnTo>
                <a:lnTo>
                  <a:pt x="1983384" y="1856739"/>
                </a:lnTo>
                <a:lnTo>
                  <a:pt x="1983384" y="1864360"/>
                </a:lnTo>
                <a:close/>
              </a:path>
              <a:path w="5121909" h="1864360">
                <a:moveTo>
                  <a:pt x="1930044" y="1864360"/>
                </a:moveTo>
                <a:lnTo>
                  <a:pt x="1899564" y="1864360"/>
                </a:lnTo>
                <a:lnTo>
                  <a:pt x="1899564" y="1856739"/>
                </a:lnTo>
                <a:lnTo>
                  <a:pt x="1930044" y="1856739"/>
                </a:lnTo>
                <a:lnTo>
                  <a:pt x="1930044" y="1864360"/>
                </a:lnTo>
                <a:close/>
              </a:path>
              <a:path w="5121909" h="1864360">
                <a:moveTo>
                  <a:pt x="1876704" y="1864360"/>
                </a:moveTo>
                <a:lnTo>
                  <a:pt x="1846224" y="1864360"/>
                </a:lnTo>
                <a:lnTo>
                  <a:pt x="1846224" y="1856739"/>
                </a:lnTo>
                <a:lnTo>
                  <a:pt x="1876704" y="1856739"/>
                </a:lnTo>
                <a:lnTo>
                  <a:pt x="1876704" y="1864360"/>
                </a:lnTo>
                <a:close/>
              </a:path>
              <a:path w="5121909" h="1864360">
                <a:moveTo>
                  <a:pt x="1823364" y="1864360"/>
                </a:moveTo>
                <a:lnTo>
                  <a:pt x="1792884" y="1864360"/>
                </a:lnTo>
                <a:lnTo>
                  <a:pt x="1792884" y="1856739"/>
                </a:lnTo>
                <a:lnTo>
                  <a:pt x="1823364" y="1856739"/>
                </a:lnTo>
                <a:lnTo>
                  <a:pt x="1823364" y="1864360"/>
                </a:lnTo>
                <a:close/>
              </a:path>
              <a:path w="5121909" h="1864360">
                <a:moveTo>
                  <a:pt x="1770024" y="1864360"/>
                </a:moveTo>
                <a:lnTo>
                  <a:pt x="1739544" y="1864360"/>
                </a:lnTo>
                <a:lnTo>
                  <a:pt x="1739544" y="1856739"/>
                </a:lnTo>
                <a:lnTo>
                  <a:pt x="1770024" y="1856739"/>
                </a:lnTo>
                <a:lnTo>
                  <a:pt x="1770024" y="1864360"/>
                </a:lnTo>
                <a:close/>
              </a:path>
              <a:path w="5121909" h="1864360">
                <a:moveTo>
                  <a:pt x="1716684" y="1864360"/>
                </a:moveTo>
                <a:lnTo>
                  <a:pt x="1686204" y="1864360"/>
                </a:lnTo>
                <a:lnTo>
                  <a:pt x="1686204" y="1856739"/>
                </a:lnTo>
                <a:lnTo>
                  <a:pt x="1716684" y="1856739"/>
                </a:lnTo>
                <a:lnTo>
                  <a:pt x="1716684" y="1864360"/>
                </a:lnTo>
                <a:close/>
              </a:path>
              <a:path w="5121909" h="1864360">
                <a:moveTo>
                  <a:pt x="1663344" y="1864360"/>
                </a:moveTo>
                <a:lnTo>
                  <a:pt x="1632864" y="1864360"/>
                </a:lnTo>
                <a:lnTo>
                  <a:pt x="1632864" y="1856739"/>
                </a:lnTo>
                <a:lnTo>
                  <a:pt x="1663344" y="1856739"/>
                </a:lnTo>
                <a:lnTo>
                  <a:pt x="1663344" y="1864360"/>
                </a:lnTo>
                <a:close/>
              </a:path>
              <a:path w="5121909" h="1864360">
                <a:moveTo>
                  <a:pt x="1610004" y="1864360"/>
                </a:moveTo>
                <a:lnTo>
                  <a:pt x="1579524" y="1864360"/>
                </a:lnTo>
                <a:lnTo>
                  <a:pt x="1579524" y="1856739"/>
                </a:lnTo>
                <a:lnTo>
                  <a:pt x="1610004" y="1856739"/>
                </a:lnTo>
                <a:lnTo>
                  <a:pt x="1610004" y="1864360"/>
                </a:lnTo>
                <a:close/>
              </a:path>
              <a:path w="5121909" h="1864360">
                <a:moveTo>
                  <a:pt x="1556664" y="1864360"/>
                </a:moveTo>
                <a:lnTo>
                  <a:pt x="1526184" y="1864360"/>
                </a:lnTo>
                <a:lnTo>
                  <a:pt x="1526184" y="1856739"/>
                </a:lnTo>
                <a:lnTo>
                  <a:pt x="1556664" y="1856739"/>
                </a:lnTo>
                <a:lnTo>
                  <a:pt x="1556664" y="1864360"/>
                </a:lnTo>
                <a:close/>
              </a:path>
              <a:path w="5121909" h="1864360">
                <a:moveTo>
                  <a:pt x="1503324" y="1864360"/>
                </a:moveTo>
                <a:lnTo>
                  <a:pt x="1472844" y="1864360"/>
                </a:lnTo>
                <a:lnTo>
                  <a:pt x="1472844" y="1856739"/>
                </a:lnTo>
                <a:lnTo>
                  <a:pt x="1503324" y="1856739"/>
                </a:lnTo>
                <a:lnTo>
                  <a:pt x="1503324" y="1864360"/>
                </a:lnTo>
                <a:close/>
              </a:path>
              <a:path w="5121909" h="1864360">
                <a:moveTo>
                  <a:pt x="1449984" y="1864360"/>
                </a:moveTo>
                <a:lnTo>
                  <a:pt x="1419504" y="1864360"/>
                </a:lnTo>
                <a:lnTo>
                  <a:pt x="1419504" y="1856739"/>
                </a:lnTo>
                <a:lnTo>
                  <a:pt x="1449984" y="1856739"/>
                </a:lnTo>
                <a:lnTo>
                  <a:pt x="1449984" y="1864360"/>
                </a:lnTo>
                <a:close/>
              </a:path>
              <a:path w="5121909" h="1864360">
                <a:moveTo>
                  <a:pt x="1396644" y="1864360"/>
                </a:moveTo>
                <a:lnTo>
                  <a:pt x="1366164" y="1864360"/>
                </a:lnTo>
                <a:lnTo>
                  <a:pt x="1366164" y="1856739"/>
                </a:lnTo>
                <a:lnTo>
                  <a:pt x="1396644" y="1856739"/>
                </a:lnTo>
                <a:lnTo>
                  <a:pt x="1396644" y="1864360"/>
                </a:lnTo>
                <a:close/>
              </a:path>
              <a:path w="5121909" h="1864360">
                <a:moveTo>
                  <a:pt x="1343304" y="1864360"/>
                </a:moveTo>
                <a:lnTo>
                  <a:pt x="1312824" y="1864360"/>
                </a:lnTo>
                <a:lnTo>
                  <a:pt x="1312824" y="1856739"/>
                </a:lnTo>
                <a:lnTo>
                  <a:pt x="1343304" y="1856739"/>
                </a:lnTo>
                <a:lnTo>
                  <a:pt x="1343304" y="1864360"/>
                </a:lnTo>
                <a:close/>
              </a:path>
              <a:path w="5121909" h="1864360">
                <a:moveTo>
                  <a:pt x="1289964" y="1864360"/>
                </a:moveTo>
                <a:lnTo>
                  <a:pt x="1259484" y="1864360"/>
                </a:lnTo>
                <a:lnTo>
                  <a:pt x="1259484" y="1856739"/>
                </a:lnTo>
                <a:lnTo>
                  <a:pt x="1289964" y="1856739"/>
                </a:lnTo>
                <a:lnTo>
                  <a:pt x="1289964" y="1864360"/>
                </a:lnTo>
                <a:close/>
              </a:path>
              <a:path w="5121909" h="1864360">
                <a:moveTo>
                  <a:pt x="1236624" y="1864360"/>
                </a:moveTo>
                <a:lnTo>
                  <a:pt x="1206144" y="1864360"/>
                </a:lnTo>
                <a:lnTo>
                  <a:pt x="1206144" y="1856739"/>
                </a:lnTo>
                <a:lnTo>
                  <a:pt x="1236624" y="1856739"/>
                </a:lnTo>
                <a:lnTo>
                  <a:pt x="1236624" y="1864360"/>
                </a:lnTo>
                <a:close/>
              </a:path>
              <a:path w="5121909" h="1864360">
                <a:moveTo>
                  <a:pt x="1183284" y="1864360"/>
                </a:moveTo>
                <a:lnTo>
                  <a:pt x="1152804" y="1864360"/>
                </a:lnTo>
                <a:lnTo>
                  <a:pt x="1152804" y="1856739"/>
                </a:lnTo>
                <a:lnTo>
                  <a:pt x="1183284" y="1856739"/>
                </a:lnTo>
                <a:lnTo>
                  <a:pt x="1183284" y="1864360"/>
                </a:lnTo>
                <a:close/>
              </a:path>
              <a:path w="5121909" h="1864360">
                <a:moveTo>
                  <a:pt x="1129944" y="1864360"/>
                </a:moveTo>
                <a:lnTo>
                  <a:pt x="1099464" y="1864360"/>
                </a:lnTo>
                <a:lnTo>
                  <a:pt x="1099464" y="1856739"/>
                </a:lnTo>
                <a:lnTo>
                  <a:pt x="1129944" y="1856739"/>
                </a:lnTo>
                <a:lnTo>
                  <a:pt x="1129944" y="1864360"/>
                </a:lnTo>
                <a:close/>
              </a:path>
              <a:path w="5121909" h="1864360">
                <a:moveTo>
                  <a:pt x="1076604" y="1864360"/>
                </a:moveTo>
                <a:lnTo>
                  <a:pt x="1046124" y="1864360"/>
                </a:lnTo>
                <a:lnTo>
                  <a:pt x="1046124" y="1856739"/>
                </a:lnTo>
                <a:lnTo>
                  <a:pt x="1076604" y="1856739"/>
                </a:lnTo>
                <a:lnTo>
                  <a:pt x="1076604" y="1864360"/>
                </a:lnTo>
                <a:close/>
              </a:path>
              <a:path w="5121909" h="1864360">
                <a:moveTo>
                  <a:pt x="1023264" y="1864360"/>
                </a:moveTo>
                <a:lnTo>
                  <a:pt x="992784" y="1864360"/>
                </a:lnTo>
                <a:lnTo>
                  <a:pt x="992784" y="1856739"/>
                </a:lnTo>
                <a:lnTo>
                  <a:pt x="1023264" y="1856739"/>
                </a:lnTo>
                <a:lnTo>
                  <a:pt x="1023264" y="1864360"/>
                </a:lnTo>
                <a:close/>
              </a:path>
              <a:path w="5121909" h="1864360">
                <a:moveTo>
                  <a:pt x="969924" y="1864360"/>
                </a:moveTo>
                <a:lnTo>
                  <a:pt x="939444" y="1864360"/>
                </a:lnTo>
                <a:lnTo>
                  <a:pt x="939444" y="1856739"/>
                </a:lnTo>
                <a:lnTo>
                  <a:pt x="969924" y="1856739"/>
                </a:lnTo>
                <a:lnTo>
                  <a:pt x="969924" y="1864360"/>
                </a:lnTo>
                <a:close/>
              </a:path>
              <a:path w="5121909" h="1864360">
                <a:moveTo>
                  <a:pt x="916584" y="1864360"/>
                </a:moveTo>
                <a:lnTo>
                  <a:pt x="886104" y="1864360"/>
                </a:lnTo>
                <a:lnTo>
                  <a:pt x="886104" y="1856739"/>
                </a:lnTo>
                <a:lnTo>
                  <a:pt x="916584" y="1856739"/>
                </a:lnTo>
                <a:lnTo>
                  <a:pt x="916584" y="1864360"/>
                </a:lnTo>
                <a:close/>
              </a:path>
              <a:path w="5121909" h="1864360">
                <a:moveTo>
                  <a:pt x="863244" y="1864360"/>
                </a:moveTo>
                <a:lnTo>
                  <a:pt x="832764" y="1864360"/>
                </a:lnTo>
                <a:lnTo>
                  <a:pt x="832764" y="1856739"/>
                </a:lnTo>
                <a:lnTo>
                  <a:pt x="863244" y="1856739"/>
                </a:lnTo>
                <a:lnTo>
                  <a:pt x="863244" y="1864360"/>
                </a:lnTo>
                <a:close/>
              </a:path>
              <a:path w="5121909" h="1864360">
                <a:moveTo>
                  <a:pt x="809904" y="1864360"/>
                </a:moveTo>
                <a:lnTo>
                  <a:pt x="779424" y="1864360"/>
                </a:lnTo>
                <a:lnTo>
                  <a:pt x="779424" y="1856739"/>
                </a:lnTo>
                <a:lnTo>
                  <a:pt x="809904" y="1856739"/>
                </a:lnTo>
                <a:lnTo>
                  <a:pt x="809904" y="1864360"/>
                </a:lnTo>
                <a:close/>
              </a:path>
              <a:path w="5121909" h="1864360">
                <a:moveTo>
                  <a:pt x="756564" y="1864360"/>
                </a:moveTo>
                <a:lnTo>
                  <a:pt x="726084" y="1864360"/>
                </a:lnTo>
                <a:lnTo>
                  <a:pt x="726084" y="1856739"/>
                </a:lnTo>
                <a:lnTo>
                  <a:pt x="756564" y="1856739"/>
                </a:lnTo>
                <a:lnTo>
                  <a:pt x="756564" y="1864360"/>
                </a:lnTo>
                <a:close/>
              </a:path>
              <a:path w="5121909" h="1864360">
                <a:moveTo>
                  <a:pt x="703224" y="1864360"/>
                </a:moveTo>
                <a:lnTo>
                  <a:pt x="672744" y="1864360"/>
                </a:lnTo>
                <a:lnTo>
                  <a:pt x="672744" y="1856739"/>
                </a:lnTo>
                <a:lnTo>
                  <a:pt x="703224" y="1856739"/>
                </a:lnTo>
                <a:lnTo>
                  <a:pt x="703224" y="1864360"/>
                </a:lnTo>
                <a:close/>
              </a:path>
              <a:path w="5121909" h="1864360">
                <a:moveTo>
                  <a:pt x="649884" y="1864360"/>
                </a:moveTo>
                <a:lnTo>
                  <a:pt x="619404" y="1864360"/>
                </a:lnTo>
                <a:lnTo>
                  <a:pt x="619404" y="1856739"/>
                </a:lnTo>
                <a:lnTo>
                  <a:pt x="649884" y="1856739"/>
                </a:lnTo>
                <a:lnTo>
                  <a:pt x="649884" y="1864360"/>
                </a:lnTo>
                <a:close/>
              </a:path>
              <a:path w="5121909" h="1864360">
                <a:moveTo>
                  <a:pt x="596544" y="1864360"/>
                </a:moveTo>
                <a:lnTo>
                  <a:pt x="566064" y="1864360"/>
                </a:lnTo>
                <a:lnTo>
                  <a:pt x="566064" y="1856739"/>
                </a:lnTo>
                <a:lnTo>
                  <a:pt x="596544" y="1856739"/>
                </a:lnTo>
                <a:lnTo>
                  <a:pt x="596544" y="1864360"/>
                </a:lnTo>
                <a:close/>
              </a:path>
              <a:path w="5121909" h="1864360">
                <a:moveTo>
                  <a:pt x="543204" y="1864360"/>
                </a:moveTo>
                <a:lnTo>
                  <a:pt x="512724" y="1864360"/>
                </a:lnTo>
                <a:lnTo>
                  <a:pt x="512724" y="1856739"/>
                </a:lnTo>
                <a:lnTo>
                  <a:pt x="543204" y="1856739"/>
                </a:lnTo>
                <a:lnTo>
                  <a:pt x="543204" y="1864360"/>
                </a:lnTo>
                <a:close/>
              </a:path>
              <a:path w="5121909" h="1864360">
                <a:moveTo>
                  <a:pt x="489864" y="1864360"/>
                </a:moveTo>
                <a:lnTo>
                  <a:pt x="459384" y="1864360"/>
                </a:lnTo>
                <a:lnTo>
                  <a:pt x="459384" y="1856739"/>
                </a:lnTo>
                <a:lnTo>
                  <a:pt x="489864" y="1856739"/>
                </a:lnTo>
                <a:lnTo>
                  <a:pt x="489864" y="1864360"/>
                </a:lnTo>
                <a:close/>
              </a:path>
              <a:path w="5121909" h="1864360">
                <a:moveTo>
                  <a:pt x="436524" y="1864360"/>
                </a:moveTo>
                <a:lnTo>
                  <a:pt x="406044" y="1864360"/>
                </a:lnTo>
                <a:lnTo>
                  <a:pt x="406044" y="1856739"/>
                </a:lnTo>
                <a:lnTo>
                  <a:pt x="436524" y="1856739"/>
                </a:lnTo>
                <a:lnTo>
                  <a:pt x="436524" y="1864360"/>
                </a:lnTo>
                <a:close/>
              </a:path>
              <a:path w="5121909" h="1864360">
                <a:moveTo>
                  <a:pt x="383184" y="1864360"/>
                </a:moveTo>
                <a:lnTo>
                  <a:pt x="352704" y="1864360"/>
                </a:lnTo>
                <a:lnTo>
                  <a:pt x="352704" y="1856739"/>
                </a:lnTo>
                <a:lnTo>
                  <a:pt x="383184" y="1856739"/>
                </a:lnTo>
                <a:lnTo>
                  <a:pt x="383184" y="1864360"/>
                </a:lnTo>
                <a:close/>
              </a:path>
              <a:path w="5121909" h="1864360">
                <a:moveTo>
                  <a:pt x="329844" y="1864360"/>
                </a:moveTo>
                <a:lnTo>
                  <a:pt x="313245" y="1864360"/>
                </a:lnTo>
                <a:lnTo>
                  <a:pt x="305180" y="1864258"/>
                </a:lnTo>
                <a:lnTo>
                  <a:pt x="299224" y="1864029"/>
                </a:lnTo>
                <a:lnTo>
                  <a:pt x="299516" y="1856422"/>
                </a:lnTo>
                <a:lnTo>
                  <a:pt x="305422" y="1856638"/>
                </a:lnTo>
                <a:lnTo>
                  <a:pt x="313308" y="1856739"/>
                </a:lnTo>
                <a:lnTo>
                  <a:pt x="329844" y="1856739"/>
                </a:lnTo>
                <a:lnTo>
                  <a:pt x="329844" y="1864360"/>
                </a:lnTo>
                <a:close/>
              </a:path>
              <a:path w="5121909" h="1864360">
                <a:moveTo>
                  <a:pt x="276148" y="1862162"/>
                </a:moveTo>
                <a:lnTo>
                  <a:pt x="245732" y="1857032"/>
                </a:lnTo>
                <a:lnTo>
                  <a:pt x="247357" y="1849589"/>
                </a:lnTo>
                <a:lnTo>
                  <a:pt x="251714" y="1850542"/>
                </a:lnTo>
                <a:lnTo>
                  <a:pt x="259206" y="1851977"/>
                </a:lnTo>
                <a:lnTo>
                  <a:pt x="266686" y="1853209"/>
                </a:lnTo>
                <a:lnTo>
                  <a:pt x="274292" y="1854276"/>
                </a:lnTo>
                <a:lnTo>
                  <a:pt x="277025" y="1854593"/>
                </a:lnTo>
                <a:lnTo>
                  <a:pt x="276148" y="1862162"/>
                </a:lnTo>
                <a:close/>
              </a:path>
              <a:path w="5121909" h="1864360">
                <a:moveTo>
                  <a:pt x="223329" y="1851228"/>
                </a:moveTo>
                <a:lnTo>
                  <a:pt x="194259" y="1840941"/>
                </a:lnTo>
                <a:lnTo>
                  <a:pt x="197142" y="1833879"/>
                </a:lnTo>
                <a:lnTo>
                  <a:pt x="201255" y="1835556"/>
                </a:lnTo>
                <a:lnTo>
                  <a:pt x="208235" y="1838210"/>
                </a:lnTo>
                <a:lnTo>
                  <a:pt x="215277" y="1840699"/>
                </a:lnTo>
                <a:lnTo>
                  <a:pt x="222336" y="1842985"/>
                </a:lnTo>
                <a:lnTo>
                  <a:pt x="225513" y="1843925"/>
                </a:lnTo>
                <a:lnTo>
                  <a:pt x="223329" y="1851228"/>
                </a:lnTo>
                <a:close/>
              </a:path>
              <a:path w="5121909" h="1864360">
                <a:moveTo>
                  <a:pt x="173202" y="1831352"/>
                </a:moveTo>
                <a:lnTo>
                  <a:pt x="146342" y="1816214"/>
                </a:lnTo>
                <a:lnTo>
                  <a:pt x="150380" y="1809750"/>
                </a:lnTo>
                <a:lnTo>
                  <a:pt x="154822" y="1812518"/>
                </a:lnTo>
                <a:lnTo>
                  <a:pt x="161155" y="1816265"/>
                </a:lnTo>
                <a:lnTo>
                  <a:pt x="167546" y="1819833"/>
                </a:lnTo>
                <a:lnTo>
                  <a:pt x="174095" y="1823288"/>
                </a:lnTo>
                <a:lnTo>
                  <a:pt x="176593" y="1824532"/>
                </a:lnTo>
                <a:lnTo>
                  <a:pt x="173202" y="1831352"/>
                </a:lnTo>
                <a:close/>
              </a:path>
              <a:path w="5121909" h="1864360">
                <a:moveTo>
                  <a:pt x="127253" y="1803158"/>
                </a:moveTo>
                <a:lnTo>
                  <a:pt x="103377" y="1783651"/>
                </a:lnTo>
                <a:lnTo>
                  <a:pt x="108445" y="1777949"/>
                </a:lnTo>
                <a:lnTo>
                  <a:pt x="113212" y="1782178"/>
                </a:lnTo>
                <a:lnTo>
                  <a:pt x="118809" y="1786915"/>
                </a:lnTo>
                <a:lnTo>
                  <a:pt x="124536" y="1791525"/>
                </a:lnTo>
                <a:lnTo>
                  <a:pt x="130362" y="1795995"/>
                </a:lnTo>
                <a:lnTo>
                  <a:pt x="131737" y="1796999"/>
                </a:lnTo>
                <a:lnTo>
                  <a:pt x="127253" y="1803158"/>
                </a:lnTo>
                <a:close/>
              </a:path>
              <a:path w="5121909" h="1864360">
                <a:moveTo>
                  <a:pt x="86791" y="1767535"/>
                </a:moveTo>
                <a:lnTo>
                  <a:pt x="81381" y="1761731"/>
                </a:lnTo>
                <a:lnTo>
                  <a:pt x="76390" y="1756105"/>
                </a:lnTo>
                <a:lnTo>
                  <a:pt x="71539" y="1750364"/>
                </a:lnTo>
                <a:lnTo>
                  <a:pt x="66548" y="1744154"/>
                </a:lnTo>
                <a:lnTo>
                  <a:pt x="72593" y="1739519"/>
                </a:lnTo>
                <a:lnTo>
                  <a:pt x="72784" y="1739760"/>
                </a:lnTo>
                <a:lnTo>
                  <a:pt x="77383" y="1745475"/>
                </a:lnTo>
                <a:lnTo>
                  <a:pt x="82185" y="1751152"/>
                </a:lnTo>
                <a:lnTo>
                  <a:pt x="86978" y="1756562"/>
                </a:lnTo>
                <a:lnTo>
                  <a:pt x="91990" y="1761934"/>
                </a:lnTo>
                <a:lnTo>
                  <a:pt x="92252" y="1762201"/>
                </a:lnTo>
                <a:lnTo>
                  <a:pt x="86791" y="1767535"/>
                </a:lnTo>
                <a:close/>
              </a:path>
              <a:path w="5121909" h="1864360">
                <a:moveTo>
                  <a:pt x="87065" y="1756638"/>
                </a:moveTo>
                <a:close/>
              </a:path>
              <a:path w="5121909" h="1864360">
                <a:moveTo>
                  <a:pt x="52971" y="1725434"/>
                </a:moveTo>
                <a:lnTo>
                  <a:pt x="37071" y="1699018"/>
                </a:lnTo>
                <a:lnTo>
                  <a:pt x="43815" y="1695462"/>
                </a:lnTo>
                <a:lnTo>
                  <a:pt x="44530" y="1696821"/>
                </a:lnTo>
                <a:lnTo>
                  <a:pt x="48147" y="1703273"/>
                </a:lnTo>
                <a:lnTo>
                  <a:pt x="51896" y="1709623"/>
                </a:lnTo>
                <a:lnTo>
                  <a:pt x="55743" y="1715795"/>
                </a:lnTo>
                <a:lnTo>
                  <a:pt x="59334" y="1721243"/>
                </a:lnTo>
                <a:lnTo>
                  <a:pt x="52971" y="1725434"/>
                </a:lnTo>
                <a:close/>
              </a:path>
              <a:path w="5121909" h="1864360">
                <a:moveTo>
                  <a:pt x="26898" y="1678241"/>
                </a:moveTo>
                <a:lnTo>
                  <a:pt x="15773" y="1649476"/>
                </a:lnTo>
                <a:lnTo>
                  <a:pt x="23025" y="1647113"/>
                </a:lnTo>
                <a:lnTo>
                  <a:pt x="23669" y="1649082"/>
                </a:lnTo>
                <a:lnTo>
                  <a:pt x="26155" y="1656143"/>
                </a:lnTo>
                <a:lnTo>
                  <a:pt x="28807" y="1663115"/>
                </a:lnTo>
                <a:lnTo>
                  <a:pt x="31629" y="1670024"/>
                </a:lnTo>
                <a:lnTo>
                  <a:pt x="33883" y="1675180"/>
                </a:lnTo>
                <a:lnTo>
                  <a:pt x="26898" y="1678241"/>
                </a:lnTo>
                <a:close/>
              </a:path>
              <a:path w="5121909" h="1864360">
                <a:moveTo>
                  <a:pt x="9347" y="1627251"/>
                </a:moveTo>
                <a:lnTo>
                  <a:pt x="3352" y="1596986"/>
                </a:lnTo>
                <a:lnTo>
                  <a:pt x="10896" y="1595932"/>
                </a:lnTo>
                <a:lnTo>
                  <a:pt x="11154" y="1597698"/>
                </a:lnTo>
                <a:lnTo>
                  <a:pt x="12391" y="1605152"/>
                </a:lnTo>
                <a:lnTo>
                  <a:pt x="13823" y="1612646"/>
                </a:lnTo>
                <a:lnTo>
                  <a:pt x="15436" y="1620075"/>
                </a:lnTo>
                <a:lnTo>
                  <a:pt x="16738" y="1625434"/>
                </a:lnTo>
                <a:lnTo>
                  <a:pt x="9347" y="1627251"/>
                </a:lnTo>
                <a:close/>
              </a:path>
            </a:pathLst>
          </a:custGeom>
          <a:solidFill>
            <a:srgbClr val="5F95E6"/>
          </a:solidFill>
        </p:spPr>
        <p:txBody>
          <a:bodyPr wrap="square" lIns="0" tIns="0" rIns="0" bIns="0" rtlCol="0"/>
          <a:lstStyle/>
          <a:p>
            <a:endParaRPr/>
          </a:p>
        </p:txBody>
      </p:sp>
      <p:sp>
        <p:nvSpPr>
          <p:cNvPr id="25" name="object 25"/>
          <p:cNvSpPr txBox="1"/>
          <p:nvPr/>
        </p:nvSpPr>
        <p:spPr>
          <a:xfrm>
            <a:off x="6812115" y="2665565"/>
            <a:ext cx="4698365" cy="1243965"/>
          </a:xfrm>
          <a:prstGeom prst="rect">
            <a:avLst/>
          </a:prstGeom>
        </p:spPr>
        <p:txBody>
          <a:bodyPr vert="horz" wrap="square" lIns="0" tIns="12065" rIns="0" bIns="0" rtlCol="0">
            <a:spAutoFit/>
          </a:bodyPr>
          <a:lstStyle/>
          <a:p>
            <a:pPr marL="12700" marR="5080" algn="just">
              <a:lnSpc>
                <a:spcPct val="100000"/>
              </a:lnSpc>
              <a:spcBef>
                <a:spcPts val="95"/>
              </a:spcBef>
            </a:pPr>
            <a:r>
              <a:rPr sz="1600" spc="-20" dirty="0">
                <a:latin typeface="宋体"/>
                <a:cs typeface="宋体"/>
              </a:rPr>
              <a:t>确保提示语之间存在清晰的逻辑关系，避免跳跃性</a:t>
            </a:r>
            <a:r>
              <a:rPr sz="1600" spc="-50" dirty="0">
                <a:latin typeface="宋体"/>
                <a:cs typeface="宋体"/>
              </a:rPr>
              <a:t>太</a:t>
            </a:r>
            <a:r>
              <a:rPr sz="1600" spc="-20" dirty="0">
                <a:latin typeface="宋体"/>
                <a:cs typeface="宋体"/>
              </a:rPr>
              <a:t>强。每个提示语应该自然地引导到下一个提示语</a:t>
            </a:r>
            <a:r>
              <a:rPr sz="1600" spc="-35" dirty="0">
                <a:latin typeface="宋体"/>
                <a:cs typeface="宋体"/>
              </a:rPr>
              <a:t>，形</a:t>
            </a:r>
            <a:r>
              <a:rPr sz="1600" spc="-20" dirty="0">
                <a:latin typeface="宋体"/>
                <a:cs typeface="宋体"/>
              </a:rPr>
              <a:t>成一个连贯的思维链条。这个过程可以将提示语链</a:t>
            </a:r>
            <a:r>
              <a:rPr sz="1600" spc="-50" dirty="0">
                <a:latin typeface="宋体"/>
                <a:cs typeface="宋体"/>
              </a:rPr>
              <a:t>设</a:t>
            </a:r>
            <a:r>
              <a:rPr sz="1600" spc="-20" dirty="0">
                <a:latin typeface="宋体"/>
                <a:cs typeface="宋体"/>
              </a:rPr>
              <a:t>计成模块化的结构，使其易于调整和重用，提高提</a:t>
            </a:r>
            <a:r>
              <a:rPr sz="1600" spc="-50" dirty="0">
                <a:latin typeface="宋体"/>
                <a:cs typeface="宋体"/>
              </a:rPr>
              <a:t>示</a:t>
            </a:r>
            <a:r>
              <a:rPr sz="1600" spc="-20" dirty="0">
                <a:latin typeface="宋体"/>
                <a:cs typeface="宋体"/>
              </a:rPr>
              <a:t>语链的灵活性和效率</a:t>
            </a:r>
            <a:r>
              <a:rPr sz="1600" spc="-50" dirty="0">
                <a:latin typeface="宋体"/>
                <a:cs typeface="宋体"/>
              </a:rPr>
              <a:t>。</a:t>
            </a:r>
            <a:endParaRPr sz="1600">
              <a:latin typeface="宋体"/>
              <a:cs typeface="宋体"/>
            </a:endParaRPr>
          </a:p>
        </p:txBody>
      </p:sp>
      <p:sp>
        <p:nvSpPr>
          <p:cNvPr id="26" name="object 26"/>
          <p:cNvSpPr txBox="1"/>
          <p:nvPr/>
        </p:nvSpPr>
        <p:spPr>
          <a:xfrm>
            <a:off x="8046719" y="6029325"/>
            <a:ext cx="20828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宋体"/>
                <a:cs typeface="宋体"/>
              </a:rPr>
              <a:t>模块化提示语链设计</a:t>
            </a:r>
            <a:endParaRPr sz="1800">
              <a:latin typeface="宋体"/>
              <a:cs typeface="宋体"/>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906645" cy="634365"/>
          </a:xfrm>
          <a:prstGeom prst="rect">
            <a:avLst/>
          </a:prstGeom>
        </p:spPr>
        <p:txBody>
          <a:bodyPr vert="horz" wrap="square" lIns="0" tIns="12065" rIns="0" bIns="0" rtlCol="0">
            <a:spAutoFit/>
          </a:bodyPr>
          <a:lstStyle/>
          <a:p>
            <a:pPr marL="12700">
              <a:lnSpc>
                <a:spcPct val="100000"/>
              </a:lnSpc>
              <a:spcBef>
                <a:spcPts val="95"/>
              </a:spcBef>
            </a:pPr>
            <a:r>
              <a:rPr sz="4000" spc="270" dirty="0"/>
              <a:t>提示语链的设计模</a:t>
            </a:r>
            <a:r>
              <a:rPr sz="4000" spc="-50" dirty="0"/>
              <a:t>型</a:t>
            </a:r>
            <a:endParaRPr sz="4000"/>
          </a:p>
        </p:txBody>
      </p:sp>
      <p:sp>
        <p:nvSpPr>
          <p:cNvPr id="3" name="object 3"/>
          <p:cNvSpPr txBox="1"/>
          <p:nvPr/>
        </p:nvSpPr>
        <p:spPr>
          <a:xfrm>
            <a:off x="626744" y="1152525"/>
            <a:ext cx="10871200" cy="737870"/>
          </a:xfrm>
          <a:prstGeom prst="rect">
            <a:avLst/>
          </a:prstGeom>
        </p:spPr>
        <p:txBody>
          <a:bodyPr vert="horz" wrap="square" lIns="0" tIns="12700" rIns="0" bIns="0" rtlCol="0">
            <a:spAutoFit/>
          </a:bodyPr>
          <a:lstStyle/>
          <a:p>
            <a:pPr marL="12700" marR="5080">
              <a:lnSpc>
                <a:spcPct val="129900"/>
              </a:lnSpc>
              <a:spcBef>
                <a:spcPts val="100"/>
              </a:spcBef>
            </a:pPr>
            <a:r>
              <a:rPr sz="1800" dirty="0">
                <a:latin typeface="宋体"/>
                <a:cs typeface="宋体"/>
              </a:rPr>
              <a:t>为了更好地理解和设计提示语链，可采用</a:t>
            </a:r>
            <a:r>
              <a:rPr sz="1800" dirty="0">
                <a:latin typeface="Arial"/>
                <a:cs typeface="Arial"/>
              </a:rPr>
              <a:t>CIRS</a:t>
            </a:r>
            <a:r>
              <a:rPr sz="1800" dirty="0">
                <a:latin typeface="宋体"/>
                <a:cs typeface="宋体"/>
              </a:rPr>
              <a:t>模型（</a:t>
            </a:r>
            <a:r>
              <a:rPr sz="1800" dirty="0">
                <a:latin typeface="Arial"/>
                <a:cs typeface="Arial"/>
              </a:rPr>
              <a:t>Context</a:t>
            </a:r>
            <a:r>
              <a:rPr sz="1800" spc="229" dirty="0">
                <a:latin typeface="Arial"/>
                <a:cs typeface="Arial"/>
              </a:rPr>
              <a:t>, </a:t>
            </a:r>
            <a:r>
              <a:rPr sz="1800" dirty="0">
                <a:latin typeface="Arial"/>
                <a:cs typeface="Arial"/>
              </a:rPr>
              <a:t>Instruction</a:t>
            </a:r>
            <a:r>
              <a:rPr sz="1800" spc="240" dirty="0">
                <a:latin typeface="Arial"/>
                <a:cs typeface="Arial"/>
              </a:rPr>
              <a:t>, </a:t>
            </a:r>
            <a:r>
              <a:rPr sz="1800" dirty="0">
                <a:latin typeface="Arial"/>
                <a:cs typeface="Arial"/>
              </a:rPr>
              <a:t>Refinement</a:t>
            </a:r>
            <a:r>
              <a:rPr sz="1800" spc="240" dirty="0">
                <a:latin typeface="Arial"/>
                <a:cs typeface="Arial"/>
              </a:rPr>
              <a:t>, </a:t>
            </a:r>
            <a:r>
              <a:rPr sz="1800" dirty="0">
                <a:latin typeface="Arial"/>
                <a:cs typeface="Arial"/>
              </a:rPr>
              <a:t>Synthesis</a:t>
            </a:r>
            <a:r>
              <a:rPr sz="1800" dirty="0">
                <a:latin typeface="宋体"/>
                <a:cs typeface="宋体"/>
              </a:rPr>
              <a:t>）</a:t>
            </a:r>
            <a:r>
              <a:rPr sz="1800" spc="-20" dirty="0">
                <a:latin typeface="宋体"/>
                <a:cs typeface="宋体"/>
              </a:rPr>
              <a:t>。这个</a:t>
            </a:r>
            <a:r>
              <a:rPr sz="1800" spc="-5" dirty="0">
                <a:latin typeface="宋体"/>
                <a:cs typeface="宋体"/>
              </a:rPr>
              <a:t>模型概括了提示语链设计的四个关键环节：</a:t>
            </a:r>
            <a:endParaRPr sz="1800">
              <a:latin typeface="宋体"/>
              <a:cs typeface="宋体"/>
            </a:endParaRPr>
          </a:p>
        </p:txBody>
      </p:sp>
      <p:grpSp>
        <p:nvGrpSpPr>
          <p:cNvPr id="4" name="object 4"/>
          <p:cNvGrpSpPr/>
          <p:nvPr/>
        </p:nvGrpSpPr>
        <p:grpSpPr>
          <a:xfrm>
            <a:off x="1154550" y="2504757"/>
            <a:ext cx="9812020" cy="3060065"/>
            <a:chOff x="1154550" y="2504757"/>
            <a:chExt cx="9812020" cy="3060065"/>
          </a:xfrm>
        </p:grpSpPr>
        <p:sp>
          <p:nvSpPr>
            <p:cNvPr id="5" name="object 5"/>
            <p:cNvSpPr/>
            <p:nvPr/>
          </p:nvSpPr>
          <p:spPr>
            <a:xfrm>
              <a:off x="1154544" y="4734242"/>
              <a:ext cx="4735830" cy="701675"/>
            </a:xfrm>
            <a:custGeom>
              <a:avLst/>
              <a:gdLst/>
              <a:ahLst/>
              <a:cxnLst/>
              <a:rect l="l" t="t" r="r" b="b"/>
              <a:pathLst>
                <a:path w="4735830" h="701675">
                  <a:moveTo>
                    <a:pt x="4735284" y="0"/>
                  </a:moveTo>
                  <a:lnTo>
                    <a:pt x="4659084" y="0"/>
                  </a:lnTo>
                  <a:lnTo>
                    <a:pt x="637857" y="0"/>
                  </a:lnTo>
                  <a:lnTo>
                    <a:pt x="609282" y="0"/>
                  </a:lnTo>
                  <a:lnTo>
                    <a:pt x="609282" y="28575"/>
                  </a:lnTo>
                  <a:lnTo>
                    <a:pt x="287020" y="350837"/>
                  </a:lnTo>
                  <a:lnTo>
                    <a:pt x="609282" y="673100"/>
                  </a:lnTo>
                  <a:lnTo>
                    <a:pt x="362686" y="673100"/>
                  </a:lnTo>
                  <a:lnTo>
                    <a:pt x="50520" y="360934"/>
                  </a:lnTo>
                  <a:lnTo>
                    <a:pt x="40424" y="350837"/>
                  </a:lnTo>
                  <a:lnTo>
                    <a:pt x="30314" y="360934"/>
                  </a:lnTo>
                  <a:lnTo>
                    <a:pt x="40411" y="350837"/>
                  </a:lnTo>
                  <a:lnTo>
                    <a:pt x="50520" y="340728"/>
                  </a:lnTo>
                  <a:lnTo>
                    <a:pt x="362673" y="28575"/>
                  </a:lnTo>
                  <a:lnTo>
                    <a:pt x="609282" y="28575"/>
                  </a:lnTo>
                  <a:lnTo>
                    <a:pt x="609282" y="0"/>
                  </a:lnTo>
                  <a:lnTo>
                    <a:pt x="350837" y="0"/>
                  </a:lnTo>
                  <a:lnTo>
                    <a:pt x="0" y="350837"/>
                  </a:lnTo>
                  <a:lnTo>
                    <a:pt x="350837" y="701675"/>
                  </a:lnTo>
                  <a:lnTo>
                    <a:pt x="637857" y="701675"/>
                  </a:lnTo>
                  <a:lnTo>
                    <a:pt x="4659084" y="701675"/>
                  </a:lnTo>
                  <a:lnTo>
                    <a:pt x="4735284" y="701675"/>
                  </a:lnTo>
                  <a:lnTo>
                    <a:pt x="4731093" y="697484"/>
                  </a:lnTo>
                  <a:lnTo>
                    <a:pt x="4706709" y="673100"/>
                  </a:lnTo>
                  <a:lnTo>
                    <a:pt x="4666297" y="632688"/>
                  </a:lnTo>
                  <a:lnTo>
                    <a:pt x="4666297" y="673100"/>
                  </a:lnTo>
                  <a:lnTo>
                    <a:pt x="4630509" y="673100"/>
                  </a:lnTo>
                  <a:lnTo>
                    <a:pt x="4590097" y="632688"/>
                  </a:lnTo>
                  <a:lnTo>
                    <a:pt x="4590097" y="673100"/>
                  </a:lnTo>
                  <a:lnTo>
                    <a:pt x="649693" y="673100"/>
                  </a:lnTo>
                  <a:lnTo>
                    <a:pt x="337527" y="360934"/>
                  </a:lnTo>
                  <a:lnTo>
                    <a:pt x="327418" y="350837"/>
                  </a:lnTo>
                  <a:lnTo>
                    <a:pt x="337527" y="340728"/>
                  </a:lnTo>
                  <a:lnTo>
                    <a:pt x="649681" y="28575"/>
                  </a:lnTo>
                  <a:lnTo>
                    <a:pt x="4590085" y="28575"/>
                  </a:lnTo>
                  <a:lnTo>
                    <a:pt x="4267835" y="350837"/>
                  </a:lnTo>
                  <a:lnTo>
                    <a:pt x="4590097" y="673100"/>
                  </a:lnTo>
                  <a:lnTo>
                    <a:pt x="4590097" y="632688"/>
                  </a:lnTo>
                  <a:lnTo>
                    <a:pt x="4318343" y="360934"/>
                  </a:lnTo>
                  <a:lnTo>
                    <a:pt x="4308246" y="350837"/>
                  </a:lnTo>
                  <a:lnTo>
                    <a:pt x="4298137" y="360934"/>
                  </a:lnTo>
                  <a:lnTo>
                    <a:pt x="4308233" y="350837"/>
                  </a:lnTo>
                  <a:lnTo>
                    <a:pt x="4318343" y="340728"/>
                  </a:lnTo>
                  <a:lnTo>
                    <a:pt x="4630496" y="28575"/>
                  </a:lnTo>
                  <a:lnTo>
                    <a:pt x="4666285" y="28575"/>
                  </a:lnTo>
                  <a:lnTo>
                    <a:pt x="4344035" y="350837"/>
                  </a:lnTo>
                  <a:lnTo>
                    <a:pt x="4666297" y="673100"/>
                  </a:lnTo>
                  <a:lnTo>
                    <a:pt x="4666297" y="632688"/>
                  </a:lnTo>
                  <a:lnTo>
                    <a:pt x="4394543" y="360934"/>
                  </a:lnTo>
                  <a:lnTo>
                    <a:pt x="4384446" y="350837"/>
                  </a:lnTo>
                  <a:lnTo>
                    <a:pt x="4374337" y="360934"/>
                  </a:lnTo>
                  <a:lnTo>
                    <a:pt x="4384433" y="350837"/>
                  </a:lnTo>
                  <a:lnTo>
                    <a:pt x="4394543" y="340728"/>
                  </a:lnTo>
                  <a:lnTo>
                    <a:pt x="4706696" y="28575"/>
                  </a:lnTo>
                  <a:lnTo>
                    <a:pt x="4731093" y="4178"/>
                  </a:lnTo>
                  <a:lnTo>
                    <a:pt x="4735284" y="0"/>
                  </a:lnTo>
                  <a:close/>
                </a:path>
              </a:pathLst>
            </a:custGeom>
            <a:solidFill>
              <a:srgbClr val="6084B6"/>
            </a:solidFill>
          </p:spPr>
          <p:txBody>
            <a:bodyPr wrap="square" lIns="0" tIns="0" rIns="0" bIns="0" rtlCol="0"/>
            <a:lstStyle/>
            <a:p>
              <a:endParaRPr/>
            </a:p>
          </p:txBody>
        </p:sp>
        <p:pic>
          <p:nvPicPr>
            <p:cNvPr id="6" name="object 6"/>
            <p:cNvPicPr/>
            <p:nvPr/>
          </p:nvPicPr>
          <p:blipFill>
            <a:blip r:embed="rId2" cstate="print"/>
            <a:stretch>
              <a:fillRect/>
            </a:stretch>
          </p:blipFill>
          <p:spPr>
            <a:xfrm>
              <a:off x="6238671" y="4734242"/>
              <a:ext cx="4727657" cy="701675"/>
            </a:xfrm>
            <a:prstGeom prst="rect">
              <a:avLst/>
            </a:prstGeom>
          </p:spPr>
        </p:pic>
        <p:sp>
          <p:nvSpPr>
            <p:cNvPr id="7" name="object 7"/>
            <p:cNvSpPr/>
            <p:nvPr/>
          </p:nvSpPr>
          <p:spPr>
            <a:xfrm>
              <a:off x="6935266" y="2504757"/>
              <a:ext cx="3665854" cy="702945"/>
            </a:xfrm>
            <a:custGeom>
              <a:avLst/>
              <a:gdLst/>
              <a:ahLst/>
              <a:cxnLst/>
              <a:rect l="l" t="t" r="r" b="b"/>
              <a:pathLst>
                <a:path w="3665854" h="702944">
                  <a:moveTo>
                    <a:pt x="351478" y="351466"/>
                  </a:moveTo>
                  <a:lnTo>
                    <a:pt x="0" y="0"/>
                  </a:lnTo>
                  <a:lnTo>
                    <a:pt x="3313836" y="0"/>
                  </a:lnTo>
                  <a:lnTo>
                    <a:pt x="3318014" y="4178"/>
                  </a:lnTo>
                  <a:lnTo>
                    <a:pt x="44589" y="4178"/>
                  </a:lnTo>
                  <a:lnTo>
                    <a:pt x="34493" y="28574"/>
                  </a:lnTo>
                  <a:lnTo>
                    <a:pt x="68986" y="28574"/>
                  </a:lnTo>
                  <a:lnTo>
                    <a:pt x="381774" y="341363"/>
                  </a:lnTo>
                  <a:lnTo>
                    <a:pt x="361581" y="341363"/>
                  </a:lnTo>
                  <a:lnTo>
                    <a:pt x="351478" y="351466"/>
                  </a:lnTo>
                  <a:close/>
                </a:path>
                <a:path w="3665854" h="702944">
                  <a:moveTo>
                    <a:pt x="68986" y="28574"/>
                  </a:moveTo>
                  <a:lnTo>
                    <a:pt x="34493" y="28574"/>
                  </a:lnTo>
                  <a:lnTo>
                    <a:pt x="44589" y="4178"/>
                  </a:lnTo>
                  <a:lnTo>
                    <a:pt x="68986" y="28574"/>
                  </a:lnTo>
                  <a:close/>
                </a:path>
                <a:path w="3665854" h="702944">
                  <a:moveTo>
                    <a:pt x="3302012" y="28574"/>
                  </a:moveTo>
                  <a:lnTo>
                    <a:pt x="68986" y="28574"/>
                  </a:lnTo>
                  <a:lnTo>
                    <a:pt x="44589" y="4178"/>
                  </a:lnTo>
                  <a:lnTo>
                    <a:pt x="3318014" y="4178"/>
                  </a:lnTo>
                  <a:lnTo>
                    <a:pt x="3338220" y="24383"/>
                  </a:lnTo>
                  <a:lnTo>
                    <a:pt x="3297821" y="24383"/>
                  </a:lnTo>
                  <a:lnTo>
                    <a:pt x="3302012" y="28574"/>
                  </a:lnTo>
                  <a:close/>
                </a:path>
                <a:path w="3665854" h="702944">
                  <a:moveTo>
                    <a:pt x="3624891" y="351466"/>
                  </a:moveTo>
                  <a:lnTo>
                    <a:pt x="3297821" y="24383"/>
                  </a:lnTo>
                  <a:lnTo>
                    <a:pt x="3307918" y="28574"/>
                  </a:lnTo>
                  <a:lnTo>
                    <a:pt x="3342411" y="28574"/>
                  </a:lnTo>
                  <a:lnTo>
                    <a:pt x="3655199" y="341363"/>
                  </a:lnTo>
                  <a:lnTo>
                    <a:pt x="3634994" y="341363"/>
                  </a:lnTo>
                  <a:lnTo>
                    <a:pt x="3624891" y="351466"/>
                  </a:lnTo>
                  <a:close/>
                </a:path>
                <a:path w="3665854" h="702944">
                  <a:moveTo>
                    <a:pt x="3342411" y="28574"/>
                  </a:moveTo>
                  <a:lnTo>
                    <a:pt x="3307918" y="28574"/>
                  </a:lnTo>
                  <a:lnTo>
                    <a:pt x="3297821" y="24383"/>
                  </a:lnTo>
                  <a:lnTo>
                    <a:pt x="3338220" y="24383"/>
                  </a:lnTo>
                  <a:lnTo>
                    <a:pt x="3342411" y="28574"/>
                  </a:lnTo>
                  <a:close/>
                </a:path>
                <a:path w="3665854" h="702944">
                  <a:moveTo>
                    <a:pt x="361581" y="361568"/>
                  </a:moveTo>
                  <a:lnTo>
                    <a:pt x="351478" y="351466"/>
                  </a:lnTo>
                  <a:lnTo>
                    <a:pt x="361581" y="341363"/>
                  </a:lnTo>
                  <a:lnTo>
                    <a:pt x="361581" y="361568"/>
                  </a:lnTo>
                  <a:close/>
                </a:path>
                <a:path w="3665854" h="702944">
                  <a:moveTo>
                    <a:pt x="381787" y="361568"/>
                  </a:moveTo>
                  <a:lnTo>
                    <a:pt x="361581" y="361568"/>
                  </a:lnTo>
                  <a:lnTo>
                    <a:pt x="361581" y="341363"/>
                  </a:lnTo>
                  <a:lnTo>
                    <a:pt x="381774" y="341363"/>
                  </a:lnTo>
                  <a:lnTo>
                    <a:pt x="391883" y="351472"/>
                  </a:lnTo>
                  <a:lnTo>
                    <a:pt x="381787" y="361568"/>
                  </a:lnTo>
                  <a:close/>
                </a:path>
                <a:path w="3665854" h="702944">
                  <a:moveTo>
                    <a:pt x="3634994" y="361568"/>
                  </a:moveTo>
                  <a:lnTo>
                    <a:pt x="3624891" y="351466"/>
                  </a:lnTo>
                  <a:lnTo>
                    <a:pt x="3634994" y="341363"/>
                  </a:lnTo>
                  <a:lnTo>
                    <a:pt x="3634994" y="361568"/>
                  </a:lnTo>
                  <a:close/>
                </a:path>
                <a:path w="3665854" h="702944">
                  <a:moveTo>
                    <a:pt x="3655212" y="361568"/>
                  </a:moveTo>
                  <a:lnTo>
                    <a:pt x="3634994" y="361568"/>
                  </a:lnTo>
                  <a:lnTo>
                    <a:pt x="3634994" y="341363"/>
                  </a:lnTo>
                  <a:lnTo>
                    <a:pt x="3655199" y="341363"/>
                  </a:lnTo>
                  <a:lnTo>
                    <a:pt x="3665308" y="351472"/>
                  </a:lnTo>
                  <a:lnTo>
                    <a:pt x="3655212" y="361568"/>
                  </a:lnTo>
                  <a:close/>
                </a:path>
                <a:path w="3665854" h="702944">
                  <a:moveTo>
                    <a:pt x="3297821" y="678548"/>
                  </a:moveTo>
                  <a:lnTo>
                    <a:pt x="3624891" y="351466"/>
                  </a:lnTo>
                  <a:lnTo>
                    <a:pt x="3634994" y="361568"/>
                  </a:lnTo>
                  <a:lnTo>
                    <a:pt x="3655212" y="361568"/>
                  </a:lnTo>
                  <a:lnTo>
                    <a:pt x="3342411" y="674369"/>
                  </a:lnTo>
                  <a:lnTo>
                    <a:pt x="3307918" y="674369"/>
                  </a:lnTo>
                  <a:lnTo>
                    <a:pt x="3297821" y="678548"/>
                  </a:lnTo>
                  <a:close/>
                </a:path>
                <a:path w="3665854" h="702944">
                  <a:moveTo>
                    <a:pt x="3313836" y="702944"/>
                  </a:moveTo>
                  <a:lnTo>
                    <a:pt x="0" y="702944"/>
                  </a:lnTo>
                  <a:lnTo>
                    <a:pt x="351484" y="351472"/>
                  </a:lnTo>
                  <a:lnTo>
                    <a:pt x="361581" y="361568"/>
                  </a:lnTo>
                  <a:lnTo>
                    <a:pt x="381787" y="361568"/>
                  </a:lnTo>
                  <a:lnTo>
                    <a:pt x="68974" y="674369"/>
                  </a:lnTo>
                  <a:lnTo>
                    <a:pt x="34493" y="674369"/>
                  </a:lnTo>
                  <a:lnTo>
                    <a:pt x="44589" y="698753"/>
                  </a:lnTo>
                  <a:lnTo>
                    <a:pt x="3318027" y="698753"/>
                  </a:lnTo>
                  <a:lnTo>
                    <a:pt x="3313836" y="702944"/>
                  </a:lnTo>
                  <a:close/>
                </a:path>
                <a:path w="3665854" h="702944">
                  <a:moveTo>
                    <a:pt x="44589" y="698753"/>
                  </a:moveTo>
                  <a:lnTo>
                    <a:pt x="34493" y="674369"/>
                  </a:lnTo>
                  <a:lnTo>
                    <a:pt x="68974" y="674369"/>
                  </a:lnTo>
                  <a:lnTo>
                    <a:pt x="44589" y="698753"/>
                  </a:lnTo>
                  <a:close/>
                </a:path>
                <a:path w="3665854" h="702944">
                  <a:moveTo>
                    <a:pt x="3318027" y="698753"/>
                  </a:moveTo>
                  <a:lnTo>
                    <a:pt x="44589" y="698753"/>
                  </a:lnTo>
                  <a:lnTo>
                    <a:pt x="68974" y="674369"/>
                  </a:lnTo>
                  <a:lnTo>
                    <a:pt x="3301999" y="674369"/>
                  </a:lnTo>
                  <a:lnTo>
                    <a:pt x="3297821" y="678548"/>
                  </a:lnTo>
                  <a:lnTo>
                    <a:pt x="3338233" y="678548"/>
                  </a:lnTo>
                  <a:lnTo>
                    <a:pt x="3318027" y="698753"/>
                  </a:lnTo>
                  <a:close/>
                </a:path>
                <a:path w="3665854" h="702944">
                  <a:moveTo>
                    <a:pt x="3338233" y="678548"/>
                  </a:moveTo>
                  <a:lnTo>
                    <a:pt x="3297821" y="678548"/>
                  </a:lnTo>
                  <a:lnTo>
                    <a:pt x="3307918" y="674369"/>
                  </a:lnTo>
                  <a:lnTo>
                    <a:pt x="3342411" y="674369"/>
                  </a:lnTo>
                  <a:lnTo>
                    <a:pt x="3338233" y="678548"/>
                  </a:lnTo>
                  <a:close/>
                </a:path>
              </a:pathLst>
            </a:custGeom>
            <a:solidFill>
              <a:srgbClr val="78D3C7"/>
            </a:solidFill>
          </p:spPr>
          <p:txBody>
            <a:bodyPr wrap="square" lIns="0" tIns="0" rIns="0" bIns="0" rtlCol="0"/>
            <a:lstStyle/>
            <a:p>
              <a:endParaRPr/>
            </a:p>
          </p:txBody>
        </p:sp>
        <p:sp>
          <p:nvSpPr>
            <p:cNvPr id="8" name="object 8"/>
            <p:cNvSpPr/>
            <p:nvPr/>
          </p:nvSpPr>
          <p:spPr>
            <a:xfrm>
              <a:off x="4648200" y="2614295"/>
              <a:ext cx="2949575" cy="2950210"/>
            </a:xfrm>
            <a:custGeom>
              <a:avLst/>
              <a:gdLst/>
              <a:ahLst/>
              <a:cxnLst/>
              <a:rect l="l" t="t" r="r" b="b"/>
              <a:pathLst>
                <a:path w="2949575" h="2950210">
                  <a:moveTo>
                    <a:pt x="1474470" y="2950209"/>
                  </a:moveTo>
                  <a:lnTo>
                    <a:pt x="1425778" y="2949421"/>
                  </a:lnTo>
                  <a:lnTo>
                    <a:pt x="1377481" y="2947072"/>
                  </a:lnTo>
                  <a:lnTo>
                    <a:pt x="1329603" y="2943186"/>
                  </a:lnTo>
                  <a:lnTo>
                    <a:pt x="1282168" y="2937788"/>
                  </a:lnTo>
                  <a:lnTo>
                    <a:pt x="1235200" y="2930902"/>
                  </a:lnTo>
                  <a:lnTo>
                    <a:pt x="1188724" y="2922553"/>
                  </a:lnTo>
                  <a:lnTo>
                    <a:pt x="1142765" y="2912764"/>
                  </a:lnTo>
                  <a:lnTo>
                    <a:pt x="1097346" y="2901560"/>
                  </a:lnTo>
                  <a:lnTo>
                    <a:pt x="1052492" y="2888965"/>
                  </a:lnTo>
                  <a:lnTo>
                    <a:pt x="1008227" y="2875004"/>
                  </a:lnTo>
                  <a:lnTo>
                    <a:pt x="964575" y="2859700"/>
                  </a:lnTo>
                  <a:lnTo>
                    <a:pt x="921561" y="2843078"/>
                  </a:lnTo>
                  <a:lnTo>
                    <a:pt x="879210" y="2825163"/>
                  </a:lnTo>
                  <a:lnTo>
                    <a:pt x="837545" y="2805978"/>
                  </a:lnTo>
                  <a:lnTo>
                    <a:pt x="796590" y="2785548"/>
                  </a:lnTo>
                  <a:lnTo>
                    <a:pt x="756371" y="2763896"/>
                  </a:lnTo>
                  <a:lnTo>
                    <a:pt x="716911" y="2741049"/>
                  </a:lnTo>
                  <a:lnTo>
                    <a:pt x="678235" y="2717028"/>
                  </a:lnTo>
                  <a:lnTo>
                    <a:pt x="640367" y="2691860"/>
                  </a:lnTo>
                  <a:lnTo>
                    <a:pt x="603332" y="2665568"/>
                  </a:lnTo>
                  <a:lnTo>
                    <a:pt x="567153" y="2638176"/>
                  </a:lnTo>
                  <a:lnTo>
                    <a:pt x="531855" y="2609709"/>
                  </a:lnTo>
                  <a:lnTo>
                    <a:pt x="497463" y="2580191"/>
                  </a:lnTo>
                  <a:lnTo>
                    <a:pt x="464000" y="2549646"/>
                  </a:lnTo>
                  <a:lnTo>
                    <a:pt x="431492" y="2518098"/>
                  </a:lnTo>
                  <a:lnTo>
                    <a:pt x="399961" y="2485573"/>
                  </a:lnTo>
                  <a:lnTo>
                    <a:pt x="369434" y="2452093"/>
                  </a:lnTo>
                  <a:lnTo>
                    <a:pt x="339933" y="2417684"/>
                  </a:lnTo>
                  <a:lnTo>
                    <a:pt x="311484" y="2382369"/>
                  </a:lnTo>
                  <a:lnTo>
                    <a:pt x="284111" y="2346173"/>
                  </a:lnTo>
                  <a:lnTo>
                    <a:pt x="257837" y="2309121"/>
                  </a:lnTo>
                  <a:lnTo>
                    <a:pt x="232688" y="2271235"/>
                  </a:lnTo>
                  <a:lnTo>
                    <a:pt x="208688" y="2232542"/>
                  </a:lnTo>
                  <a:lnTo>
                    <a:pt x="185861" y="2193064"/>
                  </a:lnTo>
                  <a:lnTo>
                    <a:pt x="164231" y="2152827"/>
                  </a:lnTo>
                  <a:lnTo>
                    <a:pt x="143822" y="2111854"/>
                  </a:lnTo>
                  <a:lnTo>
                    <a:pt x="124660" y="2070170"/>
                  </a:lnTo>
                  <a:lnTo>
                    <a:pt x="106767" y="2027798"/>
                  </a:lnTo>
                  <a:lnTo>
                    <a:pt x="90170" y="1984765"/>
                  </a:lnTo>
                  <a:lnTo>
                    <a:pt x="74891" y="1941092"/>
                  </a:lnTo>
                  <a:lnTo>
                    <a:pt x="60956" y="1896806"/>
                  </a:lnTo>
                  <a:lnTo>
                    <a:pt x="48388" y="1851930"/>
                  </a:lnTo>
                  <a:lnTo>
                    <a:pt x="37212" y="1806488"/>
                  </a:lnTo>
                  <a:lnTo>
                    <a:pt x="27453" y="1760505"/>
                  </a:lnTo>
                  <a:lnTo>
                    <a:pt x="19134" y="1714004"/>
                  </a:lnTo>
                  <a:lnTo>
                    <a:pt x="12280" y="1667011"/>
                  </a:lnTo>
                  <a:lnTo>
                    <a:pt x="6915" y="1619550"/>
                  </a:lnTo>
                  <a:lnTo>
                    <a:pt x="3064" y="1571644"/>
                  </a:lnTo>
                  <a:lnTo>
                    <a:pt x="751" y="1523318"/>
                  </a:lnTo>
                  <a:lnTo>
                    <a:pt x="0" y="1474596"/>
                  </a:lnTo>
                  <a:lnTo>
                    <a:pt x="751" y="1425935"/>
                  </a:lnTo>
                  <a:lnTo>
                    <a:pt x="3064" y="1377666"/>
                  </a:lnTo>
                  <a:lnTo>
                    <a:pt x="6915" y="1329816"/>
                  </a:lnTo>
                  <a:lnTo>
                    <a:pt x="12280" y="1282407"/>
                  </a:lnTo>
                  <a:lnTo>
                    <a:pt x="19134" y="1235464"/>
                  </a:lnTo>
                  <a:lnTo>
                    <a:pt x="27453" y="1189012"/>
                  </a:lnTo>
                  <a:lnTo>
                    <a:pt x="37212" y="1143075"/>
                  </a:lnTo>
                  <a:lnTo>
                    <a:pt x="48388" y="1097677"/>
                  </a:lnTo>
                  <a:lnTo>
                    <a:pt x="60956" y="1052843"/>
                  </a:lnTo>
                  <a:lnTo>
                    <a:pt x="74891" y="1008597"/>
                  </a:lnTo>
                  <a:lnTo>
                    <a:pt x="90170" y="964962"/>
                  </a:lnTo>
                  <a:lnTo>
                    <a:pt x="106767" y="921965"/>
                  </a:lnTo>
                  <a:lnTo>
                    <a:pt x="124660" y="879628"/>
                  </a:lnTo>
                  <a:lnTo>
                    <a:pt x="143822" y="837976"/>
                  </a:lnTo>
                  <a:lnTo>
                    <a:pt x="164231" y="797034"/>
                  </a:lnTo>
                  <a:lnTo>
                    <a:pt x="185861" y="756825"/>
                  </a:lnTo>
                  <a:lnTo>
                    <a:pt x="208688" y="717375"/>
                  </a:lnTo>
                  <a:lnTo>
                    <a:pt x="232688" y="678707"/>
                  </a:lnTo>
                  <a:lnTo>
                    <a:pt x="257837" y="640846"/>
                  </a:lnTo>
                  <a:lnTo>
                    <a:pt x="284111" y="603816"/>
                  </a:lnTo>
                  <a:lnTo>
                    <a:pt x="311484" y="567642"/>
                  </a:lnTo>
                  <a:lnTo>
                    <a:pt x="339933" y="532347"/>
                  </a:lnTo>
                  <a:lnTo>
                    <a:pt x="369434" y="497956"/>
                  </a:lnTo>
                  <a:lnTo>
                    <a:pt x="399961" y="464493"/>
                  </a:lnTo>
                  <a:lnTo>
                    <a:pt x="431492" y="431984"/>
                  </a:lnTo>
                  <a:lnTo>
                    <a:pt x="464000" y="400451"/>
                  </a:lnTo>
                  <a:lnTo>
                    <a:pt x="497463" y="369919"/>
                  </a:lnTo>
                  <a:lnTo>
                    <a:pt x="531855" y="340414"/>
                  </a:lnTo>
                  <a:lnTo>
                    <a:pt x="567153" y="311958"/>
                  </a:lnTo>
                  <a:lnTo>
                    <a:pt x="603332" y="284576"/>
                  </a:lnTo>
                  <a:lnTo>
                    <a:pt x="640367" y="258293"/>
                  </a:lnTo>
                  <a:lnTo>
                    <a:pt x="678235" y="233133"/>
                  </a:lnTo>
                  <a:lnTo>
                    <a:pt x="716911" y="209121"/>
                  </a:lnTo>
                  <a:lnTo>
                    <a:pt x="756371" y="186279"/>
                  </a:lnTo>
                  <a:lnTo>
                    <a:pt x="796590" y="164634"/>
                  </a:lnTo>
                  <a:lnTo>
                    <a:pt x="837545" y="144209"/>
                  </a:lnTo>
                  <a:lnTo>
                    <a:pt x="879210" y="125028"/>
                  </a:lnTo>
                  <a:lnTo>
                    <a:pt x="921561" y="107117"/>
                  </a:lnTo>
                  <a:lnTo>
                    <a:pt x="964575" y="90498"/>
                  </a:lnTo>
                  <a:lnTo>
                    <a:pt x="1008227" y="75197"/>
                  </a:lnTo>
                  <a:lnTo>
                    <a:pt x="1052492" y="61238"/>
                  </a:lnTo>
                  <a:lnTo>
                    <a:pt x="1097346" y="48645"/>
                  </a:lnTo>
                  <a:lnTo>
                    <a:pt x="1142765" y="37442"/>
                  </a:lnTo>
                  <a:lnTo>
                    <a:pt x="1188724" y="27654"/>
                  </a:lnTo>
                  <a:lnTo>
                    <a:pt x="1235200" y="19306"/>
                  </a:lnTo>
                  <a:lnTo>
                    <a:pt x="1282168" y="12420"/>
                  </a:lnTo>
                  <a:lnTo>
                    <a:pt x="1329603" y="7023"/>
                  </a:lnTo>
                  <a:lnTo>
                    <a:pt x="1377481" y="3137"/>
                  </a:lnTo>
                  <a:lnTo>
                    <a:pt x="1425778" y="788"/>
                  </a:lnTo>
                  <a:lnTo>
                    <a:pt x="1474470" y="0"/>
                  </a:lnTo>
                  <a:lnTo>
                    <a:pt x="1523161" y="788"/>
                  </a:lnTo>
                  <a:lnTo>
                    <a:pt x="1571458" y="3137"/>
                  </a:lnTo>
                  <a:lnTo>
                    <a:pt x="1619337" y="7023"/>
                  </a:lnTo>
                  <a:lnTo>
                    <a:pt x="1666772" y="12421"/>
                  </a:lnTo>
                  <a:lnTo>
                    <a:pt x="1713740" y="19306"/>
                  </a:lnTo>
                  <a:lnTo>
                    <a:pt x="1760216" y="27655"/>
                  </a:lnTo>
                  <a:lnTo>
                    <a:pt x="1806176" y="37444"/>
                  </a:lnTo>
                  <a:lnTo>
                    <a:pt x="1851596" y="48647"/>
                  </a:lnTo>
                  <a:lnTo>
                    <a:pt x="1896451" y="61241"/>
                  </a:lnTo>
                  <a:lnTo>
                    <a:pt x="1940717" y="75201"/>
                  </a:lnTo>
                  <a:lnTo>
                    <a:pt x="1984371" y="90504"/>
                  </a:lnTo>
                  <a:lnTo>
                    <a:pt x="2027386" y="107124"/>
                  </a:lnTo>
                  <a:lnTo>
                    <a:pt x="2069740" y="125037"/>
                  </a:lnTo>
                  <a:lnTo>
                    <a:pt x="2111408" y="144220"/>
                  </a:lnTo>
                  <a:lnTo>
                    <a:pt x="2152366" y="164648"/>
                  </a:lnTo>
                  <a:lnTo>
                    <a:pt x="2192589" y="186296"/>
                  </a:lnTo>
                  <a:lnTo>
                    <a:pt x="2232053" y="209140"/>
                  </a:lnTo>
                  <a:lnTo>
                    <a:pt x="2270734" y="233157"/>
                  </a:lnTo>
                  <a:lnTo>
                    <a:pt x="2308607" y="258321"/>
                  </a:lnTo>
                  <a:lnTo>
                    <a:pt x="2345648" y="284609"/>
                  </a:lnTo>
                  <a:lnTo>
                    <a:pt x="2381833" y="311995"/>
                  </a:lnTo>
                  <a:lnTo>
                    <a:pt x="2417138" y="340457"/>
                  </a:lnTo>
                  <a:lnTo>
                    <a:pt x="2451538" y="369969"/>
                  </a:lnTo>
                  <a:lnTo>
                    <a:pt x="2485009" y="400507"/>
                  </a:lnTo>
                  <a:lnTo>
                    <a:pt x="2517527" y="432047"/>
                  </a:lnTo>
                  <a:lnTo>
                    <a:pt x="2549067" y="464565"/>
                  </a:lnTo>
                  <a:lnTo>
                    <a:pt x="2579605" y="498036"/>
                  </a:lnTo>
                  <a:lnTo>
                    <a:pt x="2609117" y="532436"/>
                  </a:lnTo>
                  <a:lnTo>
                    <a:pt x="2637579" y="567741"/>
                  </a:lnTo>
                  <a:lnTo>
                    <a:pt x="2664965" y="603926"/>
                  </a:lnTo>
                  <a:lnTo>
                    <a:pt x="2691253" y="640967"/>
                  </a:lnTo>
                  <a:lnTo>
                    <a:pt x="2716417" y="678840"/>
                  </a:lnTo>
                  <a:lnTo>
                    <a:pt x="2740434" y="717521"/>
                  </a:lnTo>
                  <a:lnTo>
                    <a:pt x="2763278" y="756985"/>
                  </a:lnTo>
                  <a:lnTo>
                    <a:pt x="2784926" y="797208"/>
                  </a:lnTo>
                  <a:lnTo>
                    <a:pt x="2805354" y="838166"/>
                  </a:lnTo>
                  <a:lnTo>
                    <a:pt x="2824537" y="879834"/>
                  </a:lnTo>
                  <a:lnTo>
                    <a:pt x="2842450" y="922188"/>
                  </a:lnTo>
                  <a:lnTo>
                    <a:pt x="2859070" y="965203"/>
                  </a:lnTo>
                  <a:lnTo>
                    <a:pt x="2874373" y="1008857"/>
                  </a:lnTo>
                  <a:lnTo>
                    <a:pt x="2888333" y="1053123"/>
                  </a:lnTo>
                  <a:lnTo>
                    <a:pt x="2900927" y="1097978"/>
                  </a:lnTo>
                  <a:lnTo>
                    <a:pt x="2912130" y="1143398"/>
                  </a:lnTo>
                  <a:lnTo>
                    <a:pt x="2921919" y="1189358"/>
                  </a:lnTo>
                  <a:lnTo>
                    <a:pt x="2930268" y="1235834"/>
                  </a:lnTo>
                  <a:lnTo>
                    <a:pt x="2937153" y="1282802"/>
                  </a:lnTo>
                  <a:lnTo>
                    <a:pt x="2942551" y="1330237"/>
                  </a:lnTo>
                  <a:lnTo>
                    <a:pt x="2946437" y="1378116"/>
                  </a:lnTo>
                  <a:lnTo>
                    <a:pt x="2948786" y="1426413"/>
                  </a:lnTo>
                  <a:lnTo>
                    <a:pt x="2949575" y="1475104"/>
                  </a:lnTo>
                  <a:lnTo>
                    <a:pt x="2948786" y="1523796"/>
                  </a:lnTo>
                  <a:lnTo>
                    <a:pt x="2946437" y="1572093"/>
                  </a:lnTo>
                  <a:lnTo>
                    <a:pt x="2942551" y="1619972"/>
                  </a:lnTo>
                  <a:lnTo>
                    <a:pt x="2937153" y="1667407"/>
                  </a:lnTo>
                  <a:lnTo>
                    <a:pt x="2930268" y="1714375"/>
                  </a:lnTo>
                  <a:lnTo>
                    <a:pt x="2921919" y="1760851"/>
                  </a:lnTo>
                  <a:lnTo>
                    <a:pt x="2912130" y="1806811"/>
                  </a:lnTo>
                  <a:lnTo>
                    <a:pt x="2900927" y="1852231"/>
                  </a:lnTo>
                  <a:lnTo>
                    <a:pt x="2888333" y="1897086"/>
                  </a:lnTo>
                  <a:lnTo>
                    <a:pt x="2874373" y="1941352"/>
                  </a:lnTo>
                  <a:lnTo>
                    <a:pt x="2859070" y="1985006"/>
                  </a:lnTo>
                  <a:lnTo>
                    <a:pt x="2842450" y="2028021"/>
                  </a:lnTo>
                  <a:lnTo>
                    <a:pt x="2824537" y="2070375"/>
                  </a:lnTo>
                  <a:lnTo>
                    <a:pt x="2805354" y="2112043"/>
                  </a:lnTo>
                  <a:lnTo>
                    <a:pt x="2784926" y="2153001"/>
                  </a:lnTo>
                  <a:lnTo>
                    <a:pt x="2763278" y="2193224"/>
                  </a:lnTo>
                  <a:lnTo>
                    <a:pt x="2740434" y="2232688"/>
                  </a:lnTo>
                  <a:lnTo>
                    <a:pt x="2716417" y="2271369"/>
                  </a:lnTo>
                  <a:lnTo>
                    <a:pt x="2691253" y="2309242"/>
                  </a:lnTo>
                  <a:lnTo>
                    <a:pt x="2664965" y="2346283"/>
                  </a:lnTo>
                  <a:lnTo>
                    <a:pt x="2637579" y="2382468"/>
                  </a:lnTo>
                  <a:lnTo>
                    <a:pt x="2609117" y="2417773"/>
                  </a:lnTo>
                  <a:lnTo>
                    <a:pt x="2579605" y="2452173"/>
                  </a:lnTo>
                  <a:lnTo>
                    <a:pt x="2549067" y="2485644"/>
                  </a:lnTo>
                  <a:lnTo>
                    <a:pt x="2517527" y="2518162"/>
                  </a:lnTo>
                  <a:lnTo>
                    <a:pt x="2485009" y="2549702"/>
                  </a:lnTo>
                  <a:lnTo>
                    <a:pt x="2451538" y="2580240"/>
                  </a:lnTo>
                  <a:lnTo>
                    <a:pt x="2417138" y="2609752"/>
                  </a:lnTo>
                  <a:lnTo>
                    <a:pt x="2381833" y="2638214"/>
                  </a:lnTo>
                  <a:lnTo>
                    <a:pt x="2345648" y="2665600"/>
                  </a:lnTo>
                  <a:lnTo>
                    <a:pt x="2308607" y="2691888"/>
                  </a:lnTo>
                  <a:lnTo>
                    <a:pt x="2270734" y="2717052"/>
                  </a:lnTo>
                  <a:lnTo>
                    <a:pt x="2232053" y="2741069"/>
                  </a:lnTo>
                  <a:lnTo>
                    <a:pt x="2192589" y="2763913"/>
                  </a:lnTo>
                  <a:lnTo>
                    <a:pt x="2152366" y="2785561"/>
                  </a:lnTo>
                  <a:lnTo>
                    <a:pt x="2111408" y="2805989"/>
                  </a:lnTo>
                  <a:lnTo>
                    <a:pt x="2069740" y="2825172"/>
                  </a:lnTo>
                  <a:lnTo>
                    <a:pt x="2027386" y="2843085"/>
                  </a:lnTo>
                  <a:lnTo>
                    <a:pt x="1984371" y="2859705"/>
                  </a:lnTo>
                  <a:lnTo>
                    <a:pt x="1940717" y="2875008"/>
                  </a:lnTo>
                  <a:lnTo>
                    <a:pt x="1896451" y="2888968"/>
                  </a:lnTo>
                  <a:lnTo>
                    <a:pt x="1851596" y="2901562"/>
                  </a:lnTo>
                  <a:lnTo>
                    <a:pt x="1806176" y="2912765"/>
                  </a:lnTo>
                  <a:lnTo>
                    <a:pt x="1760216" y="2922554"/>
                  </a:lnTo>
                  <a:lnTo>
                    <a:pt x="1713740" y="2930903"/>
                  </a:lnTo>
                  <a:lnTo>
                    <a:pt x="1666772" y="2937788"/>
                  </a:lnTo>
                  <a:lnTo>
                    <a:pt x="1619337" y="2943186"/>
                  </a:lnTo>
                  <a:lnTo>
                    <a:pt x="1571458" y="2947072"/>
                  </a:lnTo>
                  <a:lnTo>
                    <a:pt x="1523161" y="2949421"/>
                  </a:lnTo>
                  <a:lnTo>
                    <a:pt x="1474470" y="2950209"/>
                  </a:lnTo>
                  <a:close/>
                </a:path>
              </a:pathLst>
            </a:custGeom>
            <a:solidFill>
              <a:srgbClr val="9FC0EF"/>
            </a:solidFill>
          </p:spPr>
          <p:txBody>
            <a:bodyPr wrap="square" lIns="0" tIns="0" rIns="0" bIns="0" rtlCol="0"/>
            <a:lstStyle/>
            <a:p>
              <a:endParaRPr/>
            </a:p>
          </p:txBody>
        </p:sp>
        <p:pic>
          <p:nvPicPr>
            <p:cNvPr id="9" name="object 9"/>
            <p:cNvPicPr/>
            <p:nvPr/>
          </p:nvPicPr>
          <p:blipFill>
            <a:blip r:embed="rId3" cstate="print"/>
            <a:stretch>
              <a:fillRect/>
            </a:stretch>
          </p:blipFill>
          <p:spPr>
            <a:xfrm>
              <a:off x="4805172" y="2772156"/>
              <a:ext cx="2634996" cy="2633472"/>
            </a:xfrm>
            <a:prstGeom prst="rect">
              <a:avLst/>
            </a:prstGeom>
          </p:spPr>
        </p:pic>
        <p:pic>
          <p:nvPicPr>
            <p:cNvPr id="10" name="object 10"/>
            <p:cNvPicPr/>
            <p:nvPr/>
          </p:nvPicPr>
          <p:blipFill>
            <a:blip r:embed="rId4" cstate="print"/>
            <a:stretch>
              <a:fillRect/>
            </a:stretch>
          </p:blipFill>
          <p:spPr>
            <a:xfrm>
              <a:off x="4799444" y="2771140"/>
              <a:ext cx="2646451" cy="2641600"/>
            </a:xfrm>
            <a:prstGeom prst="rect">
              <a:avLst/>
            </a:prstGeom>
          </p:spPr>
        </p:pic>
        <p:sp>
          <p:nvSpPr>
            <p:cNvPr id="11" name="object 11"/>
            <p:cNvSpPr/>
            <p:nvPr/>
          </p:nvSpPr>
          <p:spPr>
            <a:xfrm>
              <a:off x="1603495" y="2504757"/>
              <a:ext cx="3667760" cy="702945"/>
            </a:xfrm>
            <a:custGeom>
              <a:avLst/>
              <a:gdLst/>
              <a:ahLst/>
              <a:cxnLst/>
              <a:rect l="l" t="t" r="r" b="b"/>
              <a:pathLst>
                <a:path w="3667760" h="702944">
                  <a:moveTo>
                    <a:pt x="3667207" y="702944"/>
                  </a:moveTo>
                  <a:lnTo>
                    <a:pt x="351466" y="702944"/>
                  </a:lnTo>
                  <a:lnTo>
                    <a:pt x="0" y="351466"/>
                  </a:lnTo>
                  <a:lnTo>
                    <a:pt x="351466" y="0"/>
                  </a:lnTo>
                  <a:lnTo>
                    <a:pt x="3667207" y="0"/>
                  </a:lnTo>
                  <a:lnTo>
                    <a:pt x="3663029" y="4178"/>
                  </a:lnTo>
                  <a:lnTo>
                    <a:pt x="3622605" y="4178"/>
                  </a:lnTo>
                  <a:lnTo>
                    <a:pt x="3602400" y="24383"/>
                  </a:lnTo>
                  <a:lnTo>
                    <a:pt x="367480" y="24383"/>
                  </a:lnTo>
                  <a:lnTo>
                    <a:pt x="357384" y="28574"/>
                  </a:lnTo>
                  <a:lnTo>
                    <a:pt x="363289" y="28574"/>
                  </a:lnTo>
                  <a:lnTo>
                    <a:pt x="50501" y="341363"/>
                  </a:lnTo>
                  <a:lnTo>
                    <a:pt x="30295" y="341363"/>
                  </a:lnTo>
                  <a:lnTo>
                    <a:pt x="30295" y="361568"/>
                  </a:lnTo>
                  <a:lnTo>
                    <a:pt x="50501" y="361568"/>
                  </a:lnTo>
                  <a:lnTo>
                    <a:pt x="363302" y="674369"/>
                  </a:lnTo>
                  <a:lnTo>
                    <a:pt x="357384" y="674369"/>
                  </a:lnTo>
                  <a:lnTo>
                    <a:pt x="367480" y="678548"/>
                  </a:lnTo>
                  <a:lnTo>
                    <a:pt x="3602399" y="678548"/>
                  </a:lnTo>
                  <a:lnTo>
                    <a:pt x="3622605" y="698753"/>
                  </a:lnTo>
                  <a:lnTo>
                    <a:pt x="3663016" y="698753"/>
                  </a:lnTo>
                  <a:lnTo>
                    <a:pt x="3667207" y="702944"/>
                  </a:lnTo>
                  <a:close/>
                </a:path>
                <a:path w="3667760" h="702944">
                  <a:moveTo>
                    <a:pt x="3622605" y="698753"/>
                  </a:moveTo>
                  <a:lnTo>
                    <a:pt x="3275329" y="351466"/>
                  </a:lnTo>
                  <a:lnTo>
                    <a:pt x="3622605" y="4178"/>
                  </a:lnTo>
                  <a:lnTo>
                    <a:pt x="3632714" y="28574"/>
                  </a:lnTo>
                  <a:lnTo>
                    <a:pt x="3638631" y="28574"/>
                  </a:lnTo>
                  <a:lnTo>
                    <a:pt x="3325832" y="341363"/>
                  </a:lnTo>
                  <a:lnTo>
                    <a:pt x="3305625" y="341363"/>
                  </a:lnTo>
                  <a:lnTo>
                    <a:pt x="3305625" y="361568"/>
                  </a:lnTo>
                  <a:lnTo>
                    <a:pt x="3325831" y="361568"/>
                  </a:lnTo>
                  <a:lnTo>
                    <a:pt x="3638632" y="674369"/>
                  </a:lnTo>
                  <a:lnTo>
                    <a:pt x="3632714" y="674369"/>
                  </a:lnTo>
                  <a:lnTo>
                    <a:pt x="3622605" y="698753"/>
                  </a:lnTo>
                  <a:close/>
                </a:path>
                <a:path w="3667760" h="702944">
                  <a:moveTo>
                    <a:pt x="3638631" y="28574"/>
                  </a:moveTo>
                  <a:lnTo>
                    <a:pt x="3632714" y="28574"/>
                  </a:lnTo>
                  <a:lnTo>
                    <a:pt x="3622605" y="4178"/>
                  </a:lnTo>
                  <a:lnTo>
                    <a:pt x="3663029" y="4178"/>
                  </a:lnTo>
                  <a:lnTo>
                    <a:pt x="3638631" y="28574"/>
                  </a:lnTo>
                  <a:close/>
                </a:path>
                <a:path w="3667760" h="702944">
                  <a:moveTo>
                    <a:pt x="363289" y="28574"/>
                  </a:moveTo>
                  <a:lnTo>
                    <a:pt x="357384" y="28574"/>
                  </a:lnTo>
                  <a:lnTo>
                    <a:pt x="367480" y="24383"/>
                  </a:lnTo>
                  <a:lnTo>
                    <a:pt x="363289" y="28574"/>
                  </a:lnTo>
                  <a:close/>
                </a:path>
                <a:path w="3667760" h="702944">
                  <a:moveTo>
                    <a:pt x="3598209" y="28574"/>
                  </a:moveTo>
                  <a:lnTo>
                    <a:pt x="363289" y="28574"/>
                  </a:lnTo>
                  <a:lnTo>
                    <a:pt x="367480" y="24383"/>
                  </a:lnTo>
                  <a:lnTo>
                    <a:pt x="3602400" y="24383"/>
                  </a:lnTo>
                  <a:lnTo>
                    <a:pt x="3598209" y="28574"/>
                  </a:lnTo>
                  <a:close/>
                </a:path>
                <a:path w="3667760" h="702944">
                  <a:moveTo>
                    <a:pt x="30295" y="361568"/>
                  </a:moveTo>
                  <a:lnTo>
                    <a:pt x="30295" y="341363"/>
                  </a:lnTo>
                  <a:lnTo>
                    <a:pt x="40392" y="351472"/>
                  </a:lnTo>
                  <a:lnTo>
                    <a:pt x="30295" y="361568"/>
                  </a:lnTo>
                  <a:close/>
                </a:path>
                <a:path w="3667760" h="702944">
                  <a:moveTo>
                    <a:pt x="40398" y="351466"/>
                  </a:moveTo>
                  <a:lnTo>
                    <a:pt x="30295" y="341363"/>
                  </a:lnTo>
                  <a:lnTo>
                    <a:pt x="50501" y="341363"/>
                  </a:lnTo>
                  <a:lnTo>
                    <a:pt x="40398" y="351466"/>
                  </a:lnTo>
                  <a:close/>
                </a:path>
                <a:path w="3667760" h="702944">
                  <a:moveTo>
                    <a:pt x="3305625" y="361568"/>
                  </a:moveTo>
                  <a:lnTo>
                    <a:pt x="3305625" y="341363"/>
                  </a:lnTo>
                  <a:lnTo>
                    <a:pt x="3315722" y="351472"/>
                  </a:lnTo>
                  <a:lnTo>
                    <a:pt x="3305625" y="361568"/>
                  </a:lnTo>
                  <a:close/>
                </a:path>
                <a:path w="3667760" h="702944">
                  <a:moveTo>
                    <a:pt x="3315728" y="351466"/>
                  </a:moveTo>
                  <a:lnTo>
                    <a:pt x="3305625" y="341363"/>
                  </a:lnTo>
                  <a:lnTo>
                    <a:pt x="3325832" y="341363"/>
                  </a:lnTo>
                  <a:lnTo>
                    <a:pt x="3315728" y="351466"/>
                  </a:lnTo>
                  <a:close/>
                </a:path>
                <a:path w="3667760" h="702944">
                  <a:moveTo>
                    <a:pt x="50501" y="361568"/>
                  </a:moveTo>
                  <a:lnTo>
                    <a:pt x="30295" y="361568"/>
                  </a:lnTo>
                  <a:lnTo>
                    <a:pt x="40405" y="351472"/>
                  </a:lnTo>
                  <a:lnTo>
                    <a:pt x="50501" y="361568"/>
                  </a:lnTo>
                  <a:close/>
                </a:path>
                <a:path w="3667760" h="702944">
                  <a:moveTo>
                    <a:pt x="3325831" y="361568"/>
                  </a:moveTo>
                  <a:lnTo>
                    <a:pt x="3305625" y="361568"/>
                  </a:lnTo>
                  <a:lnTo>
                    <a:pt x="3315735" y="351472"/>
                  </a:lnTo>
                  <a:lnTo>
                    <a:pt x="3325831" y="361568"/>
                  </a:lnTo>
                  <a:close/>
                </a:path>
                <a:path w="3667760" h="702944">
                  <a:moveTo>
                    <a:pt x="367480" y="678548"/>
                  </a:moveTo>
                  <a:lnTo>
                    <a:pt x="357384" y="674369"/>
                  </a:lnTo>
                  <a:lnTo>
                    <a:pt x="363302" y="674369"/>
                  </a:lnTo>
                  <a:lnTo>
                    <a:pt x="367480" y="678548"/>
                  </a:lnTo>
                  <a:close/>
                </a:path>
                <a:path w="3667760" h="702944">
                  <a:moveTo>
                    <a:pt x="3602399" y="678548"/>
                  </a:moveTo>
                  <a:lnTo>
                    <a:pt x="367480" y="678548"/>
                  </a:lnTo>
                  <a:lnTo>
                    <a:pt x="363302" y="674369"/>
                  </a:lnTo>
                  <a:lnTo>
                    <a:pt x="3598221" y="674369"/>
                  </a:lnTo>
                  <a:lnTo>
                    <a:pt x="3602399" y="678548"/>
                  </a:lnTo>
                  <a:close/>
                </a:path>
                <a:path w="3667760" h="702944">
                  <a:moveTo>
                    <a:pt x="3663016" y="698753"/>
                  </a:moveTo>
                  <a:lnTo>
                    <a:pt x="3622605" y="698753"/>
                  </a:lnTo>
                  <a:lnTo>
                    <a:pt x="3632714" y="674369"/>
                  </a:lnTo>
                  <a:lnTo>
                    <a:pt x="3638632" y="674369"/>
                  </a:lnTo>
                  <a:lnTo>
                    <a:pt x="3663016" y="698753"/>
                  </a:lnTo>
                  <a:close/>
                </a:path>
              </a:pathLst>
            </a:custGeom>
            <a:solidFill>
              <a:srgbClr val="A3CC88"/>
            </a:solidFill>
          </p:spPr>
          <p:txBody>
            <a:bodyPr wrap="square" lIns="0" tIns="0" rIns="0" bIns="0" rtlCol="0"/>
            <a:lstStyle/>
            <a:p>
              <a:endParaRPr/>
            </a:p>
          </p:txBody>
        </p:sp>
      </p:grpSp>
      <p:sp>
        <p:nvSpPr>
          <p:cNvPr id="12" name="object 12"/>
          <p:cNvSpPr txBox="1"/>
          <p:nvPr/>
        </p:nvSpPr>
        <p:spPr>
          <a:xfrm>
            <a:off x="1896110" y="2687320"/>
            <a:ext cx="2680335" cy="299720"/>
          </a:xfrm>
          <a:prstGeom prst="rect">
            <a:avLst/>
          </a:prstGeom>
        </p:spPr>
        <p:txBody>
          <a:bodyPr vert="horz" wrap="square" lIns="0" tIns="12700" rIns="0" bIns="0" rtlCol="0">
            <a:spAutoFit/>
          </a:bodyPr>
          <a:lstStyle/>
          <a:p>
            <a:pPr marL="12700">
              <a:lnSpc>
                <a:spcPct val="100000"/>
              </a:lnSpc>
              <a:spcBef>
                <a:spcPts val="100"/>
              </a:spcBef>
            </a:pPr>
            <a:r>
              <a:rPr sz="1800" spc="305" dirty="0">
                <a:solidFill>
                  <a:srgbClr val="A3CC88"/>
                </a:solidFill>
                <a:latin typeface="宋体"/>
                <a:cs typeface="宋体"/>
              </a:rPr>
              <a:t>R</a:t>
            </a:r>
            <a:r>
              <a:rPr sz="1800" spc="-605" dirty="0">
                <a:solidFill>
                  <a:srgbClr val="A3CC88"/>
                </a:solidFill>
                <a:latin typeface="宋体"/>
                <a:cs typeface="宋体"/>
              </a:rPr>
              <a:t> </a:t>
            </a:r>
            <a:r>
              <a:rPr sz="1800" spc="150" dirty="0">
                <a:solidFill>
                  <a:srgbClr val="A3CC88"/>
                </a:solidFill>
                <a:latin typeface="宋体"/>
                <a:cs typeface="宋体"/>
              </a:rPr>
              <a:t>e</a:t>
            </a:r>
            <a:r>
              <a:rPr sz="1800" spc="-605" dirty="0">
                <a:solidFill>
                  <a:srgbClr val="A3CC88"/>
                </a:solidFill>
                <a:latin typeface="宋体"/>
                <a:cs typeface="宋体"/>
              </a:rPr>
              <a:t> </a:t>
            </a:r>
            <a:r>
              <a:rPr sz="1800" spc="-265" dirty="0">
                <a:solidFill>
                  <a:srgbClr val="A3CC88"/>
                </a:solidFill>
                <a:latin typeface="宋体"/>
                <a:cs typeface="宋体"/>
              </a:rPr>
              <a:t>f</a:t>
            </a:r>
            <a:r>
              <a:rPr sz="1800" spc="-595" dirty="0">
                <a:solidFill>
                  <a:srgbClr val="A3CC88"/>
                </a:solidFill>
                <a:latin typeface="宋体"/>
                <a:cs typeface="宋体"/>
              </a:rPr>
              <a:t> </a:t>
            </a:r>
            <a:r>
              <a:rPr sz="1800" spc="-505" dirty="0">
                <a:solidFill>
                  <a:srgbClr val="A3CC88"/>
                </a:solidFill>
                <a:latin typeface="宋体"/>
                <a:cs typeface="宋体"/>
              </a:rPr>
              <a:t>i</a:t>
            </a:r>
            <a:r>
              <a:rPr sz="1800" spc="-600" dirty="0">
                <a:solidFill>
                  <a:srgbClr val="A3CC88"/>
                </a:solidFill>
                <a:latin typeface="宋体"/>
                <a:cs typeface="宋体"/>
              </a:rPr>
              <a:t> </a:t>
            </a:r>
            <a:r>
              <a:rPr sz="1800" spc="160" dirty="0">
                <a:solidFill>
                  <a:srgbClr val="A3CC88"/>
                </a:solidFill>
                <a:latin typeface="宋体"/>
                <a:cs typeface="宋体"/>
              </a:rPr>
              <a:t>n</a:t>
            </a:r>
            <a:r>
              <a:rPr sz="1800" spc="-605" dirty="0">
                <a:solidFill>
                  <a:srgbClr val="A3CC88"/>
                </a:solidFill>
                <a:latin typeface="宋体"/>
                <a:cs typeface="宋体"/>
              </a:rPr>
              <a:t> </a:t>
            </a:r>
            <a:r>
              <a:rPr sz="1800" spc="150" dirty="0">
                <a:solidFill>
                  <a:srgbClr val="A3CC88"/>
                </a:solidFill>
                <a:latin typeface="宋体"/>
                <a:cs typeface="宋体"/>
              </a:rPr>
              <a:t>e</a:t>
            </a:r>
            <a:r>
              <a:rPr sz="1800" spc="-600" dirty="0">
                <a:solidFill>
                  <a:srgbClr val="A3CC88"/>
                </a:solidFill>
                <a:latin typeface="宋体"/>
                <a:cs typeface="宋体"/>
              </a:rPr>
              <a:t> </a:t>
            </a:r>
            <a:r>
              <a:rPr sz="1800" spc="755" dirty="0">
                <a:solidFill>
                  <a:srgbClr val="A3CC88"/>
                </a:solidFill>
                <a:latin typeface="宋体"/>
                <a:cs typeface="宋体"/>
              </a:rPr>
              <a:t>m</a:t>
            </a:r>
            <a:r>
              <a:rPr sz="1800" spc="-605" dirty="0">
                <a:solidFill>
                  <a:srgbClr val="A3CC88"/>
                </a:solidFill>
                <a:latin typeface="宋体"/>
                <a:cs typeface="宋体"/>
              </a:rPr>
              <a:t> </a:t>
            </a:r>
            <a:r>
              <a:rPr sz="1800" spc="150" dirty="0">
                <a:solidFill>
                  <a:srgbClr val="A3CC88"/>
                </a:solidFill>
                <a:latin typeface="宋体"/>
                <a:cs typeface="宋体"/>
              </a:rPr>
              <a:t>e</a:t>
            </a:r>
            <a:r>
              <a:rPr sz="1800" spc="-600" dirty="0">
                <a:solidFill>
                  <a:srgbClr val="A3CC88"/>
                </a:solidFill>
                <a:latin typeface="宋体"/>
                <a:cs typeface="宋体"/>
              </a:rPr>
              <a:t> </a:t>
            </a:r>
            <a:r>
              <a:rPr sz="1800" spc="160" dirty="0">
                <a:solidFill>
                  <a:srgbClr val="A3CC88"/>
                </a:solidFill>
                <a:latin typeface="宋体"/>
                <a:cs typeface="宋体"/>
              </a:rPr>
              <a:t>n</a:t>
            </a:r>
            <a:r>
              <a:rPr sz="1800" spc="-605" dirty="0">
                <a:solidFill>
                  <a:srgbClr val="A3CC88"/>
                </a:solidFill>
                <a:latin typeface="宋体"/>
                <a:cs typeface="宋体"/>
              </a:rPr>
              <a:t> </a:t>
            </a:r>
            <a:r>
              <a:rPr sz="1800" spc="-325" dirty="0">
                <a:solidFill>
                  <a:srgbClr val="A3CC88"/>
                </a:solidFill>
                <a:latin typeface="宋体"/>
                <a:cs typeface="宋体"/>
              </a:rPr>
              <a:t>t</a:t>
            </a:r>
            <a:r>
              <a:rPr sz="1800" spc="-600" dirty="0">
                <a:solidFill>
                  <a:srgbClr val="A3CC88"/>
                </a:solidFill>
                <a:latin typeface="宋体"/>
                <a:cs typeface="宋体"/>
              </a:rPr>
              <a:t> </a:t>
            </a:r>
            <a:r>
              <a:rPr sz="1800" dirty="0">
                <a:solidFill>
                  <a:srgbClr val="A3CC88"/>
                </a:solidFill>
                <a:latin typeface="宋体"/>
                <a:cs typeface="宋体"/>
              </a:rPr>
              <a:t>（ 优化</a:t>
            </a:r>
            <a:r>
              <a:rPr sz="1800" spc="-50" dirty="0">
                <a:solidFill>
                  <a:srgbClr val="A3CC88"/>
                </a:solidFill>
                <a:latin typeface="宋体"/>
                <a:cs typeface="宋体"/>
              </a:rPr>
              <a:t>）</a:t>
            </a:r>
            <a:endParaRPr sz="1800">
              <a:latin typeface="宋体"/>
              <a:cs typeface="宋体"/>
            </a:endParaRPr>
          </a:p>
        </p:txBody>
      </p:sp>
      <p:sp>
        <p:nvSpPr>
          <p:cNvPr id="13" name="object 13"/>
          <p:cNvSpPr txBox="1"/>
          <p:nvPr/>
        </p:nvSpPr>
        <p:spPr>
          <a:xfrm>
            <a:off x="7740015" y="2719704"/>
            <a:ext cx="2374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78D3C7"/>
                </a:solidFill>
                <a:latin typeface="Arial"/>
                <a:cs typeface="Arial"/>
              </a:rPr>
              <a:t>C</a:t>
            </a:r>
            <a:r>
              <a:rPr sz="1800" spc="-200" dirty="0">
                <a:solidFill>
                  <a:srgbClr val="78D3C7"/>
                </a:solidFill>
                <a:latin typeface="Arial"/>
                <a:cs typeface="Arial"/>
              </a:rPr>
              <a:t> </a:t>
            </a:r>
            <a:r>
              <a:rPr sz="1800" dirty="0">
                <a:solidFill>
                  <a:srgbClr val="78D3C7"/>
                </a:solidFill>
                <a:latin typeface="Arial"/>
                <a:cs typeface="Arial"/>
              </a:rPr>
              <a:t>o</a:t>
            </a:r>
            <a:r>
              <a:rPr sz="1800" spc="-204" dirty="0">
                <a:solidFill>
                  <a:srgbClr val="78D3C7"/>
                </a:solidFill>
                <a:latin typeface="Arial"/>
                <a:cs typeface="Arial"/>
              </a:rPr>
              <a:t> </a:t>
            </a:r>
            <a:r>
              <a:rPr sz="1800" dirty="0">
                <a:solidFill>
                  <a:srgbClr val="78D3C7"/>
                </a:solidFill>
                <a:latin typeface="Arial"/>
                <a:cs typeface="Arial"/>
              </a:rPr>
              <a:t>n</a:t>
            </a:r>
            <a:r>
              <a:rPr sz="1800" spc="-204" dirty="0">
                <a:solidFill>
                  <a:srgbClr val="78D3C7"/>
                </a:solidFill>
                <a:latin typeface="Arial"/>
                <a:cs typeface="Arial"/>
              </a:rPr>
              <a:t> </a:t>
            </a:r>
            <a:r>
              <a:rPr sz="1800" dirty="0">
                <a:solidFill>
                  <a:srgbClr val="78D3C7"/>
                </a:solidFill>
                <a:latin typeface="Arial"/>
                <a:cs typeface="Arial"/>
              </a:rPr>
              <a:t>t</a:t>
            </a:r>
            <a:r>
              <a:rPr sz="1800" spc="-204" dirty="0">
                <a:solidFill>
                  <a:srgbClr val="78D3C7"/>
                </a:solidFill>
                <a:latin typeface="Arial"/>
                <a:cs typeface="Arial"/>
              </a:rPr>
              <a:t> </a:t>
            </a:r>
            <a:r>
              <a:rPr sz="1800" dirty="0">
                <a:solidFill>
                  <a:srgbClr val="78D3C7"/>
                </a:solidFill>
                <a:latin typeface="Arial"/>
                <a:cs typeface="Arial"/>
              </a:rPr>
              <a:t>e</a:t>
            </a:r>
            <a:r>
              <a:rPr sz="1800" spc="-204" dirty="0">
                <a:solidFill>
                  <a:srgbClr val="78D3C7"/>
                </a:solidFill>
                <a:latin typeface="Arial"/>
                <a:cs typeface="Arial"/>
              </a:rPr>
              <a:t> </a:t>
            </a:r>
            <a:r>
              <a:rPr sz="1800" dirty="0">
                <a:solidFill>
                  <a:srgbClr val="78D3C7"/>
                </a:solidFill>
                <a:latin typeface="Arial"/>
                <a:cs typeface="Arial"/>
              </a:rPr>
              <a:t>x</a:t>
            </a:r>
            <a:r>
              <a:rPr sz="1800" spc="-204" dirty="0">
                <a:solidFill>
                  <a:srgbClr val="78D3C7"/>
                </a:solidFill>
                <a:latin typeface="Arial"/>
                <a:cs typeface="Arial"/>
              </a:rPr>
              <a:t> </a:t>
            </a:r>
            <a:r>
              <a:rPr sz="1800" dirty="0">
                <a:solidFill>
                  <a:srgbClr val="78D3C7"/>
                </a:solidFill>
                <a:latin typeface="Arial"/>
                <a:cs typeface="Arial"/>
              </a:rPr>
              <a:t>t</a:t>
            </a:r>
            <a:r>
              <a:rPr sz="1800" spc="-204" dirty="0">
                <a:solidFill>
                  <a:srgbClr val="78D3C7"/>
                </a:solidFill>
                <a:latin typeface="Arial"/>
                <a:cs typeface="Arial"/>
              </a:rPr>
              <a:t> </a:t>
            </a:r>
            <a:r>
              <a:rPr sz="1800" dirty="0">
                <a:solidFill>
                  <a:srgbClr val="78D3C7"/>
                </a:solidFill>
                <a:latin typeface="宋体"/>
                <a:cs typeface="宋体"/>
              </a:rPr>
              <a:t>（</a:t>
            </a:r>
            <a:r>
              <a:rPr sz="1800" spc="75" dirty="0">
                <a:solidFill>
                  <a:srgbClr val="78D3C7"/>
                </a:solidFill>
                <a:latin typeface="宋体"/>
                <a:cs typeface="宋体"/>
              </a:rPr>
              <a:t> 上下文</a:t>
            </a:r>
            <a:r>
              <a:rPr sz="1800" spc="-50" dirty="0">
                <a:solidFill>
                  <a:srgbClr val="78D3C7"/>
                </a:solidFill>
                <a:latin typeface="宋体"/>
                <a:cs typeface="宋体"/>
              </a:rPr>
              <a:t>）</a:t>
            </a:r>
            <a:endParaRPr sz="1800">
              <a:latin typeface="宋体"/>
              <a:cs typeface="宋体"/>
            </a:endParaRPr>
          </a:p>
        </p:txBody>
      </p:sp>
      <p:sp>
        <p:nvSpPr>
          <p:cNvPr id="14" name="object 14"/>
          <p:cNvSpPr txBox="1"/>
          <p:nvPr/>
        </p:nvSpPr>
        <p:spPr>
          <a:xfrm>
            <a:off x="1426210" y="3431540"/>
            <a:ext cx="297815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404040"/>
                </a:solidFill>
                <a:latin typeface="宋体"/>
                <a:cs typeface="宋体"/>
              </a:rPr>
              <a:t>对初步输出进行修改和完善</a:t>
            </a:r>
            <a:endParaRPr sz="1800">
              <a:latin typeface="宋体"/>
              <a:cs typeface="宋体"/>
            </a:endParaRPr>
          </a:p>
        </p:txBody>
      </p:sp>
      <p:sp>
        <p:nvSpPr>
          <p:cNvPr id="15" name="object 15"/>
          <p:cNvSpPr txBox="1"/>
          <p:nvPr/>
        </p:nvSpPr>
        <p:spPr>
          <a:xfrm>
            <a:off x="1661795" y="4918075"/>
            <a:ext cx="2644775" cy="331470"/>
          </a:xfrm>
          <a:prstGeom prst="rect">
            <a:avLst/>
          </a:prstGeom>
        </p:spPr>
        <p:txBody>
          <a:bodyPr vert="horz" wrap="square" lIns="0" tIns="13335" rIns="0" bIns="0" rtlCol="0">
            <a:spAutoFit/>
          </a:bodyPr>
          <a:lstStyle/>
          <a:p>
            <a:pPr marL="12700">
              <a:lnSpc>
                <a:spcPct val="100000"/>
              </a:lnSpc>
              <a:spcBef>
                <a:spcPts val="105"/>
              </a:spcBef>
            </a:pPr>
            <a:r>
              <a:rPr sz="2000" spc="305" dirty="0">
                <a:solidFill>
                  <a:srgbClr val="006FC0"/>
                </a:solidFill>
                <a:latin typeface="宋体"/>
                <a:cs typeface="宋体"/>
              </a:rPr>
              <a:t>Sy</a:t>
            </a:r>
            <a:r>
              <a:rPr sz="2000" spc="-705" dirty="0">
                <a:solidFill>
                  <a:srgbClr val="006FC0"/>
                </a:solidFill>
                <a:latin typeface="宋体"/>
                <a:cs typeface="宋体"/>
              </a:rPr>
              <a:t> </a:t>
            </a:r>
            <a:r>
              <a:rPr sz="2000" spc="160" dirty="0">
                <a:solidFill>
                  <a:srgbClr val="006FC0"/>
                </a:solidFill>
                <a:latin typeface="宋体"/>
                <a:cs typeface="宋体"/>
              </a:rPr>
              <a:t>n</a:t>
            </a:r>
            <a:r>
              <a:rPr sz="2000" spc="-705" dirty="0">
                <a:solidFill>
                  <a:srgbClr val="006FC0"/>
                </a:solidFill>
                <a:latin typeface="宋体"/>
                <a:cs typeface="宋体"/>
              </a:rPr>
              <a:t> </a:t>
            </a:r>
            <a:r>
              <a:rPr sz="2000" spc="-400" dirty="0">
                <a:solidFill>
                  <a:srgbClr val="006FC0"/>
                </a:solidFill>
                <a:latin typeface="宋体"/>
                <a:cs typeface="宋体"/>
              </a:rPr>
              <a:t>t</a:t>
            </a:r>
            <a:r>
              <a:rPr sz="2000" spc="-705" dirty="0">
                <a:solidFill>
                  <a:srgbClr val="006FC0"/>
                </a:solidFill>
                <a:latin typeface="宋体"/>
                <a:cs typeface="宋体"/>
              </a:rPr>
              <a:t> </a:t>
            </a:r>
            <a:r>
              <a:rPr sz="2000" spc="160" dirty="0">
                <a:solidFill>
                  <a:srgbClr val="006FC0"/>
                </a:solidFill>
                <a:latin typeface="宋体"/>
                <a:cs typeface="宋体"/>
              </a:rPr>
              <a:t>h</a:t>
            </a:r>
            <a:r>
              <a:rPr sz="2000" spc="-705" dirty="0">
                <a:solidFill>
                  <a:srgbClr val="006FC0"/>
                </a:solidFill>
                <a:latin typeface="宋体"/>
                <a:cs typeface="宋体"/>
              </a:rPr>
              <a:t> </a:t>
            </a:r>
            <a:r>
              <a:rPr sz="2000" spc="160" dirty="0">
                <a:solidFill>
                  <a:srgbClr val="006FC0"/>
                </a:solidFill>
                <a:latin typeface="宋体"/>
                <a:cs typeface="宋体"/>
              </a:rPr>
              <a:t>e</a:t>
            </a:r>
            <a:r>
              <a:rPr sz="2000" spc="-705" dirty="0">
                <a:solidFill>
                  <a:srgbClr val="006FC0"/>
                </a:solidFill>
                <a:latin typeface="宋体"/>
                <a:cs typeface="宋体"/>
              </a:rPr>
              <a:t> </a:t>
            </a:r>
            <a:r>
              <a:rPr sz="2000" spc="60" dirty="0">
                <a:solidFill>
                  <a:srgbClr val="006FC0"/>
                </a:solidFill>
                <a:latin typeface="宋体"/>
                <a:cs typeface="宋体"/>
              </a:rPr>
              <a:t>s</a:t>
            </a:r>
            <a:r>
              <a:rPr sz="2000" spc="-705" dirty="0">
                <a:solidFill>
                  <a:srgbClr val="006FC0"/>
                </a:solidFill>
                <a:latin typeface="宋体"/>
                <a:cs typeface="宋体"/>
              </a:rPr>
              <a:t> </a:t>
            </a:r>
            <a:r>
              <a:rPr sz="2000" spc="-500" dirty="0">
                <a:solidFill>
                  <a:srgbClr val="006FC0"/>
                </a:solidFill>
                <a:latin typeface="宋体"/>
                <a:cs typeface="宋体"/>
              </a:rPr>
              <a:t>i</a:t>
            </a:r>
            <a:r>
              <a:rPr sz="2000" spc="-705" dirty="0">
                <a:solidFill>
                  <a:srgbClr val="006FC0"/>
                </a:solidFill>
                <a:latin typeface="宋体"/>
                <a:cs typeface="宋体"/>
              </a:rPr>
              <a:t> </a:t>
            </a:r>
            <a:r>
              <a:rPr sz="2000" spc="60" dirty="0">
                <a:solidFill>
                  <a:srgbClr val="006FC0"/>
                </a:solidFill>
                <a:latin typeface="宋体"/>
                <a:cs typeface="宋体"/>
              </a:rPr>
              <a:t>s</a:t>
            </a:r>
            <a:r>
              <a:rPr sz="2000" spc="-705" dirty="0">
                <a:solidFill>
                  <a:srgbClr val="006FC0"/>
                </a:solidFill>
                <a:latin typeface="宋体"/>
                <a:cs typeface="宋体"/>
              </a:rPr>
              <a:t> </a:t>
            </a:r>
            <a:r>
              <a:rPr sz="2000" dirty="0">
                <a:solidFill>
                  <a:srgbClr val="006FC0"/>
                </a:solidFill>
                <a:latin typeface="宋体"/>
                <a:cs typeface="宋体"/>
              </a:rPr>
              <a:t>（</a:t>
            </a:r>
            <a:r>
              <a:rPr sz="2000" spc="-40" dirty="0">
                <a:solidFill>
                  <a:srgbClr val="006FC0"/>
                </a:solidFill>
                <a:latin typeface="宋体"/>
                <a:cs typeface="宋体"/>
              </a:rPr>
              <a:t> 综合</a:t>
            </a:r>
            <a:r>
              <a:rPr sz="2000" spc="-50" dirty="0">
                <a:solidFill>
                  <a:srgbClr val="006FC0"/>
                </a:solidFill>
                <a:latin typeface="宋体"/>
                <a:cs typeface="宋体"/>
              </a:rPr>
              <a:t>）</a:t>
            </a:r>
            <a:endParaRPr sz="2000">
              <a:latin typeface="宋体"/>
              <a:cs typeface="宋体"/>
            </a:endParaRPr>
          </a:p>
        </p:txBody>
      </p:sp>
      <p:sp>
        <p:nvSpPr>
          <p:cNvPr id="16" name="object 16"/>
          <p:cNvSpPr txBox="1"/>
          <p:nvPr/>
        </p:nvSpPr>
        <p:spPr>
          <a:xfrm>
            <a:off x="1558925" y="5641975"/>
            <a:ext cx="322580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404040"/>
                </a:solidFill>
                <a:latin typeface="宋体"/>
                <a:cs typeface="宋体"/>
              </a:rPr>
              <a:t>整合所有输出，形成最终成果</a:t>
            </a:r>
            <a:endParaRPr sz="1800">
              <a:latin typeface="宋体"/>
              <a:cs typeface="宋体"/>
            </a:endParaRPr>
          </a:p>
        </p:txBody>
      </p:sp>
      <p:sp>
        <p:nvSpPr>
          <p:cNvPr id="17" name="object 17"/>
          <p:cNvSpPr txBox="1"/>
          <p:nvPr/>
        </p:nvSpPr>
        <p:spPr>
          <a:xfrm>
            <a:off x="7809865" y="4930140"/>
            <a:ext cx="25273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B954"/>
                </a:solidFill>
                <a:latin typeface="Arial"/>
                <a:cs typeface="Arial"/>
              </a:rPr>
              <a:t>I</a:t>
            </a:r>
            <a:r>
              <a:rPr sz="1800" spc="-204" dirty="0">
                <a:solidFill>
                  <a:srgbClr val="FFB954"/>
                </a:solidFill>
                <a:latin typeface="Arial"/>
                <a:cs typeface="Arial"/>
              </a:rPr>
              <a:t> </a:t>
            </a:r>
            <a:r>
              <a:rPr sz="1800" dirty="0">
                <a:solidFill>
                  <a:srgbClr val="FFB954"/>
                </a:solidFill>
                <a:latin typeface="Arial"/>
                <a:cs typeface="Arial"/>
              </a:rPr>
              <a:t>n</a:t>
            </a:r>
            <a:r>
              <a:rPr sz="1800" spc="-204" dirty="0">
                <a:solidFill>
                  <a:srgbClr val="FFB954"/>
                </a:solidFill>
                <a:latin typeface="Arial"/>
                <a:cs typeface="Arial"/>
              </a:rPr>
              <a:t> </a:t>
            </a:r>
            <a:r>
              <a:rPr sz="1800" dirty="0">
                <a:solidFill>
                  <a:srgbClr val="FFB954"/>
                </a:solidFill>
                <a:latin typeface="Arial"/>
                <a:cs typeface="Arial"/>
              </a:rPr>
              <a:t>s</a:t>
            </a:r>
            <a:r>
              <a:rPr sz="1800" spc="-204" dirty="0">
                <a:solidFill>
                  <a:srgbClr val="FFB954"/>
                </a:solidFill>
                <a:latin typeface="Arial"/>
                <a:cs typeface="Arial"/>
              </a:rPr>
              <a:t> </a:t>
            </a:r>
            <a:r>
              <a:rPr sz="1800" dirty="0">
                <a:solidFill>
                  <a:srgbClr val="FFB954"/>
                </a:solidFill>
                <a:latin typeface="Arial"/>
                <a:cs typeface="Arial"/>
              </a:rPr>
              <a:t>t</a:t>
            </a:r>
            <a:r>
              <a:rPr sz="1800" spc="-204" dirty="0">
                <a:solidFill>
                  <a:srgbClr val="FFB954"/>
                </a:solidFill>
                <a:latin typeface="Arial"/>
                <a:cs typeface="Arial"/>
              </a:rPr>
              <a:t> </a:t>
            </a:r>
            <a:r>
              <a:rPr sz="1800" dirty="0">
                <a:solidFill>
                  <a:srgbClr val="FFB954"/>
                </a:solidFill>
                <a:latin typeface="Arial"/>
                <a:cs typeface="Arial"/>
              </a:rPr>
              <a:t>r</a:t>
            </a:r>
            <a:r>
              <a:rPr sz="1800" spc="-200" dirty="0">
                <a:solidFill>
                  <a:srgbClr val="FFB954"/>
                </a:solidFill>
                <a:latin typeface="Arial"/>
                <a:cs typeface="Arial"/>
              </a:rPr>
              <a:t> </a:t>
            </a:r>
            <a:r>
              <a:rPr sz="1800" dirty="0">
                <a:solidFill>
                  <a:srgbClr val="FFB954"/>
                </a:solidFill>
                <a:latin typeface="Arial"/>
                <a:cs typeface="Arial"/>
              </a:rPr>
              <a:t>u</a:t>
            </a:r>
            <a:r>
              <a:rPr sz="1800" spc="-204" dirty="0">
                <a:solidFill>
                  <a:srgbClr val="FFB954"/>
                </a:solidFill>
                <a:latin typeface="Arial"/>
                <a:cs typeface="Arial"/>
              </a:rPr>
              <a:t> </a:t>
            </a:r>
            <a:r>
              <a:rPr sz="1800" dirty="0">
                <a:solidFill>
                  <a:srgbClr val="FFB954"/>
                </a:solidFill>
                <a:latin typeface="Arial"/>
                <a:cs typeface="Arial"/>
              </a:rPr>
              <a:t>c</a:t>
            </a:r>
            <a:r>
              <a:rPr sz="1800" spc="-204" dirty="0">
                <a:solidFill>
                  <a:srgbClr val="FFB954"/>
                </a:solidFill>
                <a:latin typeface="Arial"/>
                <a:cs typeface="Arial"/>
              </a:rPr>
              <a:t> </a:t>
            </a:r>
            <a:r>
              <a:rPr sz="1800" dirty="0">
                <a:solidFill>
                  <a:srgbClr val="FFB954"/>
                </a:solidFill>
                <a:latin typeface="Arial"/>
                <a:cs typeface="Arial"/>
              </a:rPr>
              <a:t>t</a:t>
            </a:r>
            <a:r>
              <a:rPr sz="1800" spc="-204" dirty="0">
                <a:solidFill>
                  <a:srgbClr val="FFB954"/>
                </a:solidFill>
                <a:latin typeface="Arial"/>
                <a:cs typeface="Arial"/>
              </a:rPr>
              <a:t> </a:t>
            </a:r>
            <a:r>
              <a:rPr sz="1800" dirty="0">
                <a:solidFill>
                  <a:srgbClr val="FFB954"/>
                </a:solidFill>
                <a:latin typeface="Arial"/>
                <a:cs typeface="Arial"/>
              </a:rPr>
              <a:t>i</a:t>
            </a:r>
            <a:r>
              <a:rPr sz="1800" spc="-200" dirty="0">
                <a:solidFill>
                  <a:srgbClr val="FFB954"/>
                </a:solidFill>
                <a:latin typeface="Arial"/>
                <a:cs typeface="Arial"/>
              </a:rPr>
              <a:t> </a:t>
            </a:r>
            <a:r>
              <a:rPr sz="1800" dirty="0">
                <a:solidFill>
                  <a:srgbClr val="FFB954"/>
                </a:solidFill>
                <a:latin typeface="Arial"/>
                <a:cs typeface="Arial"/>
              </a:rPr>
              <a:t>o</a:t>
            </a:r>
            <a:r>
              <a:rPr sz="1800" spc="-204" dirty="0">
                <a:solidFill>
                  <a:srgbClr val="FFB954"/>
                </a:solidFill>
                <a:latin typeface="Arial"/>
                <a:cs typeface="Arial"/>
              </a:rPr>
              <a:t> </a:t>
            </a:r>
            <a:r>
              <a:rPr sz="1800" dirty="0">
                <a:solidFill>
                  <a:srgbClr val="FFB954"/>
                </a:solidFill>
                <a:latin typeface="Arial"/>
                <a:cs typeface="Arial"/>
              </a:rPr>
              <a:t>n</a:t>
            </a:r>
            <a:r>
              <a:rPr sz="1800" spc="-204" dirty="0">
                <a:solidFill>
                  <a:srgbClr val="FFB954"/>
                </a:solidFill>
                <a:latin typeface="Arial"/>
                <a:cs typeface="Arial"/>
              </a:rPr>
              <a:t> </a:t>
            </a:r>
            <a:r>
              <a:rPr sz="1800" dirty="0">
                <a:solidFill>
                  <a:srgbClr val="FFB954"/>
                </a:solidFill>
                <a:latin typeface="宋体"/>
                <a:cs typeface="宋体"/>
              </a:rPr>
              <a:t>（ 指令</a:t>
            </a:r>
            <a:r>
              <a:rPr sz="1800" spc="-50" dirty="0">
                <a:solidFill>
                  <a:srgbClr val="FFB954"/>
                </a:solidFill>
                <a:latin typeface="宋体"/>
                <a:cs typeface="宋体"/>
              </a:rPr>
              <a:t>）</a:t>
            </a:r>
            <a:endParaRPr sz="1800">
              <a:latin typeface="宋体"/>
              <a:cs typeface="宋体"/>
            </a:endParaRPr>
          </a:p>
        </p:txBody>
      </p:sp>
      <p:sp>
        <p:nvSpPr>
          <p:cNvPr id="18" name="object 18"/>
          <p:cNvSpPr txBox="1"/>
          <p:nvPr/>
        </p:nvSpPr>
        <p:spPr>
          <a:xfrm>
            <a:off x="8803005" y="5641975"/>
            <a:ext cx="1739900" cy="299720"/>
          </a:xfrm>
          <a:prstGeom prst="rect">
            <a:avLst/>
          </a:prstGeom>
        </p:spPr>
        <p:txBody>
          <a:bodyPr vert="horz" wrap="square" lIns="0" tIns="12700" rIns="0" bIns="0" rtlCol="0">
            <a:spAutoFit/>
          </a:bodyPr>
          <a:lstStyle/>
          <a:p>
            <a:pPr marL="12700">
              <a:lnSpc>
                <a:spcPct val="100000"/>
              </a:lnSpc>
              <a:spcBef>
                <a:spcPts val="100"/>
              </a:spcBef>
            </a:pPr>
            <a:r>
              <a:rPr sz="1800" spc="120" dirty="0">
                <a:solidFill>
                  <a:srgbClr val="404040"/>
                </a:solidFill>
                <a:latin typeface="宋体"/>
                <a:cs typeface="宋体"/>
              </a:rPr>
              <a:t>给出具体的指示</a:t>
            </a:r>
            <a:endParaRPr sz="1800">
              <a:latin typeface="宋体"/>
              <a:cs typeface="宋体"/>
            </a:endParaRPr>
          </a:p>
        </p:txBody>
      </p:sp>
      <p:sp>
        <p:nvSpPr>
          <p:cNvPr id="19" name="object 19"/>
          <p:cNvSpPr txBox="1"/>
          <p:nvPr/>
        </p:nvSpPr>
        <p:spPr>
          <a:xfrm>
            <a:off x="8095615" y="3431540"/>
            <a:ext cx="273050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404040"/>
                </a:solidFill>
                <a:latin typeface="宋体"/>
                <a:cs typeface="宋体"/>
              </a:rPr>
              <a:t>提供背景信息和任务概述</a:t>
            </a:r>
            <a:endParaRPr sz="1800">
              <a:latin typeface="宋体"/>
              <a:cs typeface="宋体"/>
            </a:endParaRPr>
          </a:p>
        </p:txBody>
      </p:sp>
      <p:pic>
        <p:nvPicPr>
          <p:cNvPr id="20" name="object 20"/>
          <p:cNvPicPr/>
          <p:nvPr/>
        </p:nvPicPr>
        <p:blipFill>
          <a:blip r:embed="rId5" cstate="print"/>
          <a:stretch>
            <a:fillRect/>
          </a:stretch>
        </p:blipFill>
        <p:spPr>
          <a:xfrm>
            <a:off x="4774691" y="2732532"/>
            <a:ext cx="2700527" cy="272491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093584" cy="634365"/>
          </a:xfrm>
          <a:prstGeom prst="rect">
            <a:avLst/>
          </a:prstGeom>
        </p:spPr>
        <p:txBody>
          <a:bodyPr vert="horz" wrap="square" lIns="0" tIns="12065" rIns="0" bIns="0" rtlCol="0">
            <a:spAutoFit/>
          </a:bodyPr>
          <a:lstStyle/>
          <a:p>
            <a:pPr marL="12700">
              <a:lnSpc>
                <a:spcPct val="100000"/>
              </a:lnSpc>
              <a:spcBef>
                <a:spcPts val="95"/>
              </a:spcBef>
            </a:pPr>
            <a:r>
              <a:rPr sz="4000" spc="270" dirty="0"/>
              <a:t>任务分解的提示语链设计步</a:t>
            </a:r>
            <a:r>
              <a:rPr sz="4000" spc="-50" dirty="0"/>
              <a:t>骤</a:t>
            </a:r>
            <a:endParaRPr sz="4000"/>
          </a:p>
        </p:txBody>
      </p:sp>
      <p:pic>
        <p:nvPicPr>
          <p:cNvPr id="3" name="object 3"/>
          <p:cNvPicPr/>
          <p:nvPr/>
        </p:nvPicPr>
        <p:blipFill>
          <a:blip r:embed="rId2" cstate="print"/>
          <a:stretch>
            <a:fillRect/>
          </a:stretch>
        </p:blipFill>
        <p:spPr>
          <a:xfrm>
            <a:off x="8097011" y="2570711"/>
            <a:ext cx="3548474" cy="1869581"/>
          </a:xfrm>
          <a:prstGeom prst="rect">
            <a:avLst/>
          </a:prstGeom>
        </p:spPr>
      </p:pic>
      <p:pic>
        <p:nvPicPr>
          <p:cNvPr id="4" name="object 4"/>
          <p:cNvPicPr/>
          <p:nvPr/>
        </p:nvPicPr>
        <p:blipFill>
          <a:blip r:embed="rId3" cstate="print"/>
          <a:stretch>
            <a:fillRect/>
          </a:stretch>
        </p:blipFill>
        <p:spPr>
          <a:xfrm>
            <a:off x="280257" y="2361400"/>
            <a:ext cx="7448643" cy="2097279"/>
          </a:xfrm>
          <a:prstGeom prst="rect">
            <a:avLst/>
          </a:prstGeom>
        </p:spPr>
      </p:pic>
      <p:sp>
        <p:nvSpPr>
          <p:cNvPr id="5" name="object 5"/>
          <p:cNvSpPr txBox="1"/>
          <p:nvPr/>
        </p:nvSpPr>
        <p:spPr>
          <a:xfrm>
            <a:off x="626744" y="1152525"/>
            <a:ext cx="10871200" cy="737870"/>
          </a:xfrm>
          <a:prstGeom prst="rect">
            <a:avLst/>
          </a:prstGeom>
        </p:spPr>
        <p:txBody>
          <a:bodyPr vert="horz" wrap="square" lIns="0" tIns="12700" rIns="0" bIns="0" rtlCol="0">
            <a:spAutoFit/>
          </a:bodyPr>
          <a:lstStyle/>
          <a:p>
            <a:pPr marL="12700" marR="5080">
              <a:lnSpc>
                <a:spcPct val="129900"/>
              </a:lnSpc>
              <a:spcBef>
                <a:spcPts val="100"/>
              </a:spcBef>
            </a:pPr>
            <a:r>
              <a:rPr sz="1800" spc="-5" dirty="0">
                <a:latin typeface="宋体"/>
                <a:cs typeface="宋体"/>
              </a:rPr>
              <a:t>任务分解的概念源于问题解决理论和系统工程学。将任务分解应用于提示语设计，实际上是在模拟人类处理复杂问题的方式。这种方法主要基于分而治之原则、层级结构理论以及认知负荷理论作为其理论基础。</a:t>
            </a:r>
            <a:endParaRPr sz="1800">
              <a:latin typeface="宋体"/>
              <a:cs typeface="宋体"/>
            </a:endParaRPr>
          </a:p>
        </p:txBody>
      </p:sp>
      <p:sp>
        <p:nvSpPr>
          <p:cNvPr id="6" name="object 6"/>
          <p:cNvSpPr txBox="1"/>
          <p:nvPr/>
        </p:nvSpPr>
        <p:spPr>
          <a:xfrm>
            <a:off x="626744" y="4791709"/>
            <a:ext cx="45974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设计基于任务分解的提示语链涉及以下步骤：</a:t>
            </a:r>
            <a:endParaRPr sz="1800">
              <a:latin typeface="宋体"/>
              <a:cs typeface="宋体"/>
            </a:endParaRPr>
          </a:p>
        </p:txBody>
      </p:sp>
      <p:pic>
        <p:nvPicPr>
          <p:cNvPr id="7" name="object 7"/>
          <p:cNvPicPr/>
          <p:nvPr/>
        </p:nvPicPr>
        <p:blipFill>
          <a:blip r:embed="rId4" cstate="print"/>
          <a:stretch>
            <a:fillRect/>
          </a:stretch>
        </p:blipFill>
        <p:spPr>
          <a:xfrm>
            <a:off x="291465" y="5431790"/>
            <a:ext cx="3023870" cy="863600"/>
          </a:xfrm>
          <a:prstGeom prst="rect">
            <a:avLst/>
          </a:prstGeom>
        </p:spPr>
      </p:pic>
      <p:sp>
        <p:nvSpPr>
          <p:cNvPr id="8" name="object 8"/>
          <p:cNvSpPr txBox="1"/>
          <p:nvPr/>
        </p:nvSpPr>
        <p:spPr>
          <a:xfrm>
            <a:off x="487286" y="5553951"/>
            <a:ext cx="939800" cy="574040"/>
          </a:xfrm>
          <a:prstGeom prst="rect">
            <a:avLst/>
          </a:prstGeom>
        </p:spPr>
        <p:txBody>
          <a:bodyPr vert="horz" wrap="square" lIns="0" tIns="12700" rIns="0" bIns="0" rtlCol="0">
            <a:spAutoFit/>
          </a:bodyPr>
          <a:lstStyle/>
          <a:p>
            <a:pPr marL="241300" marR="5080" indent="-228600">
              <a:lnSpc>
                <a:spcPct val="100000"/>
              </a:lnSpc>
              <a:spcBef>
                <a:spcPts val="100"/>
              </a:spcBef>
            </a:pPr>
            <a:r>
              <a:rPr sz="1800" spc="-15" dirty="0">
                <a:latin typeface="宋体"/>
                <a:cs typeface="宋体"/>
              </a:rPr>
              <a:t>明确总体</a:t>
            </a:r>
            <a:r>
              <a:rPr sz="1800" spc="-25" dirty="0">
                <a:latin typeface="宋体"/>
                <a:cs typeface="宋体"/>
              </a:rPr>
              <a:t>目标</a:t>
            </a:r>
            <a:endParaRPr sz="1800">
              <a:latin typeface="宋体"/>
              <a:cs typeface="宋体"/>
            </a:endParaRPr>
          </a:p>
        </p:txBody>
      </p:sp>
      <p:grpSp>
        <p:nvGrpSpPr>
          <p:cNvPr id="9" name="object 9"/>
          <p:cNvGrpSpPr/>
          <p:nvPr/>
        </p:nvGrpSpPr>
        <p:grpSpPr>
          <a:xfrm>
            <a:off x="3375659" y="5430520"/>
            <a:ext cx="1649730" cy="871219"/>
            <a:chOff x="3375659" y="5430520"/>
            <a:chExt cx="1649730" cy="871219"/>
          </a:xfrm>
        </p:grpSpPr>
        <p:sp>
          <p:nvSpPr>
            <p:cNvPr id="10" name="object 10"/>
            <p:cNvSpPr/>
            <p:nvPr/>
          </p:nvSpPr>
          <p:spPr>
            <a:xfrm>
              <a:off x="3375659" y="5826252"/>
              <a:ext cx="276225" cy="97790"/>
            </a:xfrm>
            <a:custGeom>
              <a:avLst/>
              <a:gdLst/>
              <a:ahLst/>
              <a:cxnLst/>
              <a:rect l="l" t="t" r="r" b="b"/>
              <a:pathLst>
                <a:path w="276225" h="97789">
                  <a:moveTo>
                    <a:pt x="227075" y="97536"/>
                  </a:moveTo>
                  <a:lnTo>
                    <a:pt x="227075" y="73151"/>
                  </a:lnTo>
                  <a:lnTo>
                    <a:pt x="0" y="73151"/>
                  </a:lnTo>
                  <a:lnTo>
                    <a:pt x="0" y="24384"/>
                  </a:lnTo>
                  <a:lnTo>
                    <a:pt x="227075" y="24384"/>
                  </a:lnTo>
                  <a:lnTo>
                    <a:pt x="227075" y="0"/>
                  </a:lnTo>
                  <a:lnTo>
                    <a:pt x="275843" y="48768"/>
                  </a:lnTo>
                  <a:lnTo>
                    <a:pt x="227075" y="97536"/>
                  </a:lnTo>
                  <a:close/>
                </a:path>
              </a:pathLst>
            </a:custGeom>
            <a:solidFill>
              <a:srgbClr val="006FC0"/>
            </a:solidFill>
          </p:spPr>
          <p:txBody>
            <a:bodyPr wrap="square" lIns="0" tIns="0" rIns="0" bIns="0" rtlCol="0"/>
            <a:lstStyle/>
            <a:p>
              <a:endParaRPr/>
            </a:p>
          </p:txBody>
        </p:sp>
        <p:sp>
          <p:nvSpPr>
            <p:cNvPr id="11" name="object 11"/>
            <p:cNvSpPr/>
            <p:nvPr/>
          </p:nvSpPr>
          <p:spPr>
            <a:xfrm>
              <a:off x="3693159" y="5430520"/>
              <a:ext cx="1332230" cy="871219"/>
            </a:xfrm>
            <a:custGeom>
              <a:avLst/>
              <a:gdLst/>
              <a:ahLst/>
              <a:cxnLst/>
              <a:rect l="l" t="t" r="r" b="b"/>
              <a:pathLst>
                <a:path w="1332229" h="871220">
                  <a:moveTo>
                    <a:pt x="1205458" y="869950"/>
                  </a:moveTo>
                  <a:lnTo>
                    <a:pt x="126771" y="869950"/>
                  </a:lnTo>
                  <a:lnTo>
                    <a:pt x="119405" y="868679"/>
                  </a:lnTo>
                  <a:lnTo>
                    <a:pt x="112179" y="866139"/>
                  </a:lnTo>
                  <a:lnTo>
                    <a:pt x="105079" y="864870"/>
                  </a:lnTo>
                  <a:lnTo>
                    <a:pt x="91325" y="859789"/>
                  </a:lnTo>
                  <a:lnTo>
                    <a:pt x="84709" y="855979"/>
                  </a:lnTo>
                  <a:lnTo>
                    <a:pt x="78257" y="853439"/>
                  </a:lnTo>
                  <a:lnTo>
                    <a:pt x="48996" y="831850"/>
                  </a:lnTo>
                  <a:lnTo>
                    <a:pt x="43802" y="828039"/>
                  </a:lnTo>
                  <a:lnTo>
                    <a:pt x="38849" y="821689"/>
                  </a:lnTo>
                  <a:lnTo>
                    <a:pt x="34150" y="816610"/>
                  </a:lnTo>
                  <a:lnTo>
                    <a:pt x="29705" y="811529"/>
                  </a:lnTo>
                  <a:lnTo>
                    <a:pt x="9067" y="773429"/>
                  </a:lnTo>
                  <a:lnTo>
                    <a:pt x="6718" y="765810"/>
                  </a:lnTo>
                  <a:lnTo>
                    <a:pt x="4711" y="759460"/>
                  </a:lnTo>
                  <a:lnTo>
                    <a:pt x="0" y="721360"/>
                  </a:lnTo>
                  <a:lnTo>
                    <a:pt x="0" y="148589"/>
                  </a:lnTo>
                  <a:lnTo>
                    <a:pt x="6718" y="104139"/>
                  </a:lnTo>
                  <a:lnTo>
                    <a:pt x="9067" y="97789"/>
                  </a:lnTo>
                  <a:lnTo>
                    <a:pt x="11747" y="90170"/>
                  </a:lnTo>
                  <a:lnTo>
                    <a:pt x="29705" y="59689"/>
                  </a:lnTo>
                  <a:lnTo>
                    <a:pt x="34150" y="53339"/>
                  </a:lnTo>
                  <a:lnTo>
                    <a:pt x="65925" y="25400"/>
                  </a:lnTo>
                  <a:lnTo>
                    <a:pt x="112179" y="3810"/>
                  </a:lnTo>
                  <a:lnTo>
                    <a:pt x="134264" y="0"/>
                  </a:lnTo>
                  <a:lnTo>
                    <a:pt x="1197965" y="0"/>
                  </a:lnTo>
                  <a:lnTo>
                    <a:pt x="1220050" y="3810"/>
                  </a:lnTo>
                  <a:lnTo>
                    <a:pt x="1234109" y="8889"/>
                  </a:lnTo>
                  <a:lnTo>
                    <a:pt x="1240904" y="11429"/>
                  </a:lnTo>
                  <a:lnTo>
                    <a:pt x="1244212" y="12700"/>
                  </a:lnTo>
                  <a:lnTo>
                    <a:pt x="135699" y="12700"/>
                  </a:lnTo>
                  <a:lnTo>
                    <a:pt x="128536" y="13970"/>
                  </a:lnTo>
                  <a:lnTo>
                    <a:pt x="128854" y="13970"/>
                  </a:lnTo>
                  <a:lnTo>
                    <a:pt x="121805" y="15239"/>
                  </a:lnTo>
                  <a:lnTo>
                    <a:pt x="122110" y="15239"/>
                  </a:lnTo>
                  <a:lnTo>
                    <a:pt x="115188" y="16510"/>
                  </a:lnTo>
                  <a:lnTo>
                    <a:pt x="115493" y="16510"/>
                  </a:lnTo>
                  <a:lnTo>
                    <a:pt x="108699" y="17779"/>
                  </a:lnTo>
                  <a:lnTo>
                    <a:pt x="108991" y="17779"/>
                  </a:lnTo>
                  <a:lnTo>
                    <a:pt x="102349" y="20320"/>
                  </a:lnTo>
                  <a:lnTo>
                    <a:pt x="102641" y="20320"/>
                  </a:lnTo>
                  <a:lnTo>
                    <a:pt x="96138" y="22860"/>
                  </a:lnTo>
                  <a:lnTo>
                    <a:pt x="96418" y="22860"/>
                  </a:lnTo>
                  <a:lnTo>
                    <a:pt x="90081" y="25400"/>
                  </a:lnTo>
                  <a:lnTo>
                    <a:pt x="90360" y="25400"/>
                  </a:lnTo>
                  <a:lnTo>
                    <a:pt x="86245" y="27939"/>
                  </a:lnTo>
                  <a:lnTo>
                    <a:pt x="84454" y="27939"/>
                  </a:lnTo>
                  <a:lnTo>
                    <a:pt x="78460" y="31750"/>
                  </a:lnTo>
                  <a:lnTo>
                    <a:pt x="78714" y="31750"/>
                  </a:lnTo>
                  <a:lnTo>
                    <a:pt x="72910" y="35560"/>
                  </a:lnTo>
                  <a:lnTo>
                    <a:pt x="73164" y="35560"/>
                  </a:lnTo>
                  <a:lnTo>
                    <a:pt x="67551" y="39370"/>
                  </a:lnTo>
                  <a:lnTo>
                    <a:pt x="67792" y="39370"/>
                  </a:lnTo>
                  <a:lnTo>
                    <a:pt x="62382" y="43179"/>
                  </a:lnTo>
                  <a:lnTo>
                    <a:pt x="62611" y="43179"/>
                  </a:lnTo>
                  <a:lnTo>
                    <a:pt x="58715" y="46989"/>
                  </a:lnTo>
                  <a:lnTo>
                    <a:pt x="57645" y="46989"/>
                  </a:lnTo>
                  <a:lnTo>
                    <a:pt x="52666" y="52070"/>
                  </a:lnTo>
                  <a:lnTo>
                    <a:pt x="52882" y="52070"/>
                  </a:lnTo>
                  <a:lnTo>
                    <a:pt x="48145" y="57150"/>
                  </a:lnTo>
                  <a:lnTo>
                    <a:pt x="48348" y="57150"/>
                  </a:lnTo>
                  <a:lnTo>
                    <a:pt x="43853" y="62229"/>
                  </a:lnTo>
                  <a:lnTo>
                    <a:pt x="44043" y="62229"/>
                  </a:lnTo>
                  <a:lnTo>
                    <a:pt x="39789" y="67310"/>
                  </a:lnTo>
                  <a:lnTo>
                    <a:pt x="39966" y="67310"/>
                  </a:lnTo>
                  <a:lnTo>
                    <a:pt x="35979" y="72389"/>
                  </a:lnTo>
                  <a:lnTo>
                    <a:pt x="36156" y="72389"/>
                  </a:lnTo>
                  <a:lnTo>
                    <a:pt x="32423" y="77470"/>
                  </a:lnTo>
                  <a:lnTo>
                    <a:pt x="32588" y="77470"/>
                  </a:lnTo>
                  <a:lnTo>
                    <a:pt x="29133" y="83820"/>
                  </a:lnTo>
                  <a:lnTo>
                    <a:pt x="29286" y="83820"/>
                  </a:lnTo>
                  <a:lnTo>
                    <a:pt x="26756" y="88900"/>
                  </a:lnTo>
                  <a:lnTo>
                    <a:pt x="26250" y="88900"/>
                  </a:lnTo>
                  <a:lnTo>
                    <a:pt x="23393" y="95250"/>
                  </a:lnTo>
                  <a:lnTo>
                    <a:pt x="20942" y="101600"/>
                  </a:lnTo>
                  <a:lnTo>
                    <a:pt x="18808" y="107950"/>
                  </a:lnTo>
                  <a:lnTo>
                    <a:pt x="16967" y="114300"/>
                  </a:lnTo>
                  <a:lnTo>
                    <a:pt x="15709" y="120650"/>
                  </a:lnTo>
                  <a:lnTo>
                    <a:pt x="15506" y="120650"/>
                  </a:lnTo>
                  <a:lnTo>
                    <a:pt x="14249" y="128270"/>
                  </a:lnTo>
                  <a:lnTo>
                    <a:pt x="13385" y="134620"/>
                  </a:lnTo>
                  <a:lnTo>
                    <a:pt x="12958" y="140970"/>
                  </a:lnTo>
                  <a:lnTo>
                    <a:pt x="12890" y="142239"/>
                  </a:lnTo>
                  <a:lnTo>
                    <a:pt x="12700" y="148589"/>
                  </a:lnTo>
                  <a:lnTo>
                    <a:pt x="12700" y="721360"/>
                  </a:lnTo>
                  <a:lnTo>
                    <a:pt x="12890" y="728979"/>
                  </a:lnTo>
                  <a:lnTo>
                    <a:pt x="13423" y="735329"/>
                  </a:lnTo>
                  <a:lnTo>
                    <a:pt x="14300" y="742950"/>
                  </a:lnTo>
                  <a:lnTo>
                    <a:pt x="15506" y="749300"/>
                  </a:lnTo>
                  <a:lnTo>
                    <a:pt x="17043" y="755650"/>
                  </a:lnTo>
                  <a:lnTo>
                    <a:pt x="18897" y="762000"/>
                  </a:lnTo>
                  <a:lnTo>
                    <a:pt x="21056" y="768350"/>
                  </a:lnTo>
                  <a:lnTo>
                    <a:pt x="23507" y="774700"/>
                  </a:lnTo>
                  <a:lnTo>
                    <a:pt x="26250" y="781050"/>
                  </a:lnTo>
                  <a:lnTo>
                    <a:pt x="29286" y="787400"/>
                  </a:lnTo>
                  <a:lnTo>
                    <a:pt x="29133" y="787400"/>
                  </a:lnTo>
                  <a:lnTo>
                    <a:pt x="32588" y="792479"/>
                  </a:lnTo>
                  <a:lnTo>
                    <a:pt x="32423" y="792479"/>
                  </a:lnTo>
                  <a:lnTo>
                    <a:pt x="36156" y="798829"/>
                  </a:lnTo>
                  <a:lnTo>
                    <a:pt x="36776" y="798829"/>
                  </a:lnTo>
                  <a:lnTo>
                    <a:pt x="39966" y="803910"/>
                  </a:lnTo>
                  <a:lnTo>
                    <a:pt x="39789" y="803910"/>
                  </a:lnTo>
                  <a:lnTo>
                    <a:pt x="44043" y="808989"/>
                  </a:lnTo>
                  <a:lnTo>
                    <a:pt x="43853" y="808989"/>
                  </a:lnTo>
                  <a:lnTo>
                    <a:pt x="48348" y="814070"/>
                  </a:lnTo>
                  <a:lnTo>
                    <a:pt x="48145" y="814070"/>
                  </a:lnTo>
                  <a:lnTo>
                    <a:pt x="52882" y="819150"/>
                  </a:lnTo>
                  <a:lnTo>
                    <a:pt x="53911" y="819150"/>
                  </a:lnTo>
                  <a:lnTo>
                    <a:pt x="57645" y="822960"/>
                  </a:lnTo>
                  <a:lnTo>
                    <a:pt x="57416" y="822960"/>
                  </a:lnTo>
                  <a:lnTo>
                    <a:pt x="62611" y="826770"/>
                  </a:lnTo>
                  <a:lnTo>
                    <a:pt x="62382" y="826770"/>
                  </a:lnTo>
                  <a:lnTo>
                    <a:pt x="67792" y="831850"/>
                  </a:lnTo>
                  <a:lnTo>
                    <a:pt x="67551" y="831850"/>
                  </a:lnTo>
                  <a:lnTo>
                    <a:pt x="73164" y="835660"/>
                  </a:lnTo>
                  <a:lnTo>
                    <a:pt x="72910" y="835660"/>
                  </a:lnTo>
                  <a:lnTo>
                    <a:pt x="78714" y="838200"/>
                  </a:lnTo>
                  <a:lnTo>
                    <a:pt x="78460" y="838200"/>
                  </a:lnTo>
                  <a:lnTo>
                    <a:pt x="84454" y="842010"/>
                  </a:lnTo>
                  <a:lnTo>
                    <a:pt x="84188" y="842010"/>
                  </a:lnTo>
                  <a:lnTo>
                    <a:pt x="90360" y="844550"/>
                  </a:lnTo>
                  <a:lnTo>
                    <a:pt x="90081" y="844550"/>
                  </a:lnTo>
                  <a:lnTo>
                    <a:pt x="96418" y="848360"/>
                  </a:lnTo>
                  <a:lnTo>
                    <a:pt x="98306" y="848360"/>
                  </a:lnTo>
                  <a:lnTo>
                    <a:pt x="102641" y="850900"/>
                  </a:lnTo>
                  <a:lnTo>
                    <a:pt x="105670" y="850900"/>
                  </a:lnTo>
                  <a:lnTo>
                    <a:pt x="108991" y="852170"/>
                  </a:lnTo>
                  <a:lnTo>
                    <a:pt x="108699" y="852170"/>
                  </a:lnTo>
                  <a:lnTo>
                    <a:pt x="115493" y="854710"/>
                  </a:lnTo>
                  <a:lnTo>
                    <a:pt x="115188" y="854710"/>
                  </a:lnTo>
                  <a:lnTo>
                    <a:pt x="122110" y="855979"/>
                  </a:lnTo>
                  <a:lnTo>
                    <a:pt x="121805" y="855979"/>
                  </a:lnTo>
                  <a:lnTo>
                    <a:pt x="128854" y="857250"/>
                  </a:lnTo>
                  <a:lnTo>
                    <a:pt x="135381" y="857250"/>
                  </a:lnTo>
                  <a:lnTo>
                    <a:pt x="142659" y="858520"/>
                  </a:lnTo>
                  <a:lnTo>
                    <a:pt x="1243109" y="858520"/>
                  </a:lnTo>
                  <a:lnTo>
                    <a:pt x="1240904" y="859789"/>
                  </a:lnTo>
                  <a:lnTo>
                    <a:pt x="1227150" y="864870"/>
                  </a:lnTo>
                  <a:lnTo>
                    <a:pt x="1220050" y="866139"/>
                  </a:lnTo>
                  <a:lnTo>
                    <a:pt x="1212824" y="868679"/>
                  </a:lnTo>
                  <a:lnTo>
                    <a:pt x="1205458" y="869950"/>
                  </a:lnTo>
                  <a:close/>
                </a:path>
                <a:path w="1332229" h="871220">
                  <a:moveTo>
                    <a:pt x="1248041" y="29210"/>
                  </a:moveTo>
                  <a:lnTo>
                    <a:pt x="1241869" y="25400"/>
                  </a:lnTo>
                  <a:lnTo>
                    <a:pt x="1242148" y="25400"/>
                  </a:lnTo>
                  <a:lnTo>
                    <a:pt x="1235811" y="22860"/>
                  </a:lnTo>
                  <a:lnTo>
                    <a:pt x="1236090" y="22860"/>
                  </a:lnTo>
                  <a:lnTo>
                    <a:pt x="1229588" y="20320"/>
                  </a:lnTo>
                  <a:lnTo>
                    <a:pt x="1229880" y="20320"/>
                  </a:lnTo>
                  <a:lnTo>
                    <a:pt x="1223238" y="17779"/>
                  </a:lnTo>
                  <a:lnTo>
                    <a:pt x="1223530" y="17779"/>
                  </a:lnTo>
                  <a:lnTo>
                    <a:pt x="1216736" y="16510"/>
                  </a:lnTo>
                  <a:lnTo>
                    <a:pt x="1217040" y="16510"/>
                  </a:lnTo>
                  <a:lnTo>
                    <a:pt x="1210119" y="15239"/>
                  </a:lnTo>
                  <a:lnTo>
                    <a:pt x="1210424" y="15239"/>
                  </a:lnTo>
                  <a:lnTo>
                    <a:pt x="1203375" y="13970"/>
                  </a:lnTo>
                  <a:lnTo>
                    <a:pt x="1203693" y="13970"/>
                  </a:lnTo>
                  <a:lnTo>
                    <a:pt x="1196530" y="12700"/>
                  </a:lnTo>
                  <a:lnTo>
                    <a:pt x="1244212" y="12700"/>
                  </a:lnTo>
                  <a:lnTo>
                    <a:pt x="1247520" y="13970"/>
                  </a:lnTo>
                  <a:lnTo>
                    <a:pt x="1253972" y="17779"/>
                  </a:lnTo>
                  <a:lnTo>
                    <a:pt x="1260233" y="21589"/>
                  </a:lnTo>
                  <a:lnTo>
                    <a:pt x="1266304" y="25400"/>
                  </a:lnTo>
                  <a:lnTo>
                    <a:pt x="1270215" y="27939"/>
                  </a:lnTo>
                  <a:lnTo>
                    <a:pt x="1247775" y="27939"/>
                  </a:lnTo>
                  <a:lnTo>
                    <a:pt x="1248041" y="29210"/>
                  </a:lnTo>
                  <a:close/>
                </a:path>
                <a:path w="1332229" h="871220">
                  <a:moveTo>
                    <a:pt x="84188" y="29210"/>
                  </a:moveTo>
                  <a:lnTo>
                    <a:pt x="84454" y="27939"/>
                  </a:lnTo>
                  <a:lnTo>
                    <a:pt x="86245" y="27939"/>
                  </a:lnTo>
                  <a:lnTo>
                    <a:pt x="84188" y="29210"/>
                  </a:lnTo>
                  <a:close/>
                </a:path>
                <a:path w="1332229" h="871220">
                  <a:moveTo>
                    <a:pt x="1274813" y="48260"/>
                  </a:moveTo>
                  <a:lnTo>
                    <a:pt x="1269618" y="43179"/>
                  </a:lnTo>
                  <a:lnTo>
                    <a:pt x="1269847" y="43179"/>
                  </a:lnTo>
                  <a:lnTo>
                    <a:pt x="1264437" y="39370"/>
                  </a:lnTo>
                  <a:lnTo>
                    <a:pt x="1264678" y="39370"/>
                  </a:lnTo>
                  <a:lnTo>
                    <a:pt x="1259065" y="35560"/>
                  </a:lnTo>
                  <a:lnTo>
                    <a:pt x="1259319" y="35560"/>
                  </a:lnTo>
                  <a:lnTo>
                    <a:pt x="1253515" y="31750"/>
                  </a:lnTo>
                  <a:lnTo>
                    <a:pt x="1253769" y="31750"/>
                  </a:lnTo>
                  <a:lnTo>
                    <a:pt x="1247775" y="27939"/>
                  </a:lnTo>
                  <a:lnTo>
                    <a:pt x="1270215" y="27939"/>
                  </a:lnTo>
                  <a:lnTo>
                    <a:pt x="1272171" y="29210"/>
                  </a:lnTo>
                  <a:lnTo>
                    <a:pt x="1277810" y="33020"/>
                  </a:lnTo>
                  <a:lnTo>
                    <a:pt x="1283233" y="38100"/>
                  </a:lnTo>
                  <a:lnTo>
                    <a:pt x="1288427" y="43179"/>
                  </a:lnTo>
                  <a:lnTo>
                    <a:pt x="1292142" y="46989"/>
                  </a:lnTo>
                  <a:lnTo>
                    <a:pt x="1274584" y="46989"/>
                  </a:lnTo>
                  <a:lnTo>
                    <a:pt x="1274813" y="48260"/>
                  </a:lnTo>
                  <a:close/>
                </a:path>
                <a:path w="1332229" h="871220">
                  <a:moveTo>
                    <a:pt x="57416" y="48260"/>
                  </a:moveTo>
                  <a:lnTo>
                    <a:pt x="57645" y="46989"/>
                  </a:lnTo>
                  <a:lnTo>
                    <a:pt x="58715" y="46989"/>
                  </a:lnTo>
                  <a:lnTo>
                    <a:pt x="57416" y="48260"/>
                  </a:lnTo>
                  <a:close/>
                </a:path>
                <a:path w="1332229" h="871220">
                  <a:moveTo>
                    <a:pt x="1306106" y="90170"/>
                  </a:moveTo>
                  <a:lnTo>
                    <a:pt x="1302943" y="83820"/>
                  </a:lnTo>
                  <a:lnTo>
                    <a:pt x="1303096" y="83820"/>
                  </a:lnTo>
                  <a:lnTo>
                    <a:pt x="1299641" y="77470"/>
                  </a:lnTo>
                  <a:lnTo>
                    <a:pt x="1299806" y="77470"/>
                  </a:lnTo>
                  <a:lnTo>
                    <a:pt x="1296073" y="72389"/>
                  </a:lnTo>
                  <a:lnTo>
                    <a:pt x="1296250" y="72389"/>
                  </a:lnTo>
                  <a:lnTo>
                    <a:pt x="1292263" y="67310"/>
                  </a:lnTo>
                  <a:lnTo>
                    <a:pt x="1292440" y="67310"/>
                  </a:lnTo>
                  <a:lnTo>
                    <a:pt x="1288186" y="62229"/>
                  </a:lnTo>
                  <a:lnTo>
                    <a:pt x="1288376" y="62229"/>
                  </a:lnTo>
                  <a:lnTo>
                    <a:pt x="1283881" y="57150"/>
                  </a:lnTo>
                  <a:lnTo>
                    <a:pt x="1284084" y="57150"/>
                  </a:lnTo>
                  <a:lnTo>
                    <a:pt x="1279347" y="52070"/>
                  </a:lnTo>
                  <a:lnTo>
                    <a:pt x="1279563" y="52070"/>
                  </a:lnTo>
                  <a:lnTo>
                    <a:pt x="1274584" y="46989"/>
                  </a:lnTo>
                  <a:lnTo>
                    <a:pt x="1292142" y="46989"/>
                  </a:lnTo>
                  <a:lnTo>
                    <a:pt x="1293380" y="48260"/>
                  </a:lnTo>
                  <a:lnTo>
                    <a:pt x="1298079" y="53339"/>
                  </a:lnTo>
                  <a:lnTo>
                    <a:pt x="1302524" y="59689"/>
                  </a:lnTo>
                  <a:lnTo>
                    <a:pt x="1306690" y="64770"/>
                  </a:lnTo>
                  <a:lnTo>
                    <a:pt x="1310576" y="71120"/>
                  </a:lnTo>
                  <a:lnTo>
                    <a:pt x="1314183" y="77470"/>
                  </a:lnTo>
                  <a:lnTo>
                    <a:pt x="1317485" y="83820"/>
                  </a:lnTo>
                  <a:lnTo>
                    <a:pt x="1319883" y="88900"/>
                  </a:lnTo>
                  <a:lnTo>
                    <a:pt x="1305979" y="88900"/>
                  </a:lnTo>
                  <a:lnTo>
                    <a:pt x="1306106" y="90170"/>
                  </a:lnTo>
                  <a:close/>
                </a:path>
                <a:path w="1332229" h="871220">
                  <a:moveTo>
                    <a:pt x="26123" y="90170"/>
                  </a:moveTo>
                  <a:lnTo>
                    <a:pt x="26250" y="88900"/>
                  </a:lnTo>
                  <a:lnTo>
                    <a:pt x="26756" y="88900"/>
                  </a:lnTo>
                  <a:lnTo>
                    <a:pt x="26123" y="90170"/>
                  </a:lnTo>
                  <a:close/>
                </a:path>
                <a:path w="1332229" h="871220">
                  <a:moveTo>
                    <a:pt x="1316786" y="121920"/>
                  </a:moveTo>
                  <a:lnTo>
                    <a:pt x="1315186" y="114300"/>
                  </a:lnTo>
                  <a:lnTo>
                    <a:pt x="1313332" y="107950"/>
                  </a:lnTo>
                  <a:lnTo>
                    <a:pt x="1311173" y="101600"/>
                  </a:lnTo>
                  <a:lnTo>
                    <a:pt x="1308722" y="95250"/>
                  </a:lnTo>
                  <a:lnTo>
                    <a:pt x="1305979" y="88900"/>
                  </a:lnTo>
                  <a:lnTo>
                    <a:pt x="1319883" y="88900"/>
                  </a:lnTo>
                  <a:lnTo>
                    <a:pt x="1320482" y="90170"/>
                  </a:lnTo>
                  <a:lnTo>
                    <a:pt x="1323149" y="97789"/>
                  </a:lnTo>
                  <a:lnTo>
                    <a:pt x="1325511" y="104139"/>
                  </a:lnTo>
                  <a:lnTo>
                    <a:pt x="1327518" y="111760"/>
                  </a:lnTo>
                  <a:lnTo>
                    <a:pt x="1329194" y="119379"/>
                  </a:lnTo>
                  <a:lnTo>
                    <a:pt x="1329458" y="120650"/>
                  </a:lnTo>
                  <a:lnTo>
                    <a:pt x="1316723" y="120650"/>
                  </a:lnTo>
                  <a:lnTo>
                    <a:pt x="1316786" y="121920"/>
                  </a:lnTo>
                  <a:close/>
                </a:path>
                <a:path w="1332229" h="871220">
                  <a:moveTo>
                    <a:pt x="15443" y="121920"/>
                  </a:moveTo>
                  <a:lnTo>
                    <a:pt x="15506" y="120650"/>
                  </a:lnTo>
                  <a:lnTo>
                    <a:pt x="15709" y="120650"/>
                  </a:lnTo>
                  <a:lnTo>
                    <a:pt x="15443" y="121920"/>
                  </a:lnTo>
                  <a:close/>
                </a:path>
                <a:path w="1332229" h="871220">
                  <a:moveTo>
                    <a:pt x="1310576" y="798829"/>
                  </a:moveTo>
                  <a:lnTo>
                    <a:pt x="1296073" y="798829"/>
                  </a:lnTo>
                  <a:lnTo>
                    <a:pt x="1299806" y="792479"/>
                  </a:lnTo>
                  <a:lnTo>
                    <a:pt x="1299641" y="792479"/>
                  </a:lnTo>
                  <a:lnTo>
                    <a:pt x="1303096" y="787400"/>
                  </a:lnTo>
                  <a:lnTo>
                    <a:pt x="1302943" y="787400"/>
                  </a:lnTo>
                  <a:lnTo>
                    <a:pt x="1306106" y="781050"/>
                  </a:lnTo>
                  <a:lnTo>
                    <a:pt x="1308836" y="774700"/>
                  </a:lnTo>
                  <a:lnTo>
                    <a:pt x="1311287" y="768350"/>
                  </a:lnTo>
                  <a:lnTo>
                    <a:pt x="1313421" y="762000"/>
                  </a:lnTo>
                  <a:lnTo>
                    <a:pt x="1315262" y="755650"/>
                  </a:lnTo>
                  <a:lnTo>
                    <a:pt x="1316786" y="749300"/>
                  </a:lnTo>
                  <a:lnTo>
                    <a:pt x="1317980" y="742950"/>
                  </a:lnTo>
                  <a:lnTo>
                    <a:pt x="1318844" y="735329"/>
                  </a:lnTo>
                  <a:lnTo>
                    <a:pt x="1319364" y="728979"/>
                  </a:lnTo>
                  <a:lnTo>
                    <a:pt x="1319529" y="721360"/>
                  </a:lnTo>
                  <a:lnTo>
                    <a:pt x="1319529" y="148589"/>
                  </a:lnTo>
                  <a:lnTo>
                    <a:pt x="1319339" y="142239"/>
                  </a:lnTo>
                  <a:lnTo>
                    <a:pt x="1319271" y="140970"/>
                  </a:lnTo>
                  <a:lnTo>
                    <a:pt x="1318806" y="134620"/>
                  </a:lnTo>
                  <a:lnTo>
                    <a:pt x="1317929" y="128270"/>
                  </a:lnTo>
                  <a:lnTo>
                    <a:pt x="1316723" y="120650"/>
                  </a:lnTo>
                  <a:lnTo>
                    <a:pt x="1329458" y="120650"/>
                  </a:lnTo>
                  <a:lnTo>
                    <a:pt x="1330515" y="125729"/>
                  </a:lnTo>
                  <a:lnTo>
                    <a:pt x="1331455" y="133350"/>
                  </a:lnTo>
                  <a:lnTo>
                    <a:pt x="1332039" y="140970"/>
                  </a:lnTo>
                  <a:lnTo>
                    <a:pt x="1332229" y="148589"/>
                  </a:lnTo>
                  <a:lnTo>
                    <a:pt x="1332229" y="721360"/>
                  </a:lnTo>
                  <a:lnTo>
                    <a:pt x="1327518" y="759460"/>
                  </a:lnTo>
                  <a:lnTo>
                    <a:pt x="1325511" y="765810"/>
                  </a:lnTo>
                  <a:lnTo>
                    <a:pt x="1323149" y="773429"/>
                  </a:lnTo>
                  <a:lnTo>
                    <a:pt x="1320482" y="779779"/>
                  </a:lnTo>
                  <a:lnTo>
                    <a:pt x="1317485" y="786129"/>
                  </a:lnTo>
                  <a:lnTo>
                    <a:pt x="1314183" y="792479"/>
                  </a:lnTo>
                  <a:lnTo>
                    <a:pt x="1310576" y="798829"/>
                  </a:lnTo>
                  <a:close/>
                </a:path>
                <a:path w="1332229" h="871220">
                  <a:moveTo>
                    <a:pt x="36776" y="798829"/>
                  </a:moveTo>
                  <a:lnTo>
                    <a:pt x="36156" y="798829"/>
                  </a:lnTo>
                  <a:lnTo>
                    <a:pt x="35979" y="797560"/>
                  </a:lnTo>
                  <a:lnTo>
                    <a:pt x="36776" y="798829"/>
                  </a:lnTo>
                  <a:close/>
                </a:path>
                <a:path w="1332229" h="871220">
                  <a:moveTo>
                    <a:pt x="1295730" y="819150"/>
                  </a:moveTo>
                  <a:lnTo>
                    <a:pt x="1279347" y="819150"/>
                  </a:lnTo>
                  <a:lnTo>
                    <a:pt x="1284084" y="814070"/>
                  </a:lnTo>
                  <a:lnTo>
                    <a:pt x="1283881" y="814070"/>
                  </a:lnTo>
                  <a:lnTo>
                    <a:pt x="1288376" y="808989"/>
                  </a:lnTo>
                  <a:lnTo>
                    <a:pt x="1288186" y="808989"/>
                  </a:lnTo>
                  <a:lnTo>
                    <a:pt x="1292440" y="803910"/>
                  </a:lnTo>
                  <a:lnTo>
                    <a:pt x="1292263" y="803910"/>
                  </a:lnTo>
                  <a:lnTo>
                    <a:pt x="1296250" y="797560"/>
                  </a:lnTo>
                  <a:lnTo>
                    <a:pt x="1296073" y="798829"/>
                  </a:lnTo>
                  <a:lnTo>
                    <a:pt x="1310576" y="798829"/>
                  </a:lnTo>
                  <a:lnTo>
                    <a:pt x="1306690" y="805179"/>
                  </a:lnTo>
                  <a:lnTo>
                    <a:pt x="1302524" y="811529"/>
                  </a:lnTo>
                  <a:lnTo>
                    <a:pt x="1298079" y="816610"/>
                  </a:lnTo>
                  <a:lnTo>
                    <a:pt x="1295730" y="819150"/>
                  </a:lnTo>
                  <a:close/>
                </a:path>
                <a:path w="1332229" h="871220">
                  <a:moveTo>
                    <a:pt x="53911" y="819150"/>
                  </a:moveTo>
                  <a:lnTo>
                    <a:pt x="52882" y="819150"/>
                  </a:lnTo>
                  <a:lnTo>
                    <a:pt x="52666" y="817879"/>
                  </a:lnTo>
                  <a:lnTo>
                    <a:pt x="53911" y="819150"/>
                  </a:lnTo>
                  <a:close/>
                </a:path>
                <a:path w="1332229" h="871220">
                  <a:moveTo>
                    <a:pt x="1262257" y="848360"/>
                  </a:moveTo>
                  <a:lnTo>
                    <a:pt x="1235811" y="848360"/>
                  </a:lnTo>
                  <a:lnTo>
                    <a:pt x="1242148" y="844550"/>
                  </a:lnTo>
                  <a:lnTo>
                    <a:pt x="1241869" y="844550"/>
                  </a:lnTo>
                  <a:lnTo>
                    <a:pt x="1248041" y="842010"/>
                  </a:lnTo>
                  <a:lnTo>
                    <a:pt x="1247775" y="842010"/>
                  </a:lnTo>
                  <a:lnTo>
                    <a:pt x="1253769" y="838200"/>
                  </a:lnTo>
                  <a:lnTo>
                    <a:pt x="1253515" y="838200"/>
                  </a:lnTo>
                  <a:lnTo>
                    <a:pt x="1259319" y="835660"/>
                  </a:lnTo>
                  <a:lnTo>
                    <a:pt x="1259065" y="835660"/>
                  </a:lnTo>
                  <a:lnTo>
                    <a:pt x="1264678" y="831850"/>
                  </a:lnTo>
                  <a:lnTo>
                    <a:pt x="1264437" y="831850"/>
                  </a:lnTo>
                  <a:lnTo>
                    <a:pt x="1269847" y="826770"/>
                  </a:lnTo>
                  <a:lnTo>
                    <a:pt x="1269618" y="826770"/>
                  </a:lnTo>
                  <a:lnTo>
                    <a:pt x="1274813" y="822960"/>
                  </a:lnTo>
                  <a:lnTo>
                    <a:pt x="1274584" y="822960"/>
                  </a:lnTo>
                  <a:lnTo>
                    <a:pt x="1279563" y="817879"/>
                  </a:lnTo>
                  <a:lnTo>
                    <a:pt x="1279347" y="819150"/>
                  </a:lnTo>
                  <a:lnTo>
                    <a:pt x="1295730" y="819150"/>
                  </a:lnTo>
                  <a:lnTo>
                    <a:pt x="1293380" y="821689"/>
                  </a:lnTo>
                  <a:lnTo>
                    <a:pt x="1288427" y="828039"/>
                  </a:lnTo>
                  <a:lnTo>
                    <a:pt x="1283233" y="831850"/>
                  </a:lnTo>
                  <a:lnTo>
                    <a:pt x="1277810" y="836929"/>
                  </a:lnTo>
                  <a:lnTo>
                    <a:pt x="1272171" y="842010"/>
                  </a:lnTo>
                  <a:lnTo>
                    <a:pt x="1266304" y="845820"/>
                  </a:lnTo>
                  <a:lnTo>
                    <a:pt x="1262257" y="848360"/>
                  </a:lnTo>
                  <a:close/>
                </a:path>
                <a:path w="1332229" h="871220">
                  <a:moveTo>
                    <a:pt x="98306" y="848360"/>
                  </a:moveTo>
                  <a:lnTo>
                    <a:pt x="96418" y="848360"/>
                  </a:lnTo>
                  <a:lnTo>
                    <a:pt x="96138" y="847089"/>
                  </a:lnTo>
                  <a:lnTo>
                    <a:pt x="98306" y="848360"/>
                  </a:lnTo>
                  <a:close/>
                </a:path>
                <a:path w="1332229" h="871220">
                  <a:moveTo>
                    <a:pt x="1258146" y="850900"/>
                  </a:moveTo>
                  <a:lnTo>
                    <a:pt x="1229588" y="850900"/>
                  </a:lnTo>
                  <a:lnTo>
                    <a:pt x="1236090" y="847089"/>
                  </a:lnTo>
                  <a:lnTo>
                    <a:pt x="1235811" y="848360"/>
                  </a:lnTo>
                  <a:lnTo>
                    <a:pt x="1262257" y="848360"/>
                  </a:lnTo>
                  <a:lnTo>
                    <a:pt x="1260233" y="849629"/>
                  </a:lnTo>
                  <a:lnTo>
                    <a:pt x="1258146" y="850900"/>
                  </a:lnTo>
                  <a:close/>
                </a:path>
                <a:path w="1332229" h="871220">
                  <a:moveTo>
                    <a:pt x="105670" y="850900"/>
                  </a:moveTo>
                  <a:lnTo>
                    <a:pt x="102641" y="850900"/>
                  </a:lnTo>
                  <a:lnTo>
                    <a:pt x="102349" y="849629"/>
                  </a:lnTo>
                  <a:lnTo>
                    <a:pt x="105670" y="850900"/>
                  </a:lnTo>
                  <a:close/>
                </a:path>
                <a:path w="1332229" h="871220">
                  <a:moveTo>
                    <a:pt x="1243109" y="858520"/>
                  </a:moveTo>
                  <a:lnTo>
                    <a:pt x="1189570" y="858520"/>
                  </a:lnTo>
                  <a:lnTo>
                    <a:pt x="1196848" y="857250"/>
                  </a:lnTo>
                  <a:lnTo>
                    <a:pt x="1203375" y="857250"/>
                  </a:lnTo>
                  <a:lnTo>
                    <a:pt x="1210424" y="855979"/>
                  </a:lnTo>
                  <a:lnTo>
                    <a:pt x="1210119" y="855979"/>
                  </a:lnTo>
                  <a:lnTo>
                    <a:pt x="1217040" y="854710"/>
                  </a:lnTo>
                  <a:lnTo>
                    <a:pt x="1216736" y="854710"/>
                  </a:lnTo>
                  <a:lnTo>
                    <a:pt x="1223530" y="852170"/>
                  </a:lnTo>
                  <a:lnTo>
                    <a:pt x="1223238" y="852170"/>
                  </a:lnTo>
                  <a:lnTo>
                    <a:pt x="1229880" y="849629"/>
                  </a:lnTo>
                  <a:lnTo>
                    <a:pt x="1229588" y="850900"/>
                  </a:lnTo>
                  <a:lnTo>
                    <a:pt x="1258146" y="850900"/>
                  </a:lnTo>
                  <a:lnTo>
                    <a:pt x="1253972" y="853439"/>
                  </a:lnTo>
                  <a:lnTo>
                    <a:pt x="1247520" y="855979"/>
                  </a:lnTo>
                  <a:lnTo>
                    <a:pt x="1243109" y="858520"/>
                  </a:lnTo>
                  <a:close/>
                </a:path>
                <a:path w="1332229" h="871220">
                  <a:moveTo>
                    <a:pt x="1190370" y="871220"/>
                  </a:moveTo>
                  <a:lnTo>
                    <a:pt x="141846" y="871220"/>
                  </a:lnTo>
                  <a:lnTo>
                    <a:pt x="134264" y="869950"/>
                  </a:lnTo>
                  <a:lnTo>
                    <a:pt x="1197965" y="869950"/>
                  </a:lnTo>
                  <a:lnTo>
                    <a:pt x="1190370" y="871220"/>
                  </a:lnTo>
                  <a:close/>
                </a:path>
              </a:pathLst>
            </a:custGeom>
            <a:solidFill>
              <a:srgbClr val="5F95E6"/>
            </a:solidFill>
          </p:spPr>
          <p:txBody>
            <a:bodyPr wrap="square" lIns="0" tIns="0" rIns="0" bIns="0" rtlCol="0"/>
            <a:lstStyle/>
            <a:p>
              <a:endParaRPr/>
            </a:p>
          </p:txBody>
        </p:sp>
      </p:grpSp>
      <p:sp>
        <p:nvSpPr>
          <p:cNvPr id="12" name="object 12"/>
          <p:cNvSpPr txBox="1"/>
          <p:nvPr/>
        </p:nvSpPr>
        <p:spPr>
          <a:xfrm>
            <a:off x="2178977" y="5547652"/>
            <a:ext cx="939800" cy="574040"/>
          </a:xfrm>
          <a:prstGeom prst="rect">
            <a:avLst/>
          </a:prstGeom>
        </p:spPr>
        <p:txBody>
          <a:bodyPr vert="horz" wrap="square" lIns="0" tIns="12700" rIns="0" bIns="0" rtlCol="0">
            <a:spAutoFit/>
          </a:bodyPr>
          <a:lstStyle/>
          <a:p>
            <a:pPr marL="241300" marR="5080" indent="-228600">
              <a:lnSpc>
                <a:spcPct val="100000"/>
              </a:lnSpc>
              <a:spcBef>
                <a:spcPts val="100"/>
              </a:spcBef>
            </a:pPr>
            <a:r>
              <a:rPr sz="1800" spc="-15" dirty="0">
                <a:latin typeface="宋体"/>
                <a:cs typeface="宋体"/>
              </a:rPr>
              <a:t>识别主要</a:t>
            </a:r>
            <a:r>
              <a:rPr sz="1800" spc="-25" dirty="0">
                <a:latin typeface="宋体"/>
                <a:cs typeface="宋体"/>
              </a:rPr>
              <a:t>任务</a:t>
            </a:r>
            <a:endParaRPr sz="1800">
              <a:latin typeface="宋体"/>
              <a:cs typeface="宋体"/>
            </a:endParaRPr>
          </a:p>
        </p:txBody>
      </p:sp>
      <p:sp>
        <p:nvSpPr>
          <p:cNvPr id="13" name="object 13"/>
          <p:cNvSpPr txBox="1"/>
          <p:nvPr/>
        </p:nvSpPr>
        <p:spPr>
          <a:xfrm>
            <a:off x="3888765" y="5549925"/>
            <a:ext cx="939800" cy="574040"/>
          </a:xfrm>
          <a:prstGeom prst="rect">
            <a:avLst/>
          </a:prstGeom>
        </p:spPr>
        <p:txBody>
          <a:bodyPr vert="horz" wrap="square" lIns="0" tIns="12700" rIns="0" bIns="0" rtlCol="0">
            <a:spAutoFit/>
          </a:bodyPr>
          <a:lstStyle/>
          <a:p>
            <a:pPr marL="355600" marR="5080" indent="-342900">
              <a:lnSpc>
                <a:spcPct val="100000"/>
              </a:lnSpc>
              <a:spcBef>
                <a:spcPts val="100"/>
              </a:spcBef>
            </a:pPr>
            <a:r>
              <a:rPr sz="1800" spc="-15" dirty="0">
                <a:latin typeface="宋体"/>
                <a:cs typeface="宋体"/>
              </a:rPr>
              <a:t>细化子任</a:t>
            </a:r>
            <a:r>
              <a:rPr sz="1800" spc="-50" dirty="0">
                <a:latin typeface="宋体"/>
                <a:cs typeface="宋体"/>
              </a:rPr>
              <a:t>务</a:t>
            </a:r>
            <a:endParaRPr sz="1800">
              <a:latin typeface="宋体"/>
              <a:cs typeface="宋体"/>
            </a:endParaRPr>
          </a:p>
        </p:txBody>
      </p:sp>
      <p:sp>
        <p:nvSpPr>
          <p:cNvPr id="14" name="object 14"/>
          <p:cNvSpPr/>
          <p:nvPr/>
        </p:nvSpPr>
        <p:spPr>
          <a:xfrm>
            <a:off x="5077967" y="5844540"/>
            <a:ext cx="276225" cy="97790"/>
          </a:xfrm>
          <a:custGeom>
            <a:avLst/>
            <a:gdLst/>
            <a:ahLst/>
            <a:cxnLst/>
            <a:rect l="l" t="t" r="r" b="b"/>
            <a:pathLst>
              <a:path w="276225" h="97789">
                <a:moveTo>
                  <a:pt x="227076" y="97536"/>
                </a:moveTo>
                <a:lnTo>
                  <a:pt x="227076" y="73151"/>
                </a:lnTo>
                <a:lnTo>
                  <a:pt x="0" y="73151"/>
                </a:lnTo>
                <a:lnTo>
                  <a:pt x="0" y="24384"/>
                </a:lnTo>
                <a:lnTo>
                  <a:pt x="227076" y="24384"/>
                </a:lnTo>
                <a:lnTo>
                  <a:pt x="227076" y="0"/>
                </a:lnTo>
                <a:lnTo>
                  <a:pt x="275844" y="48768"/>
                </a:lnTo>
                <a:lnTo>
                  <a:pt x="227076" y="97536"/>
                </a:lnTo>
                <a:close/>
              </a:path>
            </a:pathLst>
          </a:custGeom>
          <a:solidFill>
            <a:srgbClr val="006FC0"/>
          </a:solidFill>
        </p:spPr>
        <p:txBody>
          <a:bodyPr wrap="square" lIns="0" tIns="0" rIns="0" bIns="0" rtlCol="0"/>
          <a:lstStyle/>
          <a:p>
            <a:endParaRPr/>
          </a:p>
        </p:txBody>
      </p:sp>
      <p:pic>
        <p:nvPicPr>
          <p:cNvPr id="15" name="object 15"/>
          <p:cNvPicPr/>
          <p:nvPr/>
        </p:nvPicPr>
        <p:blipFill>
          <a:blip r:embed="rId5" cstate="print"/>
          <a:stretch>
            <a:fillRect/>
          </a:stretch>
        </p:blipFill>
        <p:spPr>
          <a:xfrm>
            <a:off x="5423534" y="5439409"/>
            <a:ext cx="2969260" cy="870585"/>
          </a:xfrm>
          <a:prstGeom prst="rect">
            <a:avLst/>
          </a:prstGeom>
        </p:spPr>
      </p:pic>
      <p:sp>
        <p:nvSpPr>
          <p:cNvPr id="16" name="object 16"/>
          <p:cNvSpPr txBox="1"/>
          <p:nvPr/>
        </p:nvSpPr>
        <p:spPr>
          <a:xfrm>
            <a:off x="5601652" y="5561012"/>
            <a:ext cx="939800" cy="574040"/>
          </a:xfrm>
          <a:prstGeom prst="rect">
            <a:avLst/>
          </a:prstGeom>
        </p:spPr>
        <p:txBody>
          <a:bodyPr vert="horz" wrap="square" lIns="0" tIns="12700" rIns="0" bIns="0" rtlCol="0">
            <a:spAutoFit/>
          </a:bodyPr>
          <a:lstStyle/>
          <a:p>
            <a:pPr marL="355600" marR="5080" indent="-342900">
              <a:lnSpc>
                <a:spcPct val="100000"/>
              </a:lnSpc>
              <a:spcBef>
                <a:spcPts val="100"/>
              </a:spcBef>
            </a:pPr>
            <a:r>
              <a:rPr sz="1800" spc="-15" dirty="0">
                <a:latin typeface="宋体"/>
                <a:cs typeface="宋体"/>
              </a:rPr>
              <a:t>定义微任</a:t>
            </a:r>
            <a:r>
              <a:rPr sz="1800" spc="-50" dirty="0">
                <a:latin typeface="宋体"/>
                <a:cs typeface="宋体"/>
              </a:rPr>
              <a:t>务</a:t>
            </a:r>
            <a:endParaRPr sz="1800">
              <a:latin typeface="宋体"/>
              <a:cs typeface="宋体"/>
            </a:endParaRPr>
          </a:p>
        </p:txBody>
      </p:sp>
      <p:sp>
        <p:nvSpPr>
          <p:cNvPr id="17" name="object 17"/>
          <p:cNvSpPr txBox="1"/>
          <p:nvPr/>
        </p:nvSpPr>
        <p:spPr>
          <a:xfrm>
            <a:off x="7273925" y="5558790"/>
            <a:ext cx="939800" cy="574040"/>
          </a:xfrm>
          <a:prstGeom prst="rect">
            <a:avLst/>
          </a:prstGeom>
        </p:spPr>
        <p:txBody>
          <a:bodyPr vert="horz" wrap="square" lIns="0" tIns="12700" rIns="0" bIns="0" rtlCol="0">
            <a:spAutoFit/>
          </a:bodyPr>
          <a:lstStyle/>
          <a:p>
            <a:pPr marL="127000" marR="5080" indent="-114300">
              <a:lnSpc>
                <a:spcPct val="100000"/>
              </a:lnSpc>
              <a:spcBef>
                <a:spcPts val="100"/>
              </a:spcBef>
            </a:pPr>
            <a:r>
              <a:rPr sz="1800" spc="-15" dirty="0">
                <a:latin typeface="宋体"/>
                <a:cs typeface="宋体"/>
              </a:rPr>
              <a:t>设计对应</a:t>
            </a:r>
            <a:r>
              <a:rPr sz="1800" spc="-20" dirty="0">
                <a:latin typeface="宋体"/>
                <a:cs typeface="宋体"/>
              </a:rPr>
              <a:t>提示语</a:t>
            </a:r>
            <a:endParaRPr sz="1800">
              <a:latin typeface="宋体"/>
              <a:cs typeface="宋体"/>
            </a:endParaRPr>
          </a:p>
        </p:txBody>
      </p:sp>
      <p:sp>
        <p:nvSpPr>
          <p:cNvPr id="18" name="object 18"/>
          <p:cNvSpPr/>
          <p:nvPr/>
        </p:nvSpPr>
        <p:spPr>
          <a:xfrm>
            <a:off x="8828405" y="5439409"/>
            <a:ext cx="1296670" cy="869950"/>
          </a:xfrm>
          <a:custGeom>
            <a:avLst/>
            <a:gdLst/>
            <a:ahLst/>
            <a:cxnLst/>
            <a:rect l="l" t="t" r="r" b="b"/>
            <a:pathLst>
              <a:path w="1296670" h="869950">
                <a:moveTo>
                  <a:pt x="1162697" y="868680"/>
                </a:moveTo>
                <a:lnTo>
                  <a:pt x="133972" y="868680"/>
                </a:lnTo>
                <a:lnTo>
                  <a:pt x="111937" y="864869"/>
                </a:lnTo>
                <a:lnTo>
                  <a:pt x="71843" y="847089"/>
                </a:lnTo>
                <a:lnTo>
                  <a:pt x="38760" y="820419"/>
                </a:lnTo>
                <a:lnTo>
                  <a:pt x="29641" y="808989"/>
                </a:lnTo>
                <a:lnTo>
                  <a:pt x="25488" y="803910"/>
                </a:lnTo>
                <a:lnTo>
                  <a:pt x="9055" y="770889"/>
                </a:lnTo>
                <a:lnTo>
                  <a:pt x="6705" y="764539"/>
                </a:lnTo>
                <a:lnTo>
                  <a:pt x="0" y="720089"/>
                </a:lnTo>
                <a:lnTo>
                  <a:pt x="0" y="148589"/>
                </a:lnTo>
                <a:lnTo>
                  <a:pt x="6705" y="104139"/>
                </a:lnTo>
                <a:lnTo>
                  <a:pt x="9055" y="97789"/>
                </a:lnTo>
                <a:lnTo>
                  <a:pt x="11722" y="90170"/>
                </a:lnTo>
                <a:lnTo>
                  <a:pt x="29641" y="59689"/>
                </a:lnTo>
                <a:lnTo>
                  <a:pt x="34074" y="53339"/>
                </a:lnTo>
                <a:lnTo>
                  <a:pt x="65786" y="25400"/>
                </a:lnTo>
                <a:lnTo>
                  <a:pt x="111937" y="3810"/>
                </a:lnTo>
                <a:lnTo>
                  <a:pt x="133972" y="0"/>
                </a:lnTo>
                <a:lnTo>
                  <a:pt x="1162697" y="0"/>
                </a:lnTo>
                <a:lnTo>
                  <a:pt x="1184732" y="3810"/>
                </a:lnTo>
                <a:lnTo>
                  <a:pt x="1198752" y="8889"/>
                </a:lnTo>
                <a:lnTo>
                  <a:pt x="1205534" y="11429"/>
                </a:lnTo>
                <a:lnTo>
                  <a:pt x="1208836" y="12700"/>
                </a:lnTo>
                <a:lnTo>
                  <a:pt x="135420" y="12700"/>
                </a:lnTo>
                <a:lnTo>
                  <a:pt x="128270" y="13970"/>
                </a:lnTo>
                <a:lnTo>
                  <a:pt x="128587" y="13970"/>
                </a:lnTo>
                <a:lnTo>
                  <a:pt x="121551" y="15239"/>
                </a:lnTo>
                <a:lnTo>
                  <a:pt x="121856" y="15239"/>
                </a:lnTo>
                <a:lnTo>
                  <a:pt x="114947" y="16510"/>
                </a:lnTo>
                <a:lnTo>
                  <a:pt x="115252" y="16510"/>
                </a:lnTo>
                <a:lnTo>
                  <a:pt x="108470" y="17779"/>
                </a:lnTo>
                <a:lnTo>
                  <a:pt x="108775" y="17779"/>
                </a:lnTo>
                <a:lnTo>
                  <a:pt x="102133" y="20320"/>
                </a:lnTo>
                <a:lnTo>
                  <a:pt x="102425" y="20320"/>
                </a:lnTo>
                <a:lnTo>
                  <a:pt x="95935" y="22860"/>
                </a:lnTo>
                <a:lnTo>
                  <a:pt x="96227" y="22860"/>
                </a:lnTo>
                <a:lnTo>
                  <a:pt x="89903" y="25400"/>
                </a:lnTo>
                <a:lnTo>
                  <a:pt x="90182" y="25400"/>
                </a:lnTo>
                <a:lnTo>
                  <a:pt x="86076" y="27939"/>
                </a:lnTo>
                <a:lnTo>
                  <a:pt x="84289" y="27939"/>
                </a:lnTo>
                <a:lnTo>
                  <a:pt x="78308" y="31750"/>
                </a:lnTo>
                <a:lnTo>
                  <a:pt x="78562" y="31750"/>
                </a:lnTo>
                <a:lnTo>
                  <a:pt x="72771" y="35560"/>
                </a:lnTo>
                <a:lnTo>
                  <a:pt x="73025" y="35560"/>
                </a:lnTo>
                <a:lnTo>
                  <a:pt x="67424" y="39370"/>
                </a:lnTo>
                <a:lnTo>
                  <a:pt x="67665" y="39370"/>
                </a:lnTo>
                <a:lnTo>
                  <a:pt x="62268" y="43179"/>
                </a:lnTo>
                <a:lnTo>
                  <a:pt x="62496" y="43179"/>
                </a:lnTo>
                <a:lnTo>
                  <a:pt x="58610" y="46989"/>
                </a:lnTo>
                <a:lnTo>
                  <a:pt x="57543" y="46989"/>
                </a:lnTo>
                <a:lnTo>
                  <a:pt x="52577" y="52070"/>
                </a:lnTo>
                <a:lnTo>
                  <a:pt x="52793" y="52070"/>
                </a:lnTo>
                <a:lnTo>
                  <a:pt x="48056" y="57150"/>
                </a:lnTo>
                <a:lnTo>
                  <a:pt x="48272" y="57150"/>
                </a:lnTo>
                <a:lnTo>
                  <a:pt x="43776" y="62229"/>
                </a:lnTo>
                <a:lnTo>
                  <a:pt x="43967" y="62229"/>
                </a:lnTo>
                <a:lnTo>
                  <a:pt x="39725" y="67310"/>
                </a:lnTo>
                <a:lnTo>
                  <a:pt x="39903" y="67310"/>
                </a:lnTo>
                <a:lnTo>
                  <a:pt x="35928" y="72389"/>
                </a:lnTo>
                <a:lnTo>
                  <a:pt x="36093" y="72389"/>
                </a:lnTo>
                <a:lnTo>
                  <a:pt x="32385" y="77470"/>
                </a:lnTo>
                <a:lnTo>
                  <a:pt x="32537" y="77470"/>
                </a:lnTo>
                <a:lnTo>
                  <a:pt x="29095" y="83820"/>
                </a:lnTo>
                <a:lnTo>
                  <a:pt x="29248" y="83820"/>
                </a:lnTo>
                <a:lnTo>
                  <a:pt x="26718" y="88900"/>
                </a:lnTo>
                <a:lnTo>
                  <a:pt x="26225" y="88900"/>
                </a:lnTo>
                <a:lnTo>
                  <a:pt x="23368" y="95250"/>
                </a:lnTo>
                <a:lnTo>
                  <a:pt x="20929" y="101600"/>
                </a:lnTo>
                <a:lnTo>
                  <a:pt x="18783" y="107950"/>
                </a:lnTo>
                <a:lnTo>
                  <a:pt x="16954" y="114300"/>
                </a:lnTo>
                <a:lnTo>
                  <a:pt x="15443" y="120650"/>
                </a:lnTo>
                <a:lnTo>
                  <a:pt x="14458" y="127000"/>
                </a:lnTo>
                <a:lnTo>
                  <a:pt x="14300" y="127000"/>
                </a:lnTo>
                <a:lnTo>
                  <a:pt x="13385" y="134620"/>
                </a:lnTo>
                <a:lnTo>
                  <a:pt x="12958" y="140970"/>
                </a:lnTo>
                <a:lnTo>
                  <a:pt x="12700" y="148589"/>
                </a:lnTo>
                <a:lnTo>
                  <a:pt x="12700" y="720089"/>
                </a:lnTo>
                <a:lnTo>
                  <a:pt x="12848" y="726439"/>
                </a:lnTo>
                <a:lnTo>
                  <a:pt x="12958" y="727710"/>
                </a:lnTo>
                <a:lnTo>
                  <a:pt x="13423" y="734060"/>
                </a:lnTo>
                <a:lnTo>
                  <a:pt x="14300" y="740410"/>
                </a:lnTo>
                <a:lnTo>
                  <a:pt x="15506" y="748029"/>
                </a:lnTo>
                <a:lnTo>
                  <a:pt x="17030" y="754379"/>
                </a:lnTo>
                <a:lnTo>
                  <a:pt x="18884" y="760729"/>
                </a:lnTo>
                <a:lnTo>
                  <a:pt x="21031" y="767079"/>
                </a:lnTo>
                <a:lnTo>
                  <a:pt x="23482" y="773429"/>
                </a:lnTo>
                <a:lnTo>
                  <a:pt x="26225" y="779779"/>
                </a:lnTo>
                <a:lnTo>
                  <a:pt x="26718" y="779779"/>
                </a:lnTo>
                <a:lnTo>
                  <a:pt x="29248" y="784860"/>
                </a:lnTo>
                <a:lnTo>
                  <a:pt x="29095" y="784860"/>
                </a:lnTo>
                <a:lnTo>
                  <a:pt x="32537" y="791210"/>
                </a:lnTo>
                <a:lnTo>
                  <a:pt x="32385" y="791210"/>
                </a:lnTo>
                <a:lnTo>
                  <a:pt x="36093" y="796289"/>
                </a:lnTo>
                <a:lnTo>
                  <a:pt x="35928" y="796289"/>
                </a:lnTo>
                <a:lnTo>
                  <a:pt x="39903" y="801370"/>
                </a:lnTo>
                <a:lnTo>
                  <a:pt x="39725" y="801370"/>
                </a:lnTo>
                <a:lnTo>
                  <a:pt x="43967" y="806450"/>
                </a:lnTo>
                <a:lnTo>
                  <a:pt x="43776" y="806450"/>
                </a:lnTo>
                <a:lnTo>
                  <a:pt x="48272" y="811529"/>
                </a:lnTo>
                <a:lnTo>
                  <a:pt x="48056" y="811529"/>
                </a:lnTo>
                <a:lnTo>
                  <a:pt x="52793" y="816610"/>
                </a:lnTo>
                <a:lnTo>
                  <a:pt x="52577" y="816610"/>
                </a:lnTo>
                <a:lnTo>
                  <a:pt x="57543" y="821689"/>
                </a:lnTo>
                <a:lnTo>
                  <a:pt x="58610" y="821689"/>
                </a:lnTo>
                <a:lnTo>
                  <a:pt x="62496" y="825500"/>
                </a:lnTo>
                <a:lnTo>
                  <a:pt x="62268" y="825500"/>
                </a:lnTo>
                <a:lnTo>
                  <a:pt x="67665" y="829310"/>
                </a:lnTo>
                <a:lnTo>
                  <a:pt x="67424" y="829310"/>
                </a:lnTo>
                <a:lnTo>
                  <a:pt x="73025" y="833119"/>
                </a:lnTo>
                <a:lnTo>
                  <a:pt x="72771" y="833119"/>
                </a:lnTo>
                <a:lnTo>
                  <a:pt x="78562" y="836930"/>
                </a:lnTo>
                <a:lnTo>
                  <a:pt x="78308" y="836930"/>
                </a:lnTo>
                <a:lnTo>
                  <a:pt x="84289" y="840739"/>
                </a:lnTo>
                <a:lnTo>
                  <a:pt x="86076" y="840739"/>
                </a:lnTo>
                <a:lnTo>
                  <a:pt x="90182" y="843280"/>
                </a:lnTo>
                <a:lnTo>
                  <a:pt x="89903" y="843280"/>
                </a:lnTo>
                <a:lnTo>
                  <a:pt x="96227" y="845819"/>
                </a:lnTo>
                <a:lnTo>
                  <a:pt x="95935" y="845819"/>
                </a:lnTo>
                <a:lnTo>
                  <a:pt x="102425" y="848360"/>
                </a:lnTo>
                <a:lnTo>
                  <a:pt x="102133" y="848360"/>
                </a:lnTo>
                <a:lnTo>
                  <a:pt x="108775" y="850900"/>
                </a:lnTo>
                <a:lnTo>
                  <a:pt x="108470" y="850900"/>
                </a:lnTo>
                <a:lnTo>
                  <a:pt x="115252" y="852169"/>
                </a:lnTo>
                <a:lnTo>
                  <a:pt x="114947" y="852169"/>
                </a:lnTo>
                <a:lnTo>
                  <a:pt x="121856" y="853439"/>
                </a:lnTo>
                <a:lnTo>
                  <a:pt x="121551" y="853439"/>
                </a:lnTo>
                <a:lnTo>
                  <a:pt x="128587" y="854710"/>
                </a:lnTo>
                <a:lnTo>
                  <a:pt x="128270" y="854710"/>
                </a:lnTo>
                <a:lnTo>
                  <a:pt x="135420" y="855980"/>
                </a:lnTo>
                <a:lnTo>
                  <a:pt x="142036" y="855980"/>
                </a:lnTo>
                <a:lnTo>
                  <a:pt x="149390" y="857250"/>
                </a:lnTo>
                <a:lnTo>
                  <a:pt x="1205534" y="857250"/>
                </a:lnTo>
                <a:lnTo>
                  <a:pt x="1191818" y="862330"/>
                </a:lnTo>
                <a:lnTo>
                  <a:pt x="1184732" y="864869"/>
                </a:lnTo>
                <a:lnTo>
                  <a:pt x="1162697" y="868680"/>
                </a:lnTo>
                <a:close/>
              </a:path>
              <a:path w="1296670" h="869950">
                <a:moveTo>
                  <a:pt x="1212659" y="29210"/>
                </a:moveTo>
                <a:lnTo>
                  <a:pt x="1206487" y="25400"/>
                </a:lnTo>
                <a:lnTo>
                  <a:pt x="1206766" y="25400"/>
                </a:lnTo>
                <a:lnTo>
                  <a:pt x="1200442" y="22860"/>
                </a:lnTo>
                <a:lnTo>
                  <a:pt x="1200734" y="22860"/>
                </a:lnTo>
                <a:lnTo>
                  <a:pt x="1194244" y="20320"/>
                </a:lnTo>
                <a:lnTo>
                  <a:pt x="1194536" y="20320"/>
                </a:lnTo>
                <a:lnTo>
                  <a:pt x="1187894" y="17779"/>
                </a:lnTo>
                <a:lnTo>
                  <a:pt x="1188199" y="17779"/>
                </a:lnTo>
                <a:lnTo>
                  <a:pt x="1181417" y="16510"/>
                </a:lnTo>
                <a:lnTo>
                  <a:pt x="1181722" y="16510"/>
                </a:lnTo>
                <a:lnTo>
                  <a:pt x="1174813" y="15239"/>
                </a:lnTo>
                <a:lnTo>
                  <a:pt x="1175118" y="15239"/>
                </a:lnTo>
                <a:lnTo>
                  <a:pt x="1168082" y="13970"/>
                </a:lnTo>
                <a:lnTo>
                  <a:pt x="1168400" y="13970"/>
                </a:lnTo>
                <a:lnTo>
                  <a:pt x="1161249" y="12700"/>
                </a:lnTo>
                <a:lnTo>
                  <a:pt x="1208836" y="12700"/>
                </a:lnTo>
                <a:lnTo>
                  <a:pt x="1212138" y="13970"/>
                </a:lnTo>
                <a:lnTo>
                  <a:pt x="1218577" y="17779"/>
                </a:lnTo>
                <a:lnTo>
                  <a:pt x="1224826" y="21589"/>
                </a:lnTo>
                <a:lnTo>
                  <a:pt x="1230884" y="25400"/>
                </a:lnTo>
                <a:lnTo>
                  <a:pt x="1234787" y="27939"/>
                </a:lnTo>
                <a:lnTo>
                  <a:pt x="1212380" y="27939"/>
                </a:lnTo>
                <a:lnTo>
                  <a:pt x="1212659" y="29210"/>
                </a:lnTo>
                <a:close/>
              </a:path>
              <a:path w="1296670" h="869950">
                <a:moveTo>
                  <a:pt x="84023" y="29210"/>
                </a:moveTo>
                <a:lnTo>
                  <a:pt x="84289" y="27939"/>
                </a:lnTo>
                <a:lnTo>
                  <a:pt x="86076" y="27939"/>
                </a:lnTo>
                <a:lnTo>
                  <a:pt x="84023" y="29210"/>
                </a:lnTo>
                <a:close/>
              </a:path>
              <a:path w="1296670" h="869950">
                <a:moveTo>
                  <a:pt x="1239354" y="48260"/>
                </a:moveTo>
                <a:lnTo>
                  <a:pt x="1234173" y="43179"/>
                </a:lnTo>
                <a:lnTo>
                  <a:pt x="1234401" y="43179"/>
                </a:lnTo>
                <a:lnTo>
                  <a:pt x="1229004" y="39370"/>
                </a:lnTo>
                <a:lnTo>
                  <a:pt x="1229245" y="39370"/>
                </a:lnTo>
                <a:lnTo>
                  <a:pt x="1223645" y="35560"/>
                </a:lnTo>
                <a:lnTo>
                  <a:pt x="1223899" y="35560"/>
                </a:lnTo>
                <a:lnTo>
                  <a:pt x="1218107" y="31750"/>
                </a:lnTo>
                <a:lnTo>
                  <a:pt x="1218361" y="31750"/>
                </a:lnTo>
                <a:lnTo>
                  <a:pt x="1212380" y="27939"/>
                </a:lnTo>
                <a:lnTo>
                  <a:pt x="1234787" y="27939"/>
                </a:lnTo>
                <a:lnTo>
                  <a:pt x="1236738" y="29210"/>
                </a:lnTo>
                <a:lnTo>
                  <a:pt x="1242364" y="33020"/>
                </a:lnTo>
                <a:lnTo>
                  <a:pt x="1247787" y="38100"/>
                </a:lnTo>
                <a:lnTo>
                  <a:pt x="1252969" y="43179"/>
                </a:lnTo>
                <a:lnTo>
                  <a:pt x="1256674" y="46989"/>
                </a:lnTo>
                <a:lnTo>
                  <a:pt x="1239126" y="46989"/>
                </a:lnTo>
                <a:lnTo>
                  <a:pt x="1239354" y="48260"/>
                </a:lnTo>
                <a:close/>
              </a:path>
              <a:path w="1296670" h="869950">
                <a:moveTo>
                  <a:pt x="57315" y="48260"/>
                </a:moveTo>
                <a:lnTo>
                  <a:pt x="57543" y="46989"/>
                </a:lnTo>
                <a:lnTo>
                  <a:pt x="58610" y="46989"/>
                </a:lnTo>
                <a:lnTo>
                  <a:pt x="57315" y="48260"/>
                </a:lnTo>
                <a:close/>
              </a:path>
              <a:path w="1296670" h="869950">
                <a:moveTo>
                  <a:pt x="1270584" y="90170"/>
                </a:moveTo>
                <a:lnTo>
                  <a:pt x="1267421" y="83820"/>
                </a:lnTo>
                <a:lnTo>
                  <a:pt x="1267574" y="83820"/>
                </a:lnTo>
                <a:lnTo>
                  <a:pt x="1264132" y="77470"/>
                </a:lnTo>
                <a:lnTo>
                  <a:pt x="1264285" y="77470"/>
                </a:lnTo>
                <a:lnTo>
                  <a:pt x="1260576" y="72389"/>
                </a:lnTo>
                <a:lnTo>
                  <a:pt x="1260741" y="72389"/>
                </a:lnTo>
                <a:lnTo>
                  <a:pt x="1256766" y="67310"/>
                </a:lnTo>
                <a:lnTo>
                  <a:pt x="1256944" y="67310"/>
                </a:lnTo>
                <a:lnTo>
                  <a:pt x="1252702" y="62229"/>
                </a:lnTo>
                <a:lnTo>
                  <a:pt x="1252893" y="62229"/>
                </a:lnTo>
                <a:lnTo>
                  <a:pt x="1248410" y="57150"/>
                </a:lnTo>
                <a:lnTo>
                  <a:pt x="1248613" y="57150"/>
                </a:lnTo>
                <a:lnTo>
                  <a:pt x="1243876" y="52070"/>
                </a:lnTo>
                <a:lnTo>
                  <a:pt x="1244092" y="52070"/>
                </a:lnTo>
                <a:lnTo>
                  <a:pt x="1239126" y="46989"/>
                </a:lnTo>
                <a:lnTo>
                  <a:pt x="1256674" y="46989"/>
                </a:lnTo>
                <a:lnTo>
                  <a:pt x="1257909" y="48260"/>
                </a:lnTo>
                <a:lnTo>
                  <a:pt x="1262595" y="53339"/>
                </a:lnTo>
                <a:lnTo>
                  <a:pt x="1267028" y="59689"/>
                </a:lnTo>
                <a:lnTo>
                  <a:pt x="1271181" y="64770"/>
                </a:lnTo>
                <a:lnTo>
                  <a:pt x="1275067" y="71120"/>
                </a:lnTo>
                <a:lnTo>
                  <a:pt x="1278661" y="77470"/>
                </a:lnTo>
                <a:lnTo>
                  <a:pt x="1281950" y="83820"/>
                </a:lnTo>
                <a:lnTo>
                  <a:pt x="1284348" y="88900"/>
                </a:lnTo>
                <a:lnTo>
                  <a:pt x="1270444" y="88900"/>
                </a:lnTo>
                <a:lnTo>
                  <a:pt x="1270584" y="90170"/>
                </a:lnTo>
                <a:close/>
              </a:path>
              <a:path w="1296670" h="869950">
                <a:moveTo>
                  <a:pt x="26085" y="90170"/>
                </a:moveTo>
                <a:lnTo>
                  <a:pt x="26225" y="88900"/>
                </a:lnTo>
                <a:lnTo>
                  <a:pt x="26718" y="88900"/>
                </a:lnTo>
                <a:lnTo>
                  <a:pt x="26085" y="90170"/>
                </a:lnTo>
                <a:close/>
              </a:path>
              <a:path w="1296670" h="869950">
                <a:moveTo>
                  <a:pt x="1282420" y="128270"/>
                </a:moveTo>
                <a:lnTo>
                  <a:pt x="1281163" y="120650"/>
                </a:lnTo>
                <a:lnTo>
                  <a:pt x="1279639" y="114300"/>
                </a:lnTo>
                <a:lnTo>
                  <a:pt x="1277785" y="107950"/>
                </a:lnTo>
                <a:lnTo>
                  <a:pt x="1275638" y="101600"/>
                </a:lnTo>
                <a:lnTo>
                  <a:pt x="1273187" y="95250"/>
                </a:lnTo>
                <a:lnTo>
                  <a:pt x="1270444" y="88900"/>
                </a:lnTo>
                <a:lnTo>
                  <a:pt x="1284348" y="88900"/>
                </a:lnTo>
                <a:lnTo>
                  <a:pt x="1284947" y="90170"/>
                </a:lnTo>
                <a:lnTo>
                  <a:pt x="1287614" y="97789"/>
                </a:lnTo>
                <a:lnTo>
                  <a:pt x="1289964" y="104139"/>
                </a:lnTo>
                <a:lnTo>
                  <a:pt x="1293634" y="118110"/>
                </a:lnTo>
                <a:lnTo>
                  <a:pt x="1294955" y="125729"/>
                </a:lnTo>
                <a:lnTo>
                  <a:pt x="1295114" y="127000"/>
                </a:lnTo>
                <a:lnTo>
                  <a:pt x="1282369" y="127000"/>
                </a:lnTo>
                <a:lnTo>
                  <a:pt x="1282420" y="128270"/>
                </a:lnTo>
                <a:close/>
              </a:path>
              <a:path w="1296670" h="869950">
                <a:moveTo>
                  <a:pt x="14249" y="128270"/>
                </a:moveTo>
                <a:lnTo>
                  <a:pt x="14300" y="127000"/>
                </a:lnTo>
                <a:lnTo>
                  <a:pt x="14458" y="127000"/>
                </a:lnTo>
                <a:lnTo>
                  <a:pt x="14249" y="128270"/>
                </a:lnTo>
                <a:close/>
              </a:path>
              <a:path w="1296670" h="869950">
                <a:moveTo>
                  <a:pt x="1296479" y="727710"/>
                </a:moveTo>
                <a:lnTo>
                  <a:pt x="1283792" y="727710"/>
                </a:lnTo>
                <a:lnTo>
                  <a:pt x="1283970" y="720089"/>
                </a:lnTo>
                <a:lnTo>
                  <a:pt x="1283970" y="148589"/>
                </a:lnTo>
                <a:lnTo>
                  <a:pt x="1283792" y="140970"/>
                </a:lnTo>
                <a:lnTo>
                  <a:pt x="1283246" y="134620"/>
                </a:lnTo>
                <a:lnTo>
                  <a:pt x="1282369" y="127000"/>
                </a:lnTo>
                <a:lnTo>
                  <a:pt x="1295114" y="127000"/>
                </a:lnTo>
                <a:lnTo>
                  <a:pt x="1295908" y="133350"/>
                </a:lnTo>
                <a:lnTo>
                  <a:pt x="1296479" y="140970"/>
                </a:lnTo>
                <a:lnTo>
                  <a:pt x="1296670" y="148589"/>
                </a:lnTo>
                <a:lnTo>
                  <a:pt x="1296670" y="720089"/>
                </a:lnTo>
                <a:lnTo>
                  <a:pt x="1296479" y="727710"/>
                </a:lnTo>
                <a:close/>
              </a:path>
              <a:path w="1296670" h="869950">
                <a:moveTo>
                  <a:pt x="12865" y="142239"/>
                </a:moveTo>
                <a:lnTo>
                  <a:pt x="12877" y="140970"/>
                </a:lnTo>
                <a:lnTo>
                  <a:pt x="12865" y="142239"/>
                </a:lnTo>
                <a:close/>
              </a:path>
              <a:path w="1296670" h="869950">
                <a:moveTo>
                  <a:pt x="1283804" y="142239"/>
                </a:moveTo>
                <a:lnTo>
                  <a:pt x="1283711" y="140970"/>
                </a:lnTo>
                <a:lnTo>
                  <a:pt x="1283804" y="142239"/>
                </a:lnTo>
                <a:close/>
              </a:path>
              <a:path w="1296670" h="869950">
                <a:moveTo>
                  <a:pt x="12958" y="727710"/>
                </a:moveTo>
                <a:lnTo>
                  <a:pt x="12865" y="726439"/>
                </a:lnTo>
                <a:lnTo>
                  <a:pt x="12958" y="727710"/>
                </a:lnTo>
                <a:close/>
              </a:path>
              <a:path w="1296670" h="869950">
                <a:moveTo>
                  <a:pt x="1284348" y="779779"/>
                </a:moveTo>
                <a:lnTo>
                  <a:pt x="1270444" y="779779"/>
                </a:lnTo>
                <a:lnTo>
                  <a:pt x="1273302" y="773429"/>
                </a:lnTo>
                <a:lnTo>
                  <a:pt x="1275740" y="767079"/>
                </a:lnTo>
                <a:lnTo>
                  <a:pt x="1277886" y="760729"/>
                </a:lnTo>
                <a:lnTo>
                  <a:pt x="1279715" y="754379"/>
                </a:lnTo>
                <a:lnTo>
                  <a:pt x="1281226" y="748029"/>
                </a:lnTo>
                <a:lnTo>
                  <a:pt x="1282420" y="740410"/>
                </a:lnTo>
                <a:lnTo>
                  <a:pt x="1283284" y="734060"/>
                </a:lnTo>
                <a:lnTo>
                  <a:pt x="1283804" y="726439"/>
                </a:lnTo>
                <a:lnTo>
                  <a:pt x="1283792" y="727710"/>
                </a:lnTo>
                <a:lnTo>
                  <a:pt x="1296479" y="727710"/>
                </a:lnTo>
                <a:lnTo>
                  <a:pt x="1287614" y="770889"/>
                </a:lnTo>
                <a:lnTo>
                  <a:pt x="1284947" y="778510"/>
                </a:lnTo>
                <a:lnTo>
                  <a:pt x="1284348" y="779779"/>
                </a:lnTo>
                <a:close/>
              </a:path>
              <a:path w="1296670" h="869950">
                <a:moveTo>
                  <a:pt x="26718" y="779779"/>
                </a:moveTo>
                <a:lnTo>
                  <a:pt x="26225" y="779779"/>
                </a:lnTo>
                <a:lnTo>
                  <a:pt x="26085" y="778510"/>
                </a:lnTo>
                <a:lnTo>
                  <a:pt x="26718" y="779779"/>
                </a:lnTo>
                <a:close/>
              </a:path>
              <a:path w="1296670" h="869950">
                <a:moveTo>
                  <a:pt x="1256674" y="821689"/>
                </a:moveTo>
                <a:lnTo>
                  <a:pt x="1239126" y="821689"/>
                </a:lnTo>
                <a:lnTo>
                  <a:pt x="1244092" y="816610"/>
                </a:lnTo>
                <a:lnTo>
                  <a:pt x="1243876" y="816610"/>
                </a:lnTo>
                <a:lnTo>
                  <a:pt x="1248613" y="811529"/>
                </a:lnTo>
                <a:lnTo>
                  <a:pt x="1248410" y="811529"/>
                </a:lnTo>
                <a:lnTo>
                  <a:pt x="1252893" y="806450"/>
                </a:lnTo>
                <a:lnTo>
                  <a:pt x="1252702" y="806450"/>
                </a:lnTo>
                <a:lnTo>
                  <a:pt x="1256944" y="801370"/>
                </a:lnTo>
                <a:lnTo>
                  <a:pt x="1256766" y="801370"/>
                </a:lnTo>
                <a:lnTo>
                  <a:pt x="1260741" y="796289"/>
                </a:lnTo>
                <a:lnTo>
                  <a:pt x="1260576" y="796289"/>
                </a:lnTo>
                <a:lnTo>
                  <a:pt x="1264285" y="791210"/>
                </a:lnTo>
                <a:lnTo>
                  <a:pt x="1264132" y="791210"/>
                </a:lnTo>
                <a:lnTo>
                  <a:pt x="1267574" y="784860"/>
                </a:lnTo>
                <a:lnTo>
                  <a:pt x="1267421" y="784860"/>
                </a:lnTo>
                <a:lnTo>
                  <a:pt x="1270584" y="778510"/>
                </a:lnTo>
                <a:lnTo>
                  <a:pt x="1270444" y="779779"/>
                </a:lnTo>
                <a:lnTo>
                  <a:pt x="1284348" y="779779"/>
                </a:lnTo>
                <a:lnTo>
                  <a:pt x="1267028" y="808989"/>
                </a:lnTo>
                <a:lnTo>
                  <a:pt x="1262595" y="815339"/>
                </a:lnTo>
                <a:lnTo>
                  <a:pt x="1257909" y="820419"/>
                </a:lnTo>
                <a:lnTo>
                  <a:pt x="1256674" y="821689"/>
                </a:lnTo>
                <a:close/>
              </a:path>
              <a:path w="1296670" h="869950">
                <a:moveTo>
                  <a:pt x="58610" y="821689"/>
                </a:moveTo>
                <a:lnTo>
                  <a:pt x="57543" y="821689"/>
                </a:lnTo>
                <a:lnTo>
                  <a:pt x="57315" y="820419"/>
                </a:lnTo>
                <a:lnTo>
                  <a:pt x="58610" y="821689"/>
                </a:lnTo>
                <a:close/>
              </a:path>
              <a:path w="1296670" h="869950">
                <a:moveTo>
                  <a:pt x="1234787" y="840739"/>
                </a:moveTo>
                <a:lnTo>
                  <a:pt x="1212380" y="840739"/>
                </a:lnTo>
                <a:lnTo>
                  <a:pt x="1218361" y="836930"/>
                </a:lnTo>
                <a:lnTo>
                  <a:pt x="1218107" y="836930"/>
                </a:lnTo>
                <a:lnTo>
                  <a:pt x="1223899" y="833119"/>
                </a:lnTo>
                <a:lnTo>
                  <a:pt x="1223645" y="833119"/>
                </a:lnTo>
                <a:lnTo>
                  <a:pt x="1229245" y="829310"/>
                </a:lnTo>
                <a:lnTo>
                  <a:pt x="1229004" y="829310"/>
                </a:lnTo>
                <a:lnTo>
                  <a:pt x="1234401" y="825500"/>
                </a:lnTo>
                <a:lnTo>
                  <a:pt x="1234173" y="825500"/>
                </a:lnTo>
                <a:lnTo>
                  <a:pt x="1239354" y="820419"/>
                </a:lnTo>
                <a:lnTo>
                  <a:pt x="1239126" y="821689"/>
                </a:lnTo>
                <a:lnTo>
                  <a:pt x="1256674" y="821689"/>
                </a:lnTo>
                <a:lnTo>
                  <a:pt x="1252969" y="825500"/>
                </a:lnTo>
                <a:lnTo>
                  <a:pt x="1247787" y="830580"/>
                </a:lnTo>
                <a:lnTo>
                  <a:pt x="1242364" y="835660"/>
                </a:lnTo>
                <a:lnTo>
                  <a:pt x="1236738" y="839469"/>
                </a:lnTo>
                <a:lnTo>
                  <a:pt x="1234787" y="840739"/>
                </a:lnTo>
                <a:close/>
              </a:path>
              <a:path w="1296670" h="869950">
                <a:moveTo>
                  <a:pt x="86076" y="840739"/>
                </a:moveTo>
                <a:lnTo>
                  <a:pt x="84289" y="840739"/>
                </a:lnTo>
                <a:lnTo>
                  <a:pt x="84023" y="839469"/>
                </a:lnTo>
                <a:lnTo>
                  <a:pt x="86076" y="840739"/>
                </a:lnTo>
                <a:close/>
              </a:path>
              <a:path w="1296670" h="869950">
                <a:moveTo>
                  <a:pt x="1205534" y="857250"/>
                </a:moveTo>
                <a:lnTo>
                  <a:pt x="1147279" y="857250"/>
                </a:lnTo>
                <a:lnTo>
                  <a:pt x="1154633" y="855980"/>
                </a:lnTo>
                <a:lnTo>
                  <a:pt x="1161249" y="855980"/>
                </a:lnTo>
                <a:lnTo>
                  <a:pt x="1168400" y="854710"/>
                </a:lnTo>
                <a:lnTo>
                  <a:pt x="1168082" y="854710"/>
                </a:lnTo>
                <a:lnTo>
                  <a:pt x="1175118" y="853439"/>
                </a:lnTo>
                <a:lnTo>
                  <a:pt x="1174813" y="853439"/>
                </a:lnTo>
                <a:lnTo>
                  <a:pt x="1181722" y="852169"/>
                </a:lnTo>
                <a:lnTo>
                  <a:pt x="1181417" y="852169"/>
                </a:lnTo>
                <a:lnTo>
                  <a:pt x="1188199" y="850900"/>
                </a:lnTo>
                <a:lnTo>
                  <a:pt x="1187894" y="850900"/>
                </a:lnTo>
                <a:lnTo>
                  <a:pt x="1194536" y="848360"/>
                </a:lnTo>
                <a:lnTo>
                  <a:pt x="1194244" y="848360"/>
                </a:lnTo>
                <a:lnTo>
                  <a:pt x="1200734" y="845819"/>
                </a:lnTo>
                <a:lnTo>
                  <a:pt x="1200442" y="845819"/>
                </a:lnTo>
                <a:lnTo>
                  <a:pt x="1206766" y="843280"/>
                </a:lnTo>
                <a:lnTo>
                  <a:pt x="1206487" y="843280"/>
                </a:lnTo>
                <a:lnTo>
                  <a:pt x="1212659" y="839469"/>
                </a:lnTo>
                <a:lnTo>
                  <a:pt x="1212380" y="840739"/>
                </a:lnTo>
                <a:lnTo>
                  <a:pt x="1234787" y="840739"/>
                </a:lnTo>
                <a:lnTo>
                  <a:pt x="1230884" y="843280"/>
                </a:lnTo>
                <a:lnTo>
                  <a:pt x="1224826" y="847089"/>
                </a:lnTo>
                <a:lnTo>
                  <a:pt x="1218577" y="850900"/>
                </a:lnTo>
                <a:lnTo>
                  <a:pt x="1212138" y="854710"/>
                </a:lnTo>
                <a:lnTo>
                  <a:pt x="1205534" y="857250"/>
                </a:lnTo>
                <a:close/>
              </a:path>
              <a:path w="1296670" h="869950">
                <a:moveTo>
                  <a:pt x="1147521" y="869950"/>
                </a:moveTo>
                <a:lnTo>
                  <a:pt x="149148" y="869950"/>
                </a:lnTo>
                <a:lnTo>
                  <a:pt x="141554" y="868680"/>
                </a:lnTo>
                <a:lnTo>
                  <a:pt x="1155115" y="868680"/>
                </a:lnTo>
                <a:lnTo>
                  <a:pt x="1147521" y="869950"/>
                </a:lnTo>
                <a:close/>
              </a:path>
            </a:pathLst>
          </a:custGeom>
          <a:solidFill>
            <a:srgbClr val="5F95E6"/>
          </a:solidFill>
        </p:spPr>
        <p:txBody>
          <a:bodyPr wrap="square" lIns="0" tIns="0" rIns="0" bIns="0" rtlCol="0"/>
          <a:lstStyle/>
          <a:p>
            <a:endParaRPr/>
          </a:p>
        </p:txBody>
      </p:sp>
      <p:sp>
        <p:nvSpPr>
          <p:cNvPr id="19" name="object 19"/>
          <p:cNvSpPr txBox="1"/>
          <p:nvPr/>
        </p:nvSpPr>
        <p:spPr>
          <a:xfrm>
            <a:off x="9006776" y="5558091"/>
            <a:ext cx="939800" cy="574040"/>
          </a:xfrm>
          <a:prstGeom prst="rect">
            <a:avLst/>
          </a:prstGeom>
        </p:spPr>
        <p:txBody>
          <a:bodyPr vert="horz" wrap="square" lIns="0" tIns="12700" rIns="0" bIns="0" rtlCol="0">
            <a:spAutoFit/>
          </a:bodyPr>
          <a:lstStyle/>
          <a:p>
            <a:pPr marL="127000" marR="5080" indent="-114300">
              <a:lnSpc>
                <a:spcPct val="100000"/>
              </a:lnSpc>
              <a:spcBef>
                <a:spcPts val="100"/>
              </a:spcBef>
            </a:pPr>
            <a:r>
              <a:rPr sz="1800" spc="-15" dirty="0">
                <a:latin typeface="宋体"/>
                <a:cs typeface="宋体"/>
              </a:rPr>
              <a:t>建立任务</a:t>
            </a:r>
            <a:r>
              <a:rPr sz="1800" spc="-20" dirty="0">
                <a:latin typeface="宋体"/>
                <a:cs typeface="宋体"/>
              </a:rPr>
              <a:t>间联系</a:t>
            </a:r>
            <a:endParaRPr sz="1800">
              <a:latin typeface="宋体"/>
              <a:cs typeface="宋体"/>
            </a:endParaRPr>
          </a:p>
        </p:txBody>
      </p:sp>
      <p:sp>
        <p:nvSpPr>
          <p:cNvPr id="20" name="object 20"/>
          <p:cNvSpPr/>
          <p:nvPr/>
        </p:nvSpPr>
        <p:spPr>
          <a:xfrm>
            <a:off x="10560684" y="5421629"/>
            <a:ext cx="1332230" cy="887730"/>
          </a:xfrm>
          <a:custGeom>
            <a:avLst/>
            <a:gdLst/>
            <a:ahLst/>
            <a:cxnLst/>
            <a:rect l="l" t="t" r="r" b="b"/>
            <a:pathLst>
              <a:path w="1332229" h="887729">
                <a:moveTo>
                  <a:pt x="1203121" y="886460"/>
                </a:moveTo>
                <a:lnTo>
                  <a:pt x="129108" y="886460"/>
                </a:lnTo>
                <a:lnTo>
                  <a:pt x="121602" y="885189"/>
                </a:lnTo>
                <a:lnTo>
                  <a:pt x="114236" y="882650"/>
                </a:lnTo>
                <a:lnTo>
                  <a:pt x="107010" y="881379"/>
                </a:lnTo>
                <a:lnTo>
                  <a:pt x="93014" y="876300"/>
                </a:lnTo>
                <a:lnTo>
                  <a:pt x="86258" y="872489"/>
                </a:lnTo>
                <a:lnTo>
                  <a:pt x="79692" y="869950"/>
                </a:lnTo>
                <a:lnTo>
                  <a:pt x="73317" y="866139"/>
                </a:lnTo>
                <a:lnTo>
                  <a:pt x="67144" y="862329"/>
                </a:lnTo>
                <a:lnTo>
                  <a:pt x="61163" y="857250"/>
                </a:lnTo>
                <a:lnTo>
                  <a:pt x="55422" y="853439"/>
                </a:lnTo>
                <a:lnTo>
                  <a:pt x="49898" y="848360"/>
                </a:lnTo>
                <a:lnTo>
                  <a:pt x="44602" y="843279"/>
                </a:lnTo>
                <a:lnTo>
                  <a:pt x="39560" y="838200"/>
                </a:lnTo>
                <a:lnTo>
                  <a:pt x="34772" y="831850"/>
                </a:lnTo>
                <a:lnTo>
                  <a:pt x="30251" y="826770"/>
                </a:lnTo>
                <a:lnTo>
                  <a:pt x="9245" y="787400"/>
                </a:lnTo>
                <a:lnTo>
                  <a:pt x="6845" y="781050"/>
                </a:lnTo>
                <a:lnTo>
                  <a:pt x="190" y="742950"/>
                </a:lnTo>
                <a:lnTo>
                  <a:pt x="0" y="735329"/>
                </a:lnTo>
                <a:lnTo>
                  <a:pt x="0" y="151129"/>
                </a:lnTo>
                <a:lnTo>
                  <a:pt x="4787" y="113029"/>
                </a:lnTo>
                <a:lnTo>
                  <a:pt x="6845" y="106679"/>
                </a:lnTo>
                <a:lnTo>
                  <a:pt x="9245" y="99060"/>
                </a:lnTo>
                <a:lnTo>
                  <a:pt x="11963" y="92710"/>
                </a:lnTo>
                <a:lnTo>
                  <a:pt x="15024" y="85089"/>
                </a:lnTo>
                <a:lnTo>
                  <a:pt x="18376" y="78739"/>
                </a:lnTo>
                <a:lnTo>
                  <a:pt x="22047" y="72389"/>
                </a:lnTo>
                <a:lnTo>
                  <a:pt x="26009" y="66039"/>
                </a:lnTo>
                <a:lnTo>
                  <a:pt x="30251" y="60960"/>
                </a:lnTo>
                <a:lnTo>
                  <a:pt x="34772" y="54610"/>
                </a:lnTo>
                <a:lnTo>
                  <a:pt x="67144" y="25400"/>
                </a:lnTo>
                <a:lnTo>
                  <a:pt x="114236" y="3810"/>
                </a:lnTo>
                <a:lnTo>
                  <a:pt x="136728" y="0"/>
                </a:lnTo>
                <a:lnTo>
                  <a:pt x="1195501" y="0"/>
                </a:lnTo>
                <a:lnTo>
                  <a:pt x="1217993" y="3810"/>
                </a:lnTo>
                <a:lnTo>
                  <a:pt x="1232293" y="8889"/>
                </a:lnTo>
                <a:lnTo>
                  <a:pt x="1242593" y="12700"/>
                </a:lnTo>
                <a:lnTo>
                  <a:pt x="138175" y="12700"/>
                </a:lnTo>
                <a:lnTo>
                  <a:pt x="130873" y="13970"/>
                </a:lnTo>
                <a:lnTo>
                  <a:pt x="131191" y="13970"/>
                </a:lnTo>
                <a:lnTo>
                  <a:pt x="124002" y="15239"/>
                </a:lnTo>
                <a:lnTo>
                  <a:pt x="124307" y="15239"/>
                </a:lnTo>
                <a:lnTo>
                  <a:pt x="117246" y="16510"/>
                </a:lnTo>
                <a:lnTo>
                  <a:pt x="117551" y="16510"/>
                </a:lnTo>
                <a:lnTo>
                  <a:pt x="110629" y="17779"/>
                </a:lnTo>
                <a:lnTo>
                  <a:pt x="110934" y="17779"/>
                </a:lnTo>
                <a:lnTo>
                  <a:pt x="104152" y="20320"/>
                </a:lnTo>
                <a:lnTo>
                  <a:pt x="104444" y="20320"/>
                </a:lnTo>
                <a:lnTo>
                  <a:pt x="97815" y="22860"/>
                </a:lnTo>
                <a:lnTo>
                  <a:pt x="98107" y="22860"/>
                </a:lnTo>
                <a:lnTo>
                  <a:pt x="91643" y="25400"/>
                </a:lnTo>
                <a:lnTo>
                  <a:pt x="91909" y="25400"/>
                </a:lnTo>
                <a:lnTo>
                  <a:pt x="85623" y="29210"/>
                </a:lnTo>
                <a:lnTo>
                  <a:pt x="85890" y="29210"/>
                </a:lnTo>
                <a:lnTo>
                  <a:pt x="79781" y="31750"/>
                </a:lnTo>
                <a:lnTo>
                  <a:pt x="80048" y="31750"/>
                </a:lnTo>
                <a:lnTo>
                  <a:pt x="74117" y="35560"/>
                </a:lnTo>
                <a:lnTo>
                  <a:pt x="74371" y="35560"/>
                </a:lnTo>
                <a:lnTo>
                  <a:pt x="68656" y="39370"/>
                </a:lnTo>
                <a:lnTo>
                  <a:pt x="68897" y="39370"/>
                </a:lnTo>
                <a:lnTo>
                  <a:pt x="63385" y="44450"/>
                </a:lnTo>
                <a:lnTo>
                  <a:pt x="63614" y="44450"/>
                </a:lnTo>
                <a:lnTo>
                  <a:pt x="58318" y="48260"/>
                </a:lnTo>
                <a:lnTo>
                  <a:pt x="58547" y="48260"/>
                </a:lnTo>
                <a:lnTo>
                  <a:pt x="53479" y="53339"/>
                </a:lnTo>
                <a:lnTo>
                  <a:pt x="53695" y="53339"/>
                </a:lnTo>
                <a:lnTo>
                  <a:pt x="50066" y="57150"/>
                </a:lnTo>
                <a:lnTo>
                  <a:pt x="49060" y="57150"/>
                </a:lnTo>
                <a:lnTo>
                  <a:pt x="45392" y="62229"/>
                </a:lnTo>
                <a:lnTo>
                  <a:pt x="44665" y="62229"/>
                </a:lnTo>
                <a:lnTo>
                  <a:pt x="40335" y="68579"/>
                </a:lnTo>
                <a:lnTo>
                  <a:pt x="40513" y="68579"/>
                </a:lnTo>
                <a:lnTo>
                  <a:pt x="36449" y="73660"/>
                </a:lnTo>
                <a:lnTo>
                  <a:pt x="36626" y="73660"/>
                </a:lnTo>
                <a:lnTo>
                  <a:pt x="33588" y="78739"/>
                </a:lnTo>
                <a:lnTo>
                  <a:pt x="32981" y="78739"/>
                </a:lnTo>
                <a:lnTo>
                  <a:pt x="29464" y="85089"/>
                </a:lnTo>
                <a:lnTo>
                  <a:pt x="29616" y="85089"/>
                </a:lnTo>
                <a:lnTo>
                  <a:pt x="26390" y="91439"/>
                </a:lnTo>
                <a:lnTo>
                  <a:pt x="26530" y="91439"/>
                </a:lnTo>
                <a:lnTo>
                  <a:pt x="23609" y="97789"/>
                </a:lnTo>
                <a:lnTo>
                  <a:pt x="21107" y="104139"/>
                </a:lnTo>
                <a:lnTo>
                  <a:pt x="18923" y="110489"/>
                </a:lnTo>
                <a:lnTo>
                  <a:pt x="17056" y="116839"/>
                </a:lnTo>
                <a:lnTo>
                  <a:pt x="15506" y="123189"/>
                </a:lnTo>
                <a:lnTo>
                  <a:pt x="14287" y="130810"/>
                </a:lnTo>
                <a:lnTo>
                  <a:pt x="13398" y="137160"/>
                </a:lnTo>
                <a:lnTo>
                  <a:pt x="12960" y="143510"/>
                </a:lnTo>
                <a:lnTo>
                  <a:pt x="12890" y="144779"/>
                </a:lnTo>
                <a:lnTo>
                  <a:pt x="12731" y="151129"/>
                </a:lnTo>
                <a:lnTo>
                  <a:pt x="12700" y="735329"/>
                </a:lnTo>
                <a:lnTo>
                  <a:pt x="12890" y="742950"/>
                </a:lnTo>
                <a:lnTo>
                  <a:pt x="13436" y="749300"/>
                </a:lnTo>
                <a:lnTo>
                  <a:pt x="14325" y="756920"/>
                </a:lnTo>
                <a:lnTo>
                  <a:pt x="15570" y="763270"/>
                </a:lnTo>
                <a:lnTo>
                  <a:pt x="17132" y="770889"/>
                </a:lnTo>
                <a:lnTo>
                  <a:pt x="17384" y="770889"/>
                </a:lnTo>
                <a:lnTo>
                  <a:pt x="19024" y="777239"/>
                </a:lnTo>
                <a:lnTo>
                  <a:pt x="21221" y="783589"/>
                </a:lnTo>
                <a:lnTo>
                  <a:pt x="23723" y="789939"/>
                </a:lnTo>
                <a:lnTo>
                  <a:pt x="26530" y="796289"/>
                </a:lnTo>
                <a:lnTo>
                  <a:pt x="26390" y="796289"/>
                </a:lnTo>
                <a:lnTo>
                  <a:pt x="29616" y="802639"/>
                </a:lnTo>
                <a:lnTo>
                  <a:pt x="30167" y="802639"/>
                </a:lnTo>
                <a:lnTo>
                  <a:pt x="32981" y="807720"/>
                </a:lnTo>
                <a:lnTo>
                  <a:pt x="32829" y="807720"/>
                </a:lnTo>
                <a:lnTo>
                  <a:pt x="36626" y="814070"/>
                </a:lnTo>
                <a:lnTo>
                  <a:pt x="37261" y="814070"/>
                </a:lnTo>
                <a:lnTo>
                  <a:pt x="40513" y="819150"/>
                </a:lnTo>
                <a:lnTo>
                  <a:pt x="40335" y="819150"/>
                </a:lnTo>
                <a:lnTo>
                  <a:pt x="44665" y="824229"/>
                </a:lnTo>
                <a:lnTo>
                  <a:pt x="44475" y="824229"/>
                </a:lnTo>
                <a:lnTo>
                  <a:pt x="49060" y="829310"/>
                </a:lnTo>
                <a:lnTo>
                  <a:pt x="48856" y="829310"/>
                </a:lnTo>
                <a:lnTo>
                  <a:pt x="53695" y="834389"/>
                </a:lnTo>
                <a:lnTo>
                  <a:pt x="53479" y="834389"/>
                </a:lnTo>
                <a:lnTo>
                  <a:pt x="58547" y="839470"/>
                </a:lnTo>
                <a:lnTo>
                  <a:pt x="59642" y="839470"/>
                </a:lnTo>
                <a:lnTo>
                  <a:pt x="63614" y="843279"/>
                </a:lnTo>
                <a:lnTo>
                  <a:pt x="63385" y="843279"/>
                </a:lnTo>
                <a:lnTo>
                  <a:pt x="68897" y="847089"/>
                </a:lnTo>
                <a:lnTo>
                  <a:pt x="68656" y="847089"/>
                </a:lnTo>
                <a:lnTo>
                  <a:pt x="74371" y="850900"/>
                </a:lnTo>
                <a:lnTo>
                  <a:pt x="74117" y="850900"/>
                </a:lnTo>
                <a:lnTo>
                  <a:pt x="80048" y="854710"/>
                </a:lnTo>
                <a:lnTo>
                  <a:pt x="79781" y="854710"/>
                </a:lnTo>
                <a:lnTo>
                  <a:pt x="85890" y="858520"/>
                </a:lnTo>
                <a:lnTo>
                  <a:pt x="85623" y="858520"/>
                </a:lnTo>
                <a:lnTo>
                  <a:pt x="91909" y="861060"/>
                </a:lnTo>
                <a:lnTo>
                  <a:pt x="91643" y="861060"/>
                </a:lnTo>
                <a:lnTo>
                  <a:pt x="98107" y="863600"/>
                </a:lnTo>
                <a:lnTo>
                  <a:pt x="97815" y="863600"/>
                </a:lnTo>
                <a:lnTo>
                  <a:pt x="104444" y="866139"/>
                </a:lnTo>
                <a:lnTo>
                  <a:pt x="104152" y="866139"/>
                </a:lnTo>
                <a:lnTo>
                  <a:pt x="110934" y="868679"/>
                </a:lnTo>
                <a:lnTo>
                  <a:pt x="110629" y="868679"/>
                </a:lnTo>
                <a:lnTo>
                  <a:pt x="117551" y="871220"/>
                </a:lnTo>
                <a:lnTo>
                  <a:pt x="117246" y="871220"/>
                </a:lnTo>
                <a:lnTo>
                  <a:pt x="124307" y="872489"/>
                </a:lnTo>
                <a:lnTo>
                  <a:pt x="124002" y="872489"/>
                </a:lnTo>
                <a:lnTo>
                  <a:pt x="131191" y="873760"/>
                </a:lnTo>
                <a:lnTo>
                  <a:pt x="137858" y="873760"/>
                </a:lnTo>
                <a:lnTo>
                  <a:pt x="145262" y="875029"/>
                </a:lnTo>
                <a:lnTo>
                  <a:pt x="1241467" y="875029"/>
                </a:lnTo>
                <a:lnTo>
                  <a:pt x="1239215" y="876300"/>
                </a:lnTo>
                <a:lnTo>
                  <a:pt x="1225219" y="881379"/>
                </a:lnTo>
                <a:lnTo>
                  <a:pt x="1217993" y="882650"/>
                </a:lnTo>
                <a:lnTo>
                  <a:pt x="1210627" y="885189"/>
                </a:lnTo>
                <a:lnTo>
                  <a:pt x="1203121" y="886460"/>
                </a:lnTo>
                <a:close/>
              </a:path>
              <a:path w="1332229" h="887729">
                <a:moveTo>
                  <a:pt x="1283373" y="58420"/>
                </a:moveTo>
                <a:lnTo>
                  <a:pt x="1278534" y="53339"/>
                </a:lnTo>
                <a:lnTo>
                  <a:pt x="1278750" y="53339"/>
                </a:lnTo>
                <a:lnTo>
                  <a:pt x="1273683" y="48260"/>
                </a:lnTo>
                <a:lnTo>
                  <a:pt x="1273911" y="48260"/>
                </a:lnTo>
                <a:lnTo>
                  <a:pt x="1268615" y="44450"/>
                </a:lnTo>
                <a:lnTo>
                  <a:pt x="1268844" y="44450"/>
                </a:lnTo>
                <a:lnTo>
                  <a:pt x="1263332" y="39370"/>
                </a:lnTo>
                <a:lnTo>
                  <a:pt x="1263573" y="39370"/>
                </a:lnTo>
                <a:lnTo>
                  <a:pt x="1257858" y="35560"/>
                </a:lnTo>
                <a:lnTo>
                  <a:pt x="1258112" y="35560"/>
                </a:lnTo>
                <a:lnTo>
                  <a:pt x="1252181" y="31750"/>
                </a:lnTo>
                <a:lnTo>
                  <a:pt x="1252448" y="31750"/>
                </a:lnTo>
                <a:lnTo>
                  <a:pt x="1246339" y="29210"/>
                </a:lnTo>
                <a:lnTo>
                  <a:pt x="1246606" y="29210"/>
                </a:lnTo>
                <a:lnTo>
                  <a:pt x="1240320" y="25400"/>
                </a:lnTo>
                <a:lnTo>
                  <a:pt x="1240586" y="25400"/>
                </a:lnTo>
                <a:lnTo>
                  <a:pt x="1234122" y="22860"/>
                </a:lnTo>
                <a:lnTo>
                  <a:pt x="1234414" y="22860"/>
                </a:lnTo>
                <a:lnTo>
                  <a:pt x="1227785" y="20320"/>
                </a:lnTo>
                <a:lnTo>
                  <a:pt x="1228077" y="20320"/>
                </a:lnTo>
                <a:lnTo>
                  <a:pt x="1221295" y="17779"/>
                </a:lnTo>
                <a:lnTo>
                  <a:pt x="1221600" y="17779"/>
                </a:lnTo>
                <a:lnTo>
                  <a:pt x="1214678" y="16510"/>
                </a:lnTo>
                <a:lnTo>
                  <a:pt x="1214983" y="16510"/>
                </a:lnTo>
                <a:lnTo>
                  <a:pt x="1207922" y="15239"/>
                </a:lnTo>
                <a:lnTo>
                  <a:pt x="1208227" y="15239"/>
                </a:lnTo>
                <a:lnTo>
                  <a:pt x="1201039" y="13970"/>
                </a:lnTo>
                <a:lnTo>
                  <a:pt x="1201356" y="13970"/>
                </a:lnTo>
                <a:lnTo>
                  <a:pt x="1194054" y="12700"/>
                </a:lnTo>
                <a:lnTo>
                  <a:pt x="1242593" y="12700"/>
                </a:lnTo>
                <a:lnTo>
                  <a:pt x="1276807" y="34289"/>
                </a:lnTo>
                <a:lnTo>
                  <a:pt x="1299265" y="57150"/>
                </a:lnTo>
                <a:lnTo>
                  <a:pt x="1283169" y="57150"/>
                </a:lnTo>
                <a:lnTo>
                  <a:pt x="1283373" y="58420"/>
                </a:lnTo>
                <a:close/>
              </a:path>
              <a:path w="1332229" h="887729">
                <a:moveTo>
                  <a:pt x="48856" y="58420"/>
                </a:moveTo>
                <a:lnTo>
                  <a:pt x="49060" y="57150"/>
                </a:lnTo>
                <a:lnTo>
                  <a:pt x="50066" y="57150"/>
                </a:lnTo>
                <a:lnTo>
                  <a:pt x="48856" y="58420"/>
                </a:lnTo>
                <a:close/>
              </a:path>
              <a:path w="1332229" h="887729">
                <a:moveTo>
                  <a:pt x="1287754" y="63500"/>
                </a:moveTo>
                <a:lnTo>
                  <a:pt x="1283169" y="57150"/>
                </a:lnTo>
                <a:lnTo>
                  <a:pt x="1299265" y="57150"/>
                </a:lnTo>
                <a:lnTo>
                  <a:pt x="1301978" y="60960"/>
                </a:lnTo>
                <a:lnTo>
                  <a:pt x="1303039" y="62229"/>
                </a:lnTo>
                <a:lnTo>
                  <a:pt x="1287564" y="62229"/>
                </a:lnTo>
                <a:lnTo>
                  <a:pt x="1287754" y="63500"/>
                </a:lnTo>
                <a:close/>
              </a:path>
              <a:path w="1332229" h="887729">
                <a:moveTo>
                  <a:pt x="44475" y="63500"/>
                </a:moveTo>
                <a:lnTo>
                  <a:pt x="44665" y="62229"/>
                </a:lnTo>
                <a:lnTo>
                  <a:pt x="45392" y="62229"/>
                </a:lnTo>
                <a:lnTo>
                  <a:pt x="44475" y="63500"/>
                </a:lnTo>
                <a:close/>
              </a:path>
              <a:path w="1332229" h="887729">
                <a:moveTo>
                  <a:pt x="1299400" y="80010"/>
                </a:moveTo>
                <a:lnTo>
                  <a:pt x="1295603" y="73660"/>
                </a:lnTo>
                <a:lnTo>
                  <a:pt x="1295781" y="73660"/>
                </a:lnTo>
                <a:lnTo>
                  <a:pt x="1291717" y="68579"/>
                </a:lnTo>
                <a:lnTo>
                  <a:pt x="1291894" y="68579"/>
                </a:lnTo>
                <a:lnTo>
                  <a:pt x="1287564" y="62229"/>
                </a:lnTo>
                <a:lnTo>
                  <a:pt x="1303039" y="62229"/>
                </a:lnTo>
                <a:lnTo>
                  <a:pt x="1306220" y="66039"/>
                </a:lnTo>
                <a:lnTo>
                  <a:pt x="1310182" y="72389"/>
                </a:lnTo>
                <a:lnTo>
                  <a:pt x="1313853" y="78739"/>
                </a:lnTo>
                <a:lnTo>
                  <a:pt x="1299248" y="78739"/>
                </a:lnTo>
                <a:lnTo>
                  <a:pt x="1299400" y="80010"/>
                </a:lnTo>
                <a:close/>
              </a:path>
              <a:path w="1332229" h="887729">
                <a:moveTo>
                  <a:pt x="32829" y="80010"/>
                </a:moveTo>
                <a:lnTo>
                  <a:pt x="32981" y="78739"/>
                </a:lnTo>
                <a:lnTo>
                  <a:pt x="33588" y="78739"/>
                </a:lnTo>
                <a:lnTo>
                  <a:pt x="32829" y="80010"/>
                </a:lnTo>
                <a:close/>
              </a:path>
              <a:path w="1332229" h="887729">
                <a:moveTo>
                  <a:pt x="1328009" y="770889"/>
                </a:moveTo>
                <a:lnTo>
                  <a:pt x="1315097" y="770889"/>
                </a:lnTo>
                <a:lnTo>
                  <a:pt x="1316723" y="763270"/>
                </a:lnTo>
                <a:lnTo>
                  <a:pt x="1317942" y="756920"/>
                </a:lnTo>
                <a:lnTo>
                  <a:pt x="1318831" y="749300"/>
                </a:lnTo>
                <a:lnTo>
                  <a:pt x="1319352" y="742950"/>
                </a:lnTo>
                <a:lnTo>
                  <a:pt x="1319530" y="735329"/>
                </a:lnTo>
                <a:lnTo>
                  <a:pt x="1319530" y="151129"/>
                </a:lnTo>
                <a:lnTo>
                  <a:pt x="1319339" y="144779"/>
                </a:lnTo>
                <a:lnTo>
                  <a:pt x="1318793" y="137160"/>
                </a:lnTo>
                <a:lnTo>
                  <a:pt x="1317904" y="130810"/>
                </a:lnTo>
                <a:lnTo>
                  <a:pt x="1316659" y="123189"/>
                </a:lnTo>
                <a:lnTo>
                  <a:pt x="1315097" y="116839"/>
                </a:lnTo>
                <a:lnTo>
                  <a:pt x="1313205" y="110489"/>
                </a:lnTo>
                <a:lnTo>
                  <a:pt x="1311008" y="104139"/>
                </a:lnTo>
                <a:lnTo>
                  <a:pt x="1308506" y="97789"/>
                </a:lnTo>
                <a:lnTo>
                  <a:pt x="1305699" y="91439"/>
                </a:lnTo>
                <a:lnTo>
                  <a:pt x="1305839" y="91439"/>
                </a:lnTo>
                <a:lnTo>
                  <a:pt x="1302613" y="85089"/>
                </a:lnTo>
                <a:lnTo>
                  <a:pt x="1302766" y="85089"/>
                </a:lnTo>
                <a:lnTo>
                  <a:pt x="1299248" y="78739"/>
                </a:lnTo>
                <a:lnTo>
                  <a:pt x="1313853" y="78739"/>
                </a:lnTo>
                <a:lnTo>
                  <a:pt x="1317205" y="85089"/>
                </a:lnTo>
                <a:lnTo>
                  <a:pt x="1320266" y="92710"/>
                </a:lnTo>
                <a:lnTo>
                  <a:pt x="1322984" y="99060"/>
                </a:lnTo>
                <a:lnTo>
                  <a:pt x="1325384" y="106679"/>
                </a:lnTo>
                <a:lnTo>
                  <a:pt x="1327442" y="113029"/>
                </a:lnTo>
                <a:lnTo>
                  <a:pt x="1329143" y="120650"/>
                </a:lnTo>
                <a:lnTo>
                  <a:pt x="1330477" y="128270"/>
                </a:lnTo>
                <a:lnTo>
                  <a:pt x="1331442" y="135889"/>
                </a:lnTo>
                <a:lnTo>
                  <a:pt x="1332039" y="143510"/>
                </a:lnTo>
                <a:lnTo>
                  <a:pt x="1332230" y="151129"/>
                </a:lnTo>
                <a:lnTo>
                  <a:pt x="1332230" y="735329"/>
                </a:lnTo>
                <a:lnTo>
                  <a:pt x="1332039" y="742950"/>
                </a:lnTo>
                <a:lnTo>
                  <a:pt x="1331442" y="750570"/>
                </a:lnTo>
                <a:lnTo>
                  <a:pt x="1330477" y="758189"/>
                </a:lnTo>
                <a:lnTo>
                  <a:pt x="1329143" y="765810"/>
                </a:lnTo>
                <a:lnTo>
                  <a:pt x="1328009" y="770889"/>
                </a:lnTo>
                <a:close/>
              </a:path>
              <a:path w="1332229" h="887729">
                <a:moveTo>
                  <a:pt x="12700" y="152400"/>
                </a:moveTo>
                <a:lnTo>
                  <a:pt x="12700" y="151129"/>
                </a:lnTo>
                <a:lnTo>
                  <a:pt x="12700" y="152400"/>
                </a:lnTo>
                <a:close/>
              </a:path>
              <a:path w="1332229" h="887729">
                <a:moveTo>
                  <a:pt x="1319530" y="152400"/>
                </a:moveTo>
                <a:lnTo>
                  <a:pt x="1319498" y="151129"/>
                </a:lnTo>
                <a:lnTo>
                  <a:pt x="1319530" y="152400"/>
                </a:lnTo>
                <a:close/>
              </a:path>
              <a:path w="1332229" h="887729">
                <a:moveTo>
                  <a:pt x="17384" y="770889"/>
                </a:moveTo>
                <a:lnTo>
                  <a:pt x="17132" y="770889"/>
                </a:lnTo>
                <a:lnTo>
                  <a:pt x="17056" y="769620"/>
                </a:lnTo>
                <a:lnTo>
                  <a:pt x="17384" y="770889"/>
                </a:lnTo>
                <a:close/>
              </a:path>
              <a:path w="1332229" h="887729">
                <a:moveTo>
                  <a:pt x="1316535" y="802639"/>
                </a:moveTo>
                <a:lnTo>
                  <a:pt x="1302613" y="802639"/>
                </a:lnTo>
                <a:lnTo>
                  <a:pt x="1305839" y="796289"/>
                </a:lnTo>
                <a:lnTo>
                  <a:pt x="1305699" y="796289"/>
                </a:lnTo>
                <a:lnTo>
                  <a:pt x="1308620" y="789939"/>
                </a:lnTo>
                <a:lnTo>
                  <a:pt x="1311122" y="783589"/>
                </a:lnTo>
                <a:lnTo>
                  <a:pt x="1313307" y="777239"/>
                </a:lnTo>
                <a:lnTo>
                  <a:pt x="1315173" y="769620"/>
                </a:lnTo>
                <a:lnTo>
                  <a:pt x="1315097" y="770889"/>
                </a:lnTo>
                <a:lnTo>
                  <a:pt x="1328009" y="770889"/>
                </a:lnTo>
                <a:lnTo>
                  <a:pt x="1327442" y="773429"/>
                </a:lnTo>
                <a:lnTo>
                  <a:pt x="1325384" y="781050"/>
                </a:lnTo>
                <a:lnTo>
                  <a:pt x="1322984" y="787400"/>
                </a:lnTo>
                <a:lnTo>
                  <a:pt x="1320266" y="795020"/>
                </a:lnTo>
                <a:lnTo>
                  <a:pt x="1317205" y="801370"/>
                </a:lnTo>
                <a:lnTo>
                  <a:pt x="1316535" y="802639"/>
                </a:lnTo>
                <a:close/>
              </a:path>
              <a:path w="1332229" h="887729">
                <a:moveTo>
                  <a:pt x="30167" y="802639"/>
                </a:moveTo>
                <a:lnTo>
                  <a:pt x="29616" y="802639"/>
                </a:lnTo>
                <a:lnTo>
                  <a:pt x="29464" y="801370"/>
                </a:lnTo>
                <a:lnTo>
                  <a:pt x="30167" y="802639"/>
                </a:lnTo>
                <a:close/>
              </a:path>
              <a:path w="1332229" h="887729">
                <a:moveTo>
                  <a:pt x="1310182" y="814070"/>
                </a:moveTo>
                <a:lnTo>
                  <a:pt x="1295603" y="814070"/>
                </a:lnTo>
                <a:lnTo>
                  <a:pt x="1299400" y="807720"/>
                </a:lnTo>
                <a:lnTo>
                  <a:pt x="1299248" y="807720"/>
                </a:lnTo>
                <a:lnTo>
                  <a:pt x="1302766" y="801370"/>
                </a:lnTo>
                <a:lnTo>
                  <a:pt x="1302613" y="802639"/>
                </a:lnTo>
                <a:lnTo>
                  <a:pt x="1316535" y="802639"/>
                </a:lnTo>
                <a:lnTo>
                  <a:pt x="1313853" y="807720"/>
                </a:lnTo>
                <a:lnTo>
                  <a:pt x="1310182" y="814070"/>
                </a:lnTo>
                <a:close/>
              </a:path>
              <a:path w="1332229" h="887729">
                <a:moveTo>
                  <a:pt x="37261" y="814070"/>
                </a:moveTo>
                <a:lnTo>
                  <a:pt x="36626" y="814070"/>
                </a:lnTo>
                <a:lnTo>
                  <a:pt x="36449" y="812800"/>
                </a:lnTo>
                <a:lnTo>
                  <a:pt x="37261" y="814070"/>
                </a:lnTo>
                <a:close/>
              </a:path>
              <a:path w="1332229" h="887729">
                <a:moveTo>
                  <a:pt x="1291409" y="839470"/>
                </a:moveTo>
                <a:lnTo>
                  <a:pt x="1273683" y="839470"/>
                </a:lnTo>
                <a:lnTo>
                  <a:pt x="1278750" y="834389"/>
                </a:lnTo>
                <a:lnTo>
                  <a:pt x="1278534" y="834389"/>
                </a:lnTo>
                <a:lnTo>
                  <a:pt x="1283373" y="829310"/>
                </a:lnTo>
                <a:lnTo>
                  <a:pt x="1283169" y="829310"/>
                </a:lnTo>
                <a:lnTo>
                  <a:pt x="1287754" y="824229"/>
                </a:lnTo>
                <a:lnTo>
                  <a:pt x="1287564" y="824229"/>
                </a:lnTo>
                <a:lnTo>
                  <a:pt x="1291894" y="819150"/>
                </a:lnTo>
                <a:lnTo>
                  <a:pt x="1291717" y="819150"/>
                </a:lnTo>
                <a:lnTo>
                  <a:pt x="1295781" y="812800"/>
                </a:lnTo>
                <a:lnTo>
                  <a:pt x="1295603" y="814070"/>
                </a:lnTo>
                <a:lnTo>
                  <a:pt x="1310182" y="814070"/>
                </a:lnTo>
                <a:lnTo>
                  <a:pt x="1306220" y="820420"/>
                </a:lnTo>
                <a:lnTo>
                  <a:pt x="1301978" y="826770"/>
                </a:lnTo>
                <a:lnTo>
                  <a:pt x="1297457" y="831850"/>
                </a:lnTo>
                <a:lnTo>
                  <a:pt x="1292669" y="838200"/>
                </a:lnTo>
                <a:lnTo>
                  <a:pt x="1291409" y="839470"/>
                </a:lnTo>
                <a:close/>
              </a:path>
              <a:path w="1332229" h="887729">
                <a:moveTo>
                  <a:pt x="59642" y="839470"/>
                </a:moveTo>
                <a:lnTo>
                  <a:pt x="58547" y="839470"/>
                </a:lnTo>
                <a:lnTo>
                  <a:pt x="58318" y="838200"/>
                </a:lnTo>
                <a:lnTo>
                  <a:pt x="59642" y="839470"/>
                </a:lnTo>
                <a:close/>
              </a:path>
              <a:path w="1332229" h="887729">
                <a:moveTo>
                  <a:pt x="1241467" y="875029"/>
                </a:moveTo>
                <a:lnTo>
                  <a:pt x="1186967" y="875029"/>
                </a:lnTo>
                <a:lnTo>
                  <a:pt x="1194371" y="873760"/>
                </a:lnTo>
                <a:lnTo>
                  <a:pt x="1201039" y="873760"/>
                </a:lnTo>
                <a:lnTo>
                  <a:pt x="1208227" y="872489"/>
                </a:lnTo>
                <a:lnTo>
                  <a:pt x="1207922" y="872489"/>
                </a:lnTo>
                <a:lnTo>
                  <a:pt x="1214983" y="871220"/>
                </a:lnTo>
                <a:lnTo>
                  <a:pt x="1214678" y="871220"/>
                </a:lnTo>
                <a:lnTo>
                  <a:pt x="1221600" y="868679"/>
                </a:lnTo>
                <a:lnTo>
                  <a:pt x="1221295" y="868679"/>
                </a:lnTo>
                <a:lnTo>
                  <a:pt x="1228077" y="866139"/>
                </a:lnTo>
                <a:lnTo>
                  <a:pt x="1227785" y="866139"/>
                </a:lnTo>
                <a:lnTo>
                  <a:pt x="1234414" y="863600"/>
                </a:lnTo>
                <a:lnTo>
                  <a:pt x="1234122" y="863600"/>
                </a:lnTo>
                <a:lnTo>
                  <a:pt x="1240586" y="861060"/>
                </a:lnTo>
                <a:lnTo>
                  <a:pt x="1240320" y="861060"/>
                </a:lnTo>
                <a:lnTo>
                  <a:pt x="1246606" y="858520"/>
                </a:lnTo>
                <a:lnTo>
                  <a:pt x="1246339" y="858520"/>
                </a:lnTo>
                <a:lnTo>
                  <a:pt x="1252448" y="854710"/>
                </a:lnTo>
                <a:lnTo>
                  <a:pt x="1252181" y="854710"/>
                </a:lnTo>
                <a:lnTo>
                  <a:pt x="1258112" y="850900"/>
                </a:lnTo>
                <a:lnTo>
                  <a:pt x="1257858" y="850900"/>
                </a:lnTo>
                <a:lnTo>
                  <a:pt x="1263573" y="847089"/>
                </a:lnTo>
                <a:lnTo>
                  <a:pt x="1263332" y="847089"/>
                </a:lnTo>
                <a:lnTo>
                  <a:pt x="1268844" y="843279"/>
                </a:lnTo>
                <a:lnTo>
                  <a:pt x="1268615" y="843279"/>
                </a:lnTo>
                <a:lnTo>
                  <a:pt x="1273911" y="838200"/>
                </a:lnTo>
                <a:lnTo>
                  <a:pt x="1273683" y="839470"/>
                </a:lnTo>
                <a:lnTo>
                  <a:pt x="1291409" y="839470"/>
                </a:lnTo>
                <a:lnTo>
                  <a:pt x="1287627" y="843279"/>
                </a:lnTo>
                <a:lnTo>
                  <a:pt x="1282331" y="848360"/>
                </a:lnTo>
                <a:lnTo>
                  <a:pt x="1276807" y="853439"/>
                </a:lnTo>
                <a:lnTo>
                  <a:pt x="1271054" y="857250"/>
                </a:lnTo>
                <a:lnTo>
                  <a:pt x="1265085" y="862329"/>
                </a:lnTo>
                <a:lnTo>
                  <a:pt x="1258912" y="866139"/>
                </a:lnTo>
                <a:lnTo>
                  <a:pt x="1252537" y="869950"/>
                </a:lnTo>
                <a:lnTo>
                  <a:pt x="1245971" y="872489"/>
                </a:lnTo>
                <a:lnTo>
                  <a:pt x="1241467" y="875029"/>
                </a:lnTo>
                <a:close/>
              </a:path>
              <a:path w="1332229" h="887729">
                <a:moveTo>
                  <a:pt x="1187767" y="887729"/>
                </a:moveTo>
                <a:lnTo>
                  <a:pt x="144462" y="887729"/>
                </a:lnTo>
                <a:lnTo>
                  <a:pt x="136728" y="886460"/>
                </a:lnTo>
                <a:lnTo>
                  <a:pt x="1195501" y="886460"/>
                </a:lnTo>
                <a:lnTo>
                  <a:pt x="1187767" y="887729"/>
                </a:lnTo>
                <a:close/>
              </a:path>
            </a:pathLst>
          </a:custGeom>
          <a:solidFill>
            <a:srgbClr val="5F95E6"/>
          </a:solidFill>
        </p:spPr>
        <p:txBody>
          <a:bodyPr wrap="square" lIns="0" tIns="0" rIns="0" bIns="0" rtlCol="0"/>
          <a:lstStyle/>
          <a:p>
            <a:endParaRPr/>
          </a:p>
        </p:txBody>
      </p:sp>
      <p:sp>
        <p:nvSpPr>
          <p:cNvPr id="21" name="object 21"/>
          <p:cNvSpPr txBox="1"/>
          <p:nvPr/>
        </p:nvSpPr>
        <p:spPr>
          <a:xfrm>
            <a:off x="10756468" y="5549468"/>
            <a:ext cx="939800" cy="574040"/>
          </a:xfrm>
          <a:prstGeom prst="rect">
            <a:avLst/>
          </a:prstGeom>
        </p:spPr>
        <p:txBody>
          <a:bodyPr vert="horz" wrap="square" lIns="0" tIns="12700" rIns="0" bIns="0" rtlCol="0">
            <a:spAutoFit/>
          </a:bodyPr>
          <a:lstStyle/>
          <a:p>
            <a:pPr marL="12700" marR="5080">
              <a:lnSpc>
                <a:spcPct val="100000"/>
              </a:lnSpc>
              <a:spcBef>
                <a:spcPts val="100"/>
              </a:spcBef>
            </a:pPr>
            <a:r>
              <a:rPr sz="1800" spc="-15" dirty="0">
                <a:latin typeface="宋体"/>
                <a:cs typeface="宋体"/>
              </a:rPr>
              <a:t>加入反馈调整机制</a:t>
            </a:r>
            <a:endParaRPr sz="1800">
              <a:latin typeface="宋体"/>
              <a:cs typeface="宋体"/>
            </a:endParaRPr>
          </a:p>
        </p:txBody>
      </p:sp>
      <p:sp>
        <p:nvSpPr>
          <p:cNvPr id="22" name="object 22"/>
          <p:cNvSpPr/>
          <p:nvPr/>
        </p:nvSpPr>
        <p:spPr>
          <a:xfrm>
            <a:off x="8456676" y="5826252"/>
            <a:ext cx="276225" cy="97790"/>
          </a:xfrm>
          <a:custGeom>
            <a:avLst/>
            <a:gdLst/>
            <a:ahLst/>
            <a:cxnLst/>
            <a:rect l="l" t="t" r="r" b="b"/>
            <a:pathLst>
              <a:path w="276225" h="97789">
                <a:moveTo>
                  <a:pt x="227075" y="97536"/>
                </a:moveTo>
                <a:lnTo>
                  <a:pt x="227075" y="73151"/>
                </a:lnTo>
                <a:lnTo>
                  <a:pt x="0" y="73151"/>
                </a:lnTo>
                <a:lnTo>
                  <a:pt x="0" y="24384"/>
                </a:lnTo>
                <a:lnTo>
                  <a:pt x="227075" y="24384"/>
                </a:lnTo>
                <a:lnTo>
                  <a:pt x="227075" y="0"/>
                </a:lnTo>
                <a:lnTo>
                  <a:pt x="275844" y="48768"/>
                </a:lnTo>
                <a:lnTo>
                  <a:pt x="227075" y="97536"/>
                </a:lnTo>
                <a:close/>
              </a:path>
            </a:pathLst>
          </a:custGeom>
          <a:solidFill>
            <a:srgbClr val="006FC0"/>
          </a:solidFill>
        </p:spPr>
        <p:txBody>
          <a:bodyPr wrap="square" lIns="0" tIns="0" rIns="0" bIns="0" rtlCol="0"/>
          <a:lstStyle/>
          <a:p>
            <a:endParaRPr/>
          </a:p>
        </p:txBody>
      </p:sp>
      <p:sp>
        <p:nvSpPr>
          <p:cNvPr id="23" name="object 23"/>
          <p:cNvSpPr/>
          <p:nvPr/>
        </p:nvSpPr>
        <p:spPr>
          <a:xfrm>
            <a:off x="10186416" y="5826252"/>
            <a:ext cx="276225" cy="97790"/>
          </a:xfrm>
          <a:custGeom>
            <a:avLst/>
            <a:gdLst/>
            <a:ahLst/>
            <a:cxnLst/>
            <a:rect l="l" t="t" r="r" b="b"/>
            <a:pathLst>
              <a:path w="276225" h="97789">
                <a:moveTo>
                  <a:pt x="227075" y="97536"/>
                </a:moveTo>
                <a:lnTo>
                  <a:pt x="227075" y="73151"/>
                </a:lnTo>
                <a:lnTo>
                  <a:pt x="0" y="73151"/>
                </a:lnTo>
                <a:lnTo>
                  <a:pt x="0" y="24384"/>
                </a:lnTo>
                <a:lnTo>
                  <a:pt x="227075" y="24384"/>
                </a:lnTo>
                <a:lnTo>
                  <a:pt x="227075" y="0"/>
                </a:lnTo>
                <a:lnTo>
                  <a:pt x="275843" y="48768"/>
                </a:lnTo>
                <a:lnTo>
                  <a:pt x="227075" y="97536"/>
                </a:lnTo>
                <a:close/>
              </a:path>
            </a:pathLst>
          </a:custGeom>
          <a:solidFill>
            <a:srgbClr val="006FC0"/>
          </a:solidFill>
        </p:spPr>
        <p:txBody>
          <a:bodyPr wrap="square" lIns="0" tIns="0" rIns="0" bIns="0" rtlCol="0"/>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962015" cy="634365"/>
          </a:xfrm>
          <a:prstGeom prst="rect">
            <a:avLst/>
          </a:prstGeom>
        </p:spPr>
        <p:txBody>
          <a:bodyPr vert="horz" wrap="square" lIns="0" tIns="12065" rIns="0" bIns="0" rtlCol="0">
            <a:spAutoFit/>
          </a:bodyPr>
          <a:lstStyle/>
          <a:p>
            <a:pPr marL="12700">
              <a:lnSpc>
                <a:spcPct val="100000"/>
              </a:lnSpc>
              <a:spcBef>
                <a:spcPts val="95"/>
              </a:spcBef>
            </a:pPr>
            <a:r>
              <a:rPr sz="4000" spc="270" dirty="0">
                <a:latin typeface="Arial"/>
                <a:cs typeface="Arial"/>
              </a:rPr>
              <a:t>SPECTRA</a:t>
            </a:r>
            <a:r>
              <a:rPr sz="4000" spc="270" dirty="0"/>
              <a:t>任务分解模</a:t>
            </a:r>
            <a:r>
              <a:rPr sz="4000" spc="-50" dirty="0"/>
              <a:t>型</a:t>
            </a:r>
            <a:endParaRPr sz="4000">
              <a:latin typeface="Arial"/>
              <a:cs typeface="Arial"/>
            </a:endParaRPr>
          </a:p>
        </p:txBody>
      </p:sp>
      <p:sp>
        <p:nvSpPr>
          <p:cNvPr id="3" name="object 3"/>
          <p:cNvSpPr/>
          <p:nvPr/>
        </p:nvSpPr>
        <p:spPr>
          <a:xfrm>
            <a:off x="401002" y="2219642"/>
            <a:ext cx="5956300" cy="4104004"/>
          </a:xfrm>
          <a:custGeom>
            <a:avLst/>
            <a:gdLst/>
            <a:ahLst/>
            <a:cxnLst/>
            <a:rect l="l" t="t" r="r" b="b"/>
            <a:pathLst>
              <a:path w="5956300" h="4104004">
                <a:moveTo>
                  <a:pt x="5951537" y="4104005"/>
                </a:moveTo>
                <a:lnTo>
                  <a:pt x="4762" y="4104005"/>
                </a:lnTo>
                <a:lnTo>
                  <a:pt x="3289" y="4103776"/>
                </a:lnTo>
                <a:lnTo>
                  <a:pt x="1968" y="4103090"/>
                </a:lnTo>
                <a:lnTo>
                  <a:pt x="914" y="4102036"/>
                </a:lnTo>
                <a:lnTo>
                  <a:pt x="228" y="4100715"/>
                </a:lnTo>
                <a:lnTo>
                  <a:pt x="0" y="4099242"/>
                </a:lnTo>
                <a:lnTo>
                  <a:pt x="0" y="4762"/>
                </a:lnTo>
                <a:lnTo>
                  <a:pt x="4762" y="0"/>
                </a:lnTo>
                <a:lnTo>
                  <a:pt x="5951537" y="0"/>
                </a:lnTo>
                <a:lnTo>
                  <a:pt x="5956300" y="4762"/>
                </a:lnTo>
                <a:lnTo>
                  <a:pt x="9525" y="4762"/>
                </a:lnTo>
                <a:lnTo>
                  <a:pt x="4762" y="9525"/>
                </a:lnTo>
                <a:lnTo>
                  <a:pt x="9525" y="9525"/>
                </a:lnTo>
                <a:lnTo>
                  <a:pt x="9525" y="4094479"/>
                </a:lnTo>
                <a:lnTo>
                  <a:pt x="4762" y="4094479"/>
                </a:lnTo>
                <a:lnTo>
                  <a:pt x="9525" y="4099242"/>
                </a:lnTo>
                <a:lnTo>
                  <a:pt x="5956300" y="4099242"/>
                </a:lnTo>
                <a:lnTo>
                  <a:pt x="5956071" y="4100715"/>
                </a:lnTo>
                <a:lnTo>
                  <a:pt x="5955385" y="4102036"/>
                </a:lnTo>
                <a:lnTo>
                  <a:pt x="5954331" y="4103090"/>
                </a:lnTo>
                <a:lnTo>
                  <a:pt x="5953010" y="4103776"/>
                </a:lnTo>
                <a:lnTo>
                  <a:pt x="5951537" y="4104005"/>
                </a:lnTo>
                <a:close/>
              </a:path>
              <a:path w="5956300" h="4104004">
                <a:moveTo>
                  <a:pt x="9525" y="9525"/>
                </a:moveTo>
                <a:lnTo>
                  <a:pt x="4762" y="9525"/>
                </a:lnTo>
                <a:lnTo>
                  <a:pt x="9525" y="4762"/>
                </a:lnTo>
                <a:lnTo>
                  <a:pt x="9525" y="9525"/>
                </a:lnTo>
                <a:close/>
              </a:path>
              <a:path w="5956300" h="4104004">
                <a:moveTo>
                  <a:pt x="5946775" y="9525"/>
                </a:moveTo>
                <a:lnTo>
                  <a:pt x="9525" y="9525"/>
                </a:lnTo>
                <a:lnTo>
                  <a:pt x="9525" y="4762"/>
                </a:lnTo>
                <a:lnTo>
                  <a:pt x="5946775" y="4762"/>
                </a:lnTo>
                <a:lnTo>
                  <a:pt x="5946775" y="9525"/>
                </a:lnTo>
                <a:close/>
              </a:path>
              <a:path w="5956300" h="4104004">
                <a:moveTo>
                  <a:pt x="5946775" y="4099242"/>
                </a:moveTo>
                <a:lnTo>
                  <a:pt x="5946775" y="4762"/>
                </a:lnTo>
                <a:lnTo>
                  <a:pt x="5951537" y="9525"/>
                </a:lnTo>
                <a:lnTo>
                  <a:pt x="5956300" y="9525"/>
                </a:lnTo>
                <a:lnTo>
                  <a:pt x="5956300" y="4094479"/>
                </a:lnTo>
                <a:lnTo>
                  <a:pt x="5951537" y="4094479"/>
                </a:lnTo>
                <a:lnTo>
                  <a:pt x="5946775" y="4099242"/>
                </a:lnTo>
                <a:close/>
              </a:path>
              <a:path w="5956300" h="4104004">
                <a:moveTo>
                  <a:pt x="5956300" y="9525"/>
                </a:moveTo>
                <a:lnTo>
                  <a:pt x="5951537" y="9525"/>
                </a:lnTo>
                <a:lnTo>
                  <a:pt x="5946775" y="4762"/>
                </a:lnTo>
                <a:lnTo>
                  <a:pt x="5956300" y="4762"/>
                </a:lnTo>
                <a:lnTo>
                  <a:pt x="5956300" y="9525"/>
                </a:lnTo>
                <a:close/>
              </a:path>
              <a:path w="5956300" h="4104004">
                <a:moveTo>
                  <a:pt x="9525" y="4099242"/>
                </a:moveTo>
                <a:lnTo>
                  <a:pt x="4762" y="4094479"/>
                </a:lnTo>
                <a:lnTo>
                  <a:pt x="9525" y="4094479"/>
                </a:lnTo>
                <a:lnTo>
                  <a:pt x="9525" y="4099242"/>
                </a:lnTo>
                <a:close/>
              </a:path>
              <a:path w="5956300" h="4104004">
                <a:moveTo>
                  <a:pt x="5946775" y="4099242"/>
                </a:moveTo>
                <a:lnTo>
                  <a:pt x="9525" y="4099242"/>
                </a:lnTo>
                <a:lnTo>
                  <a:pt x="9525" y="4094479"/>
                </a:lnTo>
                <a:lnTo>
                  <a:pt x="5946775" y="4094479"/>
                </a:lnTo>
                <a:lnTo>
                  <a:pt x="5946775" y="4099242"/>
                </a:lnTo>
                <a:close/>
              </a:path>
              <a:path w="5956300" h="4104004">
                <a:moveTo>
                  <a:pt x="5956300" y="4099242"/>
                </a:moveTo>
                <a:lnTo>
                  <a:pt x="5946775" y="4099242"/>
                </a:lnTo>
                <a:lnTo>
                  <a:pt x="5951537" y="4094479"/>
                </a:lnTo>
                <a:lnTo>
                  <a:pt x="5956300" y="4094479"/>
                </a:lnTo>
                <a:lnTo>
                  <a:pt x="5956300" y="4099242"/>
                </a:lnTo>
                <a:close/>
              </a:path>
            </a:pathLst>
          </a:custGeom>
          <a:solidFill>
            <a:srgbClr val="6084B6"/>
          </a:solidFill>
        </p:spPr>
        <p:txBody>
          <a:bodyPr wrap="square" lIns="0" tIns="0" rIns="0" bIns="0" rtlCol="0"/>
          <a:lstStyle/>
          <a:p>
            <a:endParaRPr/>
          </a:p>
        </p:txBody>
      </p:sp>
      <p:sp>
        <p:nvSpPr>
          <p:cNvPr id="4" name="object 4"/>
          <p:cNvSpPr txBox="1"/>
          <p:nvPr/>
        </p:nvSpPr>
        <p:spPr>
          <a:xfrm>
            <a:off x="484505" y="2259964"/>
            <a:ext cx="5789295" cy="3943985"/>
          </a:xfrm>
          <a:prstGeom prst="rect">
            <a:avLst/>
          </a:prstGeom>
        </p:spPr>
        <p:txBody>
          <a:bodyPr vert="horz" wrap="square" lIns="0" tIns="12700" rIns="0" bIns="0" rtlCol="0">
            <a:spAutoFit/>
          </a:bodyPr>
          <a:lstStyle/>
          <a:p>
            <a:pPr marL="298450" marR="5080" indent="-285750">
              <a:lnSpc>
                <a:spcPct val="129900"/>
              </a:lnSpc>
              <a:spcBef>
                <a:spcPts val="100"/>
              </a:spcBef>
              <a:buChar char="•"/>
              <a:tabLst>
                <a:tab pos="297815" algn="l"/>
                <a:tab pos="298450" algn="l"/>
              </a:tabLst>
            </a:pPr>
            <a:r>
              <a:rPr sz="1800" spc="45" dirty="0">
                <a:latin typeface="Arial"/>
                <a:cs typeface="Arial"/>
              </a:rPr>
              <a:t>Segmentation</a:t>
            </a:r>
            <a:r>
              <a:rPr sz="1800" spc="45" dirty="0">
                <a:latin typeface="宋体"/>
                <a:cs typeface="宋体"/>
              </a:rPr>
              <a:t>（</a:t>
            </a:r>
            <a:r>
              <a:rPr sz="1800" spc="50" dirty="0">
                <a:latin typeface="宋体"/>
                <a:cs typeface="宋体"/>
              </a:rPr>
              <a:t>分割）</a:t>
            </a:r>
            <a:r>
              <a:rPr sz="1800" spc="40" dirty="0">
                <a:latin typeface="宋体"/>
                <a:cs typeface="宋体"/>
              </a:rPr>
              <a:t>：将大任务分为独立但相关的</a:t>
            </a:r>
            <a:r>
              <a:rPr sz="1800" spc="-25" dirty="0">
                <a:latin typeface="宋体"/>
                <a:cs typeface="宋体"/>
              </a:rPr>
              <a:t>部分</a:t>
            </a:r>
            <a:endParaRPr sz="1800">
              <a:latin typeface="宋体"/>
              <a:cs typeface="宋体"/>
            </a:endParaRPr>
          </a:p>
          <a:p>
            <a:pPr marL="298450" marR="5080" indent="-285750">
              <a:lnSpc>
                <a:spcPct val="129900"/>
              </a:lnSpc>
              <a:buChar char="•"/>
              <a:tabLst>
                <a:tab pos="297815" algn="l"/>
                <a:tab pos="298450" algn="l"/>
              </a:tabLst>
            </a:pPr>
            <a:r>
              <a:rPr sz="1800" dirty="0">
                <a:latin typeface="Arial"/>
                <a:cs typeface="Arial"/>
              </a:rPr>
              <a:t>Prioritization</a:t>
            </a:r>
            <a:r>
              <a:rPr sz="1800" dirty="0">
                <a:latin typeface="宋体"/>
                <a:cs typeface="宋体"/>
              </a:rPr>
              <a:t>（优先级）</a:t>
            </a:r>
            <a:r>
              <a:rPr sz="1800" spc="-5" dirty="0">
                <a:latin typeface="宋体"/>
                <a:cs typeface="宋体"/>
              </a:rPr>
              <a:t>：确定子任务的重要性和执行</a:t>
            </a:r>
            <a:r>
              <a:rPr sz="1800" spc="-25" dirty="0">
                <a:latin typeface="宋体"/>
                <a:cs typeface="宋体"/>
              </a:rPr>
              <a:t>顺序</a:t>
            </a:r>
            <a:endParaRPr sz="1800">
              <a:latin typeface="宋体"/>
              <a:cs typeface="宋体"/>
            </a:endParaRPr>
          </a:p>
          <a:p>
            <a:pPr marL="298450" indent="-285750">
              <a:lnSpc>
                <a:spcPct val="100000"/>
              </a:lnSpc>
              <a:spcBef>
                <a:spcPts val="640"/>
              </a:spcBef>
              <a:buChar char="•"/>
              <a:tabLst>
                <a:tab pos="297815" algn="l"/>
                <a:tab pos="298450" algn="l"/>
              </a:tabLst>
            </a:pPr>
            <a:r>
              <a:rPr sz="1800" spc="-10" dirty="0">
                <a:latin typeface="Arial"/>
                <a:cs typeface="Arial"/>
              </a:rPr>
              <a:t>Elaboration</a:t>
            </a:r>
            <a:r>
              <a:rPr sz="1800" spc="-10" dirty="0">
                <a:latin typeface="宋体"/>
                <a:cs typeface="宋体"/>
              </a:rPr>
              <a:t>（</a:t>
            </a:r>
            <a:r>
              <a:rPr sz="1800" dirty="0">
                <a:latin typeface="宋体"/>
                <a:cs typeface="宋体"/>
              </a:rPr>
              <a:t>细化）：</a:t>
            </a:r>
            <a:r>
              <a:rPr sz="1800" spc="-5" dirty="0">
                <a:latin typeface="宋体"/>
                <a:cs typeface="宋体"/>
              </a:rPr>
              <a:t>深入探讨每个子任务的细节</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Connection</a:t>
            </a:r>
            <a:r>
              <a:rPr sz="1800" spc="-10" dirty="0">
                <a:latin typeface="宋体"/>
                <a:cs typeface="宋体"/>
              </a:rPr>
              <a:t>（</a:t>
            </a:r>
            <a:r>
              <a:rPr sz="1800" dirty="0">
                <a:latin typeface="宋体"/>
                <a:cs typeface="宋体"/>
              </a:rPr>
              <a:t>连接）：</a:t>
            </a:r>
            <a:r>
              <a:rPr sz="1800" spc="-5" dirty="0">
                <a:latin typeface="宋体"/>
                <a:cs typeface="宋体"/>
              </a:rPr>
              <a:t>建立子任务之间的逻辑关联</a:t>
            </a:r>
            <a:endParaRPr sz="1800">
              <a:latin typeface="宋体"/>
              <a:cs typeface="宋体"/>
            </a:endParaRPr>
          </a:p>
          <a:p>
            <a:pPr marL="298450" marR="5080" indent="-285750">
              <a:lnSpc>
                <a:spcPct val="129900"/>
              </a:lnSpc>
              <a:buChar char="•"/>
              <a:tabLst>
                <a:tab pos="297815" algn="l"/>
                <a:tab pos="298450" algn="l"/>
              </a:tabLst>
            </a:pPr>
            <a:r>
              <a:rPr sz="1800" dirty="0">
                <a:latin typeface="Arial"/>
                <a:cs typeface="Arial"/>
              </a:rPr>
              <a:t>Temporal</a:t>
            </a:r>
            <a:r>
              <a:rPr sz="1800" spc="500" dirty="0">
                <a:latin typeface="Arial"/>
                <a:cs typeface="Arial"/>
              </a:rPr>
              <a:t> </a:t>
            </a:r>
            <a:r>
              <a:rPr sz="1800" dirty="0">
                <a:latin typeface="Arial"/>
                <a:cs typeface="Arial"/>
              </a:rPr>
              <a:t>Arrangement</a:t>
            </a:r>
            <a:r>
              <a:rPr sz="1800" dirty="0">
                <a:latin typeface="宋体"/>
                <a:cs typeface="宋体"/>
              </a:rPr>
              <a:t>（时序安排）</a:t>
            </a:r>
            <a:r>
              <a:rPr sz="1800" spc="-10" dirty="0">
                <a:latin typeface="宋体"/>
                <a:cs typeface="宋体"/>
              </a:rPr>
              <a:t>：考虑任务的时</a:t>
            </a:r>
            <a:r>
              <a:rPr sz="1800" spc="-20" dirty="0">
                <a:latin typeface="宋体"/>
                <a:cs typeface="宋体"/>
              </a:rPr>
              <a:t>间维度</a:t>
            </a:r>
            <a:endParaRPr sz="1800">
              <a:latin typeface="宋体"/>
              <a:cs typeface="宋体"/>
            </a:endParaRPr>
          </a:p>
          <a:p>
            <a:pPr marL="298450" marR="5080" indent="-285750">
              <a:lnSpc>
                <a:spcPct val="129900"/>
              </a:lnSpc>
              <a:buChar char="•"/>
              <a:tabLst>
                <a:tab pos="297815" algn="l"/>
                <a:tab pos="298450" algn="l"/>
              </a:tabLst>
            </a:pPr>
            <a:r>
              <a:rPr sz="1800" dirty="0">
                <a:latin typeface="Arial"/>
                <a:cs typeface="Arial"/>
              </a:rPr>
              <a:t>Resource</a:t>
            </a:r>
            <a:r>
              <a:rPr sz="1800" spc="-10" dirty="0">
                <a:latin typeface="Arial"/>
                <a:cs typeface="Arial"/>
              </a:rPr>
              <a:t> </a:t>
            </a:r>
            <a:r>
              <a:rPr sz="1800" dirty="0">
                <a:latin typeface="Arial"/>
                <a:cs typeface="Arial"/>
              </a:rPr>
              <a:t>Allocation</a:t>
            </a:r>
            <a:r>
              <a:rPr sz="1800" dirty="0">
                <a:latin typeface="宋体"/>
                <a:cs typeface="宋体"/>
              </a:rPr>
              <a:t>（资源分配）</a:t>
            </a:r>
            <a:r>
              <a:rPr sz="1800" spc="-10" dirty="0">
                <a:latin typeface="宋体"/>
                <a:cs typeface="宋体"/>
              </a:rPr>
              <a:t>：为每个子任务分配适当的注意力资源</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Adaptation</a:t>
            </a:r>
            <a:r>
              <a:rPr sz="1800" spc="-10" dirty="0">
                <a:latin typeface="宋体"/>
                <a:cs typeface="宋体"/>
              </a:rPr>
              <a:t>（</a:t>
            </a:r>
            <a:r>
              <a:rPr sz="1800" dirty="0">
                <a:latin typeface="宋体"/>
                <a:cs typeface="宋体"/>
              </a:rPr>
              <a:t>适应）：根据</a:t>
            </a:r>
            <a:r>
              <a:rPr sz="1800" spc="-10" dirty="0">
                <a:latin typeface="Arial"/>
                <a:cs typeface="Arial"/>
              </a:rPr>
              <a:t>AI</a:t>
            </a:r>
            <a:r>
              <a:rPr sz="1800" spc="-5" dirty="0">
                <a:latin typeface="宋体"/>
                <a:cs typeface="宋体"/>
              </a:rPr>
              <a:t>反馈动态调整任务结构</a:t>
            </a:r>
            <a:endParaRPr sz="1800">
              <a:latin typeface="宋体"/>
              <a:cs typeface="宋体"/>
            </a:endParaRPr>
          </a:p>
        </p:txBody>
      </p:sp>
      <p:sp>
        <p:nvSpPr>
          <p:cNvPr id="5" name="object 5"/>
          <p:cNvSpPr txBox="1"/>
          <p:nvPr/>
        </p:nvSpPr>
        <p:spPr>
          <a:xfrm>
            <a:off x="626744" y="1152525"/>
            <a:ext cx="10871835" cy="975360"/>
          </a:xfrm>
          <a:prstGeom prst="rect">
            <a:avLst/>
          </a:prstGeom>
        </p:spPr>
        <p:txBody>
          <a:bodyPr vert="horz" wrap="square" lIns="0" tIns="12700" rIns="0" bIns="0" rtlCol="0">
            <a:spAutoFit/>
          </a:bodyPr>
          <a:lstStyle/>
          <a:p>
            <a:pPr marL="12700" marR="5080">
              <a:lnSpc>
                <a:spcPct val="129900"/>
              </a:lnSpc>
              <a:spcBef>
                <a:spcPts val="100"/>
              </a:spcBef>
            </a:pPr>
            <a:r>
              <a:rPr sz="1800" dirty="0">
                <a:latin typeface="宋体"/>
                <a:cs typeface="宋体"/>
              </a:rPr>
              <a:t>为了更有效地进行任务分解，可以采用</a:t>
            </a:r>
            <a:r>
              <a:rPr sz="1800" dirty="0">
                <a:latin typeface="Arial"/>
                <a:cs typeface="Arial"/>
              </a:rPr>
              <a:t>SPECTRA</a:t>
            </a:r>
            <a:r>
              <a:rPr sz="1800" dirty="0">
                <a:latin typeface="宋体"/>
                <a:cs typeface="宋体"/>
              </a:rPr>
              <a:t>模型（</a:t>
            </a:r>
            <a:r>
              <a:rPr sz="1800" dirty="0">
                <a:latin typeface="Arial"/>
                <a:cs typeface="Arial"/>
              </a:rPr>
              <a:t>Systematic</a:t>
            </a:r>
            <a:r>
              <a:rPr sz="1800" spc="95" dirty="0">
                <a:latin typeface="Arial"/>
                <a:cs typeface="Arial"/>
              </a:rPr>
              <a:t>  </a:t>
            </a:r>
            <a:r>
              <a:rPr sz="1800" dirty="0">
                <a:latin typeface="Arial"/>
                <a:cs typeface="Arial"/>
              </a:rPr>
              <a:t>Partitioning</a:t>
            </a:r>
            <a:r>
              <a:rPr sz="1800" spc="110" dirty="0">
                <a:latin typeface="Arial"/>
                <a:cs typeface="Arial"/>
              </a:rPr>
              <a:t>  </a:t>
            </a:r>
            <a:r>
              <a:rPr sz="1800" dirty="0">
                <a:latin typeface="Arial"/>
                <a:cs typeface="Arial"/>
              </a:rPr>
              <a:t>for</a:t>
            </a:r>
            <a:r>
              <a:rPr sz="1800" spc="114" dirty="0">
                <a:latin typeface="Arial"/>
                <a:cs typeface="Arial"/>
              </a:rPr>
              <a:t>  </a:t>
            </a:r>
            <a:r>
              <a:rPr sz="1800" dirty="0">
                <a:latin typeface="Arial"/>
                <a:cs typeface="Arial"/>
              </a:rPr>
              <a:t>Enhanced</a:t>
            </a:r>
            <a:r>
              <a:rPr sz="1800" spc="110" dirty="0">
                <a:latin typeface="Arial"/>
                <a:cs typeface="Arial"/>
              </a:rPr>
              <a:t>  </a:t>
            </a:r>
            <a:r>
              <a:rPr sz="1800" spc="-10" dirty="0">
                <a:latin typeface="Arial"/>
                <a:cs typeface="Arial"/>
              </a:rPr>
              <a:t>Cognitive </a:t>
            </a:r>
            <a:r>
              <a:rPr sz="1800" dirty="0">
                <a:latin typeface="Arial"/>
                <a:cs typeface="Arial"/>
              </a:rPr>
              <a:t>Task</a:t>
            </a:r>
            <a:r>
              <a:rPr sz="1800" spc="-15" dirty="0">
                <a:latin typeface="Arial"/>
                <a:cs typeface="Arial"/>
              </a:rPr>
              <a:t> </a:t>
            </a:r>
            <a:r>
              <a:rPr sz="1800" dirty="0">
                <a:latin typeface="Arial"/>
                <a:cs typeface="Arial"/>
              </a:rPr>
              <a:t>Resolution</a:t>
            </a:r>
            <a:r>
              <a:rPr sz="1800" spc="-15" dirty="0">
                <a:latin typeface="Arial"/>
                <a:cs typeface="Arial"/>
              </a:rPr>
              <a:t> </a:t>
            </a:r>
            <a:r>
              <a:rPr sz="1800" dirty="0">
                <a:latin typeface="Arial"/>
                <a:cs typeface="Arial"/>
              </a:rPr>
              <a:t>in</a:t>
            </a:r>
            <a:r>
              <a:rPr sz="1800" spc="-15" dirty="0">
                <a:latin typeface="Arial"/>
                <a:cs typeface="Arial"/>
              </a:rPr>
              <a:t> </a:t>
            </a:r>
            <a:r>
              <a:rPr sz="1800" spc="-20" dirty="0">
                <a:latin typeface="Arial"/>
                <a:cs typeface="Arial"/>
              </a:rPr>
              <a:t>AI</a:t>
            </a:r>
            <a:r>
              <a:rPr sz="1800" spc="-20" dirty="0">
                <a:latin typeface="宋体"/>
                <a:cs typeface="宋体"/>
              </a:rPr>
              <a:t>）：</a:t>
            </a:r>
            <a:endParaRPr sz="1800">
              <a:latin typeface="宋体"/>
              <a:cs typeface="宋体"/>
            </a:endParaRPr>
          </a:p>
          <a:p>
            <a:pPr marL="6319520">
              <a:lnSpc>
                <a:spcPts val="1870"/>
              </a:lnSpc>
            </a:pPr>
            <a:r>
              <a:rPr sz="1800" b="1" dirty="0">
                <a:latin typeface="Microsoft JhengHei"/>
                <a:cs typeface="Microsoft JhengHei"/>
              </a:rPr>
              <a:t>基于</a:t>
            </a:r>
            <a:r>
              <a:rPr sz="1800" b="1" spc="-10" dirty="0">
                <a:latin typeface="Arial"/>
                <a:cs typeface="Arial"/>
              </a:rPr>
              <a:t>SPECTRA</a:t>
            </a:r>
            <a:r>
              <a:rPr sz="1800" b="1" spc="-5" dirty="0">
                <a:latin typeface="Microsoft JhengHei"/>
                <a:cs typeface="Microsoft JhengHei"/>
              </a:rPr>
              <a:t>模型的提示语链设技巧：</a:t>
            </a:r>
            <a:endParaRPr sz="1800">
              <a:latin typeface="Microsoft JhengHei"/>
              <a:cs typeface="Microsoft JhengHei"/>
            </a:endParaRPr>
          </a:p>
        </p:txBody>
      </p:sp>
      <p:sp>
        <p:nvSpPr>
          <p:cNvPr id="6" name="object 6"/>
          <p:cNvSpPr/>
          <p:nvPr/>
        </p:nvSpPr>
        <p:spPr>
          <a:xfrm>
            <a:off x="6621780" y="2275204"/>
            <a:ext cx="5130800" cy="4048760"/>
          </a:xfrm>
          <a:custGeom>
            <a:avLst/>
            <a:gdLst/>
            <a:ahLst/>
            <a:cxnLst/>
            <a:rect l="l" t="t" r="r" b="b"/>
            <a:pathLst>
              <a:path w="5130800" h="4048760">
                <a:moveTo>
                  <a:pt x="5126990" y="4048760"/>
                </a:moveTo>
                <a:lnTo>
                  <a:pt x="3810" y="4048760"/>
                </a:lnTo>
                <a:lnTo>
                  <a:pt x="2349" y="4048467"/>
                </a:lnTo>
                <a:lnTo>
                  <a:pt x="1117" y="4047642"/>
                </a:lnTo>
                <a:lnTo>
                  <a:pt x="292" y="4046410"/>
                </a:lnTo>
                <a:lnTo>
                  <a:pt x="0" y="4044950"/>
                </a:lnTo>
                <a:lnTo>
                  <a:pt x="0" y="3810"/>
                </a:lnTo>
                <a:lnTo>
                  <a:pt x="292" y="2349"/>
                </a:lnTo>
                <a:lnTo>
                  <a:pt x="1117" y="1117"/>
                </a:lnTo>
                <a:lnTo>
                  <a:pt x="2349" y="292"/>
                </a:lnTo>
                <a:lnTo>
                  <a:pt x="3810" y="0"/>
                </a:lnTo>
                <a:lnTo>
                  <a:pt x="5126990" y="0"/>
                </a:lnTo>
                <a:lnTo>
                  <a:pt x="5128450" y="292"/>
                </a:lnTo>
                <a:lnTo>
                  <a:pt x="5129682" y="1117"/>
                </a:lnTo>
                <a:lnTo>
                  <a:pt x="5130507" y="2349"/>
                </a:lnTo>
                <a:lnTo>
                  <a:pt x="5130800" y="3810"/>
                </a:lnTo>
                <a:lnTo>
                  <a:pt x="7620" y="3810"/>
                </a:lnTo>
                <a:lnTo>
                  <a:pt x="3810" y="7620"/>
                </a:lnTo>
                <a:lnTo>
                  <a:pt x="7620" y="7620"/>
                </a:lnTo>
                <a:lnTo>
                  <a:pt x="7620" y="4041140"/>
                </a:lnTo>
                <a:lnTo>
                  <a:pt x="3810" y="4041140"/>
                </a:lnTo>
                <a:lnTo>
                  <a:pt x="7620" y="4044950"/>
                </a:lnTo>
                <a:lnTo>
                  <a:pt x="5130800" y="4044950"/>
                </a:lnTo>
                <a:lnTo>
                  <a:pt x="5130507" y="4046410"/>
                </a:lnTo>
                <a:lnTo>
                  <a:pt x="5129682" y="4047642"/>
                </a:lnTo>
                <a:lnTo>
                  <a:pt x="5128450" y="4048467"/>
                </a:lnTo>
                <a:lnTo>
                  <a:pt x="5126990" y="4048760"/>
                </a:lnTo>
                <a:close/>
              </a:path>
              <a:path w="5130800" h="4048760">
                <a:moveTo>
                  <a:pt x="7620" y="7620"/>
                </a:moveTo>
                <a:lnTo>
                  <a:pt x="3810" y="7620"/>
                </a:lnTo>
                <a:lnTo>
                  <a:pt x="7620" y="3810"/>
                </a:lnTo>
                <a:lnTo>
                  <a:pt x="7620" y="7620"/>
                </a:lnTo>
                <a:close/>
              </a:path>
              <a:path w="5130800" h="4048760">
                <a:moveTo>
                  <a:pt x="5123180" y="7620"/>
                </a:moveTo>
                <a:lnTo>
                  <a:pt x="7620" y="7620"/>
                </a:lnTo>
                <a:lnTo>
                  <a:pt x="7620" y="3810"/>
                </a:lnTo>
                <a:lnTo>
                  <a:pt x="5123180" y="3810"/>
                </a:lnTo>
                <a:lnTo>
                  <a:pt x="5123180" y="7620"/>
                </a:lnTo>
                <a:close/>
              </a:path>
              <a:path w="5130800" h="4048760">
                <a:moveTo>
                  <a:pt x="5123180" y="4044950"/>
                </a:moveTo>
                <a:lnTo>
                  <a:pt x="5123180" y="3810"/>
                </a:lnTo>
                <a:lnTo>
                  <a:pt x="5126990" y="7620"/>
                </a:lnTo>
                <a:lnTo>
                  <a:pt x="5130800" y="7620"/>
                </a:lnTo>
                <a:lnTo>
                  <a:pt x="5130800" y="4041140"/>
                </a:lnTo>
                <a:lnTo>
                  <a:pt x="5126990" y="4041140"/>
                </a:lnTo>
                <a:lnTo>
                  <a:pt x="5123180" y="4044950"/>
                </a:lnTo>
                <a:close/>
              </a:path>
              <a:path w="5130800" h="4048760">
                <a:moveTo>
                  <a:pt x="5130800" y="7620"/>
                </a:moveTo>
                <a:lnTo>
                  <a:pt x="5126990" y="7620"/>
                </a:lnTo>
                <a:lnTo>
                  <a:pt x="5123180" y="3810"/>
                </a:lnTo>
                <a:lnTo>
                  <a:pt x="5130800" y="3810"/>
                </a:lnTo>
                <a:lnTo>
                  <a:pt x="5130800" y="7620"/>
                </a:lnTo>
                <a:close/>
              </a:path>
              <a:path w="5130800" h="4048760">
                <a:moveTo>
                  <a:pt x="7620" y="4044950"/>
                </a:moveTo>
                <a:lnTo>
                  <a:pt x="3810" y="4041140"/>
                </a:lnTo>
                <a:lnTo>
                  <a:pt x="7620" y="4041140"/>
                </a:lnTo>
                <a:lnTo>
                  <a:pt x="7620" y="4044950"/>
                </a:lnTo>
                <a:close/>
              </a:path>
              <a:path w="5130800" h="4048760">
                <a:moveTo>
                  <a:pt x="5123180" y="4044950"/>
                </a:moveTo>
                <a:lnTo>
                  <a:pt x="7620" y="4044950"/>
                </a:lnTo>
                <a:lnTo>
                  <a:pt x="7620" y="4041140"/>
                </a:lnTo>
                <a:lnTo>
                  <a:pt x="5123180" y="4041140"/>
                </a:lnTo>
                <a:lnTo>
                  <a:pt x="5123180" y="4044950"/>
                </a:lnTo>
                <a:close/>
              </a:path>
              <a:path w="5130800" h="4048760">
                <a:moveTo>
                  <a:pt x="5130800" y="4044950"/>
                </a:moveTo>
                <a:lnTo>
                  <a:pt x="5123180" y="4044950"/>
                </a:lnTo>
                <a:lnTo>
                  <a:pt x="5126990" y="4041140"/>
                </a:lnTo>
                <a:lnTo>
                  <a:pt x="5130800" y="4041140"/>
                </a:lnTo>
                <a:lnTo>
                  <a:pt x="5130800" y="4044950"/>
                </a:lnTo>
                <a:close/>
              </a:path>
            </a:pathLst>
          </a:custGeom>
          <a:solidFill>
            <a:srgbClr val="C0C0C0"/>
          </a:solidFill>
        </p:spPr>
        <p:txBody>
          <a:bodyPr wrap="square" lIns="0" tIns="0" rIns="0" bIns="0" rtlCol="0"/>
          <a:lstStyle/>
          <a:p>
            <a:endParaRPr/>
          </a:p>
        </p:txBody>
      </p:sp>
      <p:sp>
        <p:nvSpPr>
          <p:cNvPr id="7" name="object 7"/>
          <p:cNvSpPr txBox="1"/>
          <p:nvPr/>
        </p:nvSpPr>
        <p:spPr>
          <a:xfrm>
            <a:off x="6704330" y="2283459"/>
            <a:ext cx="4940300" cy="3937000"/>
          </a:xfrm>
          <a:prstGeom prst="rect">
            <a:avLst/>
          </a:prstGeom>
        </p:spPr>
        <p:txBody>
          <a:bodyPr vert="horz" wrap="square" lIns="0" tIns="12700" rIns="0" bIns="0" rtlCol="0">
            <a:spAutoFit/>
          </a:bodyPr>
          <a:lstStyle/>
          <a:p>
            <a:pPr marL="355600" marR="55880" indent="-342900">
              <a:lnSpc>
                <a:spcPct val="152800"/>
              </a:lnSpc>
              <a:spcBef>
                <a:spcPts val="100"/>
              </a:spcBef>
              <a:buAutoNum type="arabicPeriod"/>
              <a:tabLst>
                <a:tab pos="354965" algn="l"/>
                <a:tab pos="355600" algn="l"/>
              </a:tabLst>
            </a:pPr>
            <a:r>
              <a:rPr sz="1200" spc="-30" dirty="0">
                <a:latin typeface="宋体"/>
                <a:cs typeface="宋体"/>
              </a:rPr>
              <a:t>分割提示：“将[</a:t>
            </a:r>
            <a:r>
              <a:rPr sz="1200" spc="-35" dirty="0">
                <a:latin typeface="宋体"/>
                <a:cs typeface="宋体"/>
              </a:rPr>
              <a:t>总任务描述]</a:t>
            </a:r>
            <a:r>
              <a:rPr sz="1200" dirty="0">
                <a:latin typeface="宋体"/>
                <a:cs typeface="宋体"/>
              </a:rPr>
              <a:t>分解为3—5</a:t>
            </a:r>
            <a:r>
              <a:rPr sz="1200" spc="-5" dirty="0">
                <a:latin typeface="宋体"/>
                <a:cs typeface="宋体"/>
              </a:rPr>
              <a:t>个主要组成部分，确保每个部分都是相对独立但与整体目标相关的。”</a:t>
            </a:r>
            <a:endParaRPr sz="1200">
              <a:latin typeface="宋体"/>
              <a:cs typeface="宋体"/>
            </a:endParaRPr>
          </a:p>
          <a:p>
            <a:pPr marL="355600" marR="120650" indent="-342900">
              <a:lnSpc>
                <a:spcPct val="152800"/>
              </a:lnSpc>
              <a:buAutoNum type="arabicPeriod"/>
              <a:tabLst>
                <a:tab pos="354965" algn="l"/>
                <a:tab pos="355600" algn="l"/>
              </a:tabLst>
            </a:pPr>
            <a:r>
              <a:rPr sz="1200" spc="-45" dirty="0">
                <a:latin typeface="宋体"/>
                <a:cs typeface="宋体"/>
              </a:rPr>
              <a:t>优先级提示： “对上述分解的任务进行优先级排序，考虑它们对总</a:t>
            </a:r>
            <a:r>
              <a:rPr sz="1200" spc="-5" dirty="0">
                <a:latin typeface="宋体"/>
                <a:cs typeface="宋体"/>
              </a:rPr>
              <a:t>体目标的重要性和逻辑顺序。”</a:t>
            </a:r>
            <a:endParaRPr sz="1200">
              <a:latin typeface="宋体"/>
              <a:cs typeface="宋体"/>
            </a:endParaRPr>
          </a:p>
          <a:p>
            <a:pPr marL="355600" marR="5080" indent="-342900">
              <a:lnSpc>
                <a:spcPct val="152800"/>
              </a:lnSpc>
              <a:buAutoNum type="arabicPeriod"/>
              <a:tabLst>
                <a:tab pos="354965" algn="l"/>
                <a:tab pos="355600" algn="l"/>
              </a:tabLst>
            </a:pPr>
            <a:r>
              <a:rPr sz="1200" dirty="0">
                <a:latin typeface="宋体"/>
                <a:cs typeface="宋体"/>
              </a:rPr>
              <a:t>细化提示：“选择优先级最高的子任务，将其进一步细化为2—3</a:t>
            </a:r>
            <a:r>
              <a:rPr sz="1200" spc="-25" dirty="0">
                <a:latin typeface="宋体"/>
                <a:cs typeface="宋体"/>
              </a:rPr>
              <a:t>个具</a:t>
            </a:r>
            <a:r>
              <a:rPr sz="1200" spc="-5" dirty="0">
                <a:latin typeface="宋体"/>
                <a:cs typeface="宋体"/>
              </a:rPr>
              <a:t>体的行动项或小目标。”</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连接提示：“分析各个子任务之间的关系，确定它们如何相互支持和影响，以及如何共同推进总体目标的实现。”</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时序提示：“为每个子任务制定一个粗略的时间表，考虑它们的依赖关系和完成所需的相对时间。”</a:t>
            </a:r>
            <a:endParaRPr sz="1200">
              <a:latin typeface="宋体"/>
              <a:cs typeface="宋体"/>
            </a:endParaRPr>
          </a:p>
          <a:p>
            <a:pPr marL="355600" marR="39370" indent="-342900">
              <a:lnSpc>
                <a:spcPct val="152800"/>
              </a:lnSpc>
              <a:buAutoNum type="arabicPeriod"/>
              <a:tabLst>
                <a:tab pos="354965" algn="l"/>
                <a:tab pos="355600" algn="l"/>
              </a:tabLst>
            </a:pPr>
            <a:r>
              <a:rPr sz="1200" dirty="0">
                <a:latin typeface="宋体"/>
                <a:cs typeface="宋体"/>
              </a:rPr>
              <a:t>资源分配提示：“评估每个子任务的复杂度，分配1—10</a:t>
            </a:r>
            <a:r>
              <a:rPr sz="1200" spc="-135" dirty="0">
                <a:latin typeface="宋体"/>
                <a:cs typeface="宋体"/>
              </a:rPr>
              <a:t>的'</a:t>
            </a:r>
            <a:r>
              <a:rPr sz="1200" spc="-15" dirty="0">
                <a:latin typeface="宋体"/>
                <a:cs typeface="宋体"/>
              </a:rPr>
              <a:t>注意力分</a:t>
            </a:r>
            <a:r>
              <a:rPr sz="1200" spc="-45" dirty="0">
                <a:latin typeface="宋体"/>
                <a:cs typeface="宋体"/>
              </a:rPr>
              <a:t>数'，指导在执行过程中如何分配计算资源。”</a:t>
            </a:r>
            <a:endParaRPr sz="1200">
              <a:latin typeface="宋体"/>
              <a:cs typeface="宋体"/>
            </a:endParaRPr>
          </a:p>
          <a:p>
            <a:pPr marL="355600" marR="5080" indent="-342900">
              <a:lnSpc>
                <a:spcPct val="152800"/>
              </a:lnSpc>
              <a:buAutoNum type="arabicPeriod"/>
              <a:tabLst>
                <a:tab pos="354965" algn="l"/>
                <a:tab pos="355600" algn="l"/>
              </a:tabLst>
            </a:pPr>
            <a:r>
              <a:rPr sz="1200" spc="-5" dirty="0">
                <a:latin typeface="宋体"/>
                <a:cs typeface="宋体"/>
              </a:rPr>
              <a:t>适应提示：“在执行每个子任务后，评估其输出质量和对总体目标的贡献，必要时调整后续任务的优先级或内容。”</a:t>
            </a:r>
            <a:endParaRPr sz="1200">
              <a:latin typeface="宋体"/>
              <a:cs typeface="宋体"/>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6000115" cy="634365"/>
          </a:xfrm>
          <a:prstGeom prst="rect">
            <a:avLst/>
          </a:prstGeom>
        </p:spPr>
        <p:txBody>
          <a:bodyPr vert="horz" wrap="square" lIns="0" tIns="12065" rIns="0" bIns="0" rtlCol="0">
            <a:spAutoFit/>
          </a:bodyPr>
          <a:lstStyle/>
          <a:p>
            <a:pPr marL="12700">
              <a:lnSpc>
                <a:spcPct val="100000"/>
              </a:lnSpc>
              <a:spcBef>
                <a:spcPts val="95"/>
              </a:spcBef>
            </a:pPr>
            <a:r>
              <a:rPr sz="4000" spc="270" dirty="0"/>
              <a:t>思维拓展的认知理论基</a:t>
            </a:r>
            <a:r>
              <a:rPr sz="4000" spc="-50" dirty="0"/>
              <a:t>础</a:t>
            </a:r>
            <a:endParaRPr sz="4000"/>
          </a:p>
        </p:txBody>
      </p:sp>
      <p:pic>
        <p:nvPicPr>
          <p:cNvPr id="3" name="object 3"/>
          <p:cNvPicPr/>
          <p:nvPr/>
        </p:nvPicPr>
        <p:blipFill>
          <a:blip r:embed="rId2" cstate="print"/>
          <a:stretch>
            <a:fillRect/>
          </a:stretch>
        </p:blipFill>
        <p:spPr>
          <a:xfrm>
            <a:off x="6429769" y="2256768"/>
            <a:ext cx="5077882" cy="1762062"/>
          </a:xfrm>
          <a:prstGeom prst="rect">
            <a:avLst/>
          </a:prstGeom>
        </p:spPr>
      </p:pic>
      <p:sp>
        <p:nvSpPr>
          <p:cNvPr id="4" name="object 4"/>
          <p:cNvSpPr txBox="1"/>
          <p:nvPr/>
        </p:nvSpPr>
        <p:spPr>
          <a:xfrm>
            <a:off x="562609" y="1113789"/>
            <a:ext cx="11125200" cy="2090420"/>
          </a:xfrm>
          <a:prstGeom prst="rect">
            <a:avLst/>
          </a:prstGeom>
        </p:spPr>
        <p:txBody>
          <a:bodyPr vert="horz" wrap="square" lIns="0" tIns="12700" rIns="0" bIns="0" rtlCol="0">
            <a:spAutoFit/>
          </a:bodyPr>
          <a:lstStyle/>
          <a:p>
            <a:pPr marL="12700" marR="5080">
              <a:lnSpc>
                <a:spcPct val="129900"/>
              </a:lnSpc>
              <a:spcBef>
                <a:spcPts val="100"/>
              </a:spcBef>
            </a:pPr>
            <a:r>
              <a:rPr sz="1800" dirty="0">
                <a:latin typeface="宋体"/>
                <a:cs typeface="宋体"/>
              </a:rPr>
              <a:t>思维拓展的提示语链设计建立在创造性认知理论的基础上。根据</a:t>
            </a:r>
            <a:r>
              <a:rPr sz="1800" spc="-10" dirty="0">
                <a:latin typeface="Arial"/>
                <a:cs typeface="Arial"/>
              </a:rPr>
              <a:t>Geneplore</a:t>
            </a:r>
            <a:r>
              <a:rPr sz="1800" dirty="0">
                <a:latin typeface="宋体"/>
                <a:cs typeface="宋体"/>
              </a:rPr>
              <a:t>模型</a:t>
            </a:r>
            <a:r>
              <a:rPr sz="1800" spc="-10" dirty="0">
                <a:latin typeface="宋体"/>
                <a:cs typeface="宋体"/>
              </a:rPr>
              <a:t>（</a:t>
            </a:r>
            <a:r>
              <a:rPr sz="1800" spc="-10" dirty="0">
                <a:latin typeface="Arial"/>
                <a:cs typeface="Arial"/>
              </a:rPr>
              <a:t>Generate-</a:t>
            </a:r>
            <a:r>
              <a:rPr sz="1800" dirty="0">
                <a:latin typeface="Arial"/>
                <a:cs typeface="Arial"/>
              </a:rPr>
              <a:t>Explore </a:t>
            </a:r>
            <a:r>
              <a:rPr sz="1800" spc="-10" dirty="0">
                <a:latin typeface="Arial"/>
                <a:cs typeface="Arial"/>
              </a:rPr>
              <a:t>Model</a:t>
            </a:r>
            <a:r>
              <a:rPr sz="1800" spc="-10" dirty="0">
                <a:latin typeface="宋体"/>
                <a:cs typeface="宋体"/>
              </a:rPr>
              <a:t>），</a:t>
            </a:r>
            <a:r>
              <a:rPr sz="1800" spc="-5" dirty="0">
                <a:latin typeface="宋体"/>
                <a:cs typeface="宋体"/>
              </a:rPr>
              <a:t>创造性思维包括两个主要阶段：</a:t>
            </a:r>
            <a:endParaRPr sz="1800">
              <a:latin typeface="宋体"/>
              <a:cs typeface="宋体"/>
            </a:endParaRPr>
          </a:p>
          <a:p>
            <a:pPr>
              <a:lnSpc>
                <a:spcPct val="100000"/>
              </a:lnSpc>
              <a:spcBef>
                <a:spcPts val="55"/>
              </a:spcBef>
            </a:pPr>
            <a:endParaRPr sz="1700">
              <a:latin typeface="宋体"/>
              <a:cs typeface="宋体"/>
            </a:endParaRPr>
          </a:p>
          <a:p>
            <a:pPr marL="33020" marR="5928360">
              <a:lnSpc>
                <a:spcPct val="129900"/>
              </a:lnSpc>
            </a:pPr>
            <a:r>
              <a:rPr sz="1800" dirty="0">
                <a:latin typeface="宋体"/>
                <a:cs typeface="宋体"/>
              </a:rPr>
              <a:t>生成阶段</a:t>
            </a:r>
            <a:r>
              <a:rPr sz="1800" spc="-10" dirty="0">
                <a:latin typeface="宋体"/>
                <a:cs typeface="宋体"/>
              </a:rPr>
              <a:t>（</a:t>
            </a:r>
            <a:r>
              <a:rPr sz="1800" spc="-10" dirty="0">
                <a:latin typeface="Arial"/>
                <a:cs typeface="Arial"/>
              </a:rPr>
              <a:t>Generate</a:t>
            </a:r>
            <a:r>
              <a:rPr sz="1800" spc="-10" dirty="0">
                <a:latin typeface="宋体"/>
                <a:cs typeface="宋体"/>
              </a:rPr>
              <a:t>）</a:t>
            </a:r>
            <a:r>
              <a:rPr sz="1800" dirty="0">
                <a:latin typeface="宋体"/>
                <a:cs typeface="宋体"/>
              </a:rPr>
              <a:t>和探索阶段</a:t>
            </a:r>
            <a:r>
              <a:rPr sz="1800" spc="-10" dirty="0">
                <a:latin typeface="宋体"/>
                <a:cs typeface="宋体"/>
              </a:rPr>
              <a:t>（</a:t>
            </a:r>
            <a:r>
              <a:rPr sz="1800" spc="-10" dirty="0">
                <a:latin typeface="Arial"/>
                <a:cs typeface="Arial"/>
              </a:rPr>
              <a:t>Explore</a:t>
            </a:r>
            <a:r>
              <a:rPr sz="1800" spc="-10" dirty="0">
                <a:latin typeface="宋体"/>
                <a:cs typeface="宋体"/>
              </a:rPr>
              <a:t>），</a:t>
            </a:r>
            <a:r>
              <a:rPr sz="1800" spc="-50" dirty="0">
                <a:latin typeface="宋体"/>
                <a:cs typeface="宋体"/>
              </a:rPr>
              <a:t>可</a:t>
            </a:r>
            <a:r>
              <a:rPr sz="1800" dirty="0">
                <a:latin typeface="宋体"/>
                <a:cs typeface="宋体"/>
              </a:rPr>
              <a:t>以将这一理论应用到</a:t>
            </a:r>
            <a:r>
              <a:rPr sz="1800" spc="-10" dirty="0">
                <a:latin typeface="Arial"/>
                <a:cs typeface="Arial"/>
              </a:rPr>
              <a:t>AI</a:t>
            </a:r>
            <a:r>
              <a:rPr sz="1800" spc="-5" dirty="0">
                <a:latin typeface="宋体"/>
                <a:cs typeface="宋体"/>
              </a:rPr>
              <a:t>内容生成的过程中，设计相</a:t>
            </a:r>
            <a:r>
              <a:rPr sz="1800" spc="-10" dirty="0">
                <a:latin typeface="宋体"/>
                <a:cs typeface="宋体"/>
              </a:rPr>
              <a:t>应的提示语策略。</a:t>
            </a:r>
            <a:endParaRPr sz="1800">
              <a:latin typeface="宋体"/>
              <a:cs typeface="宋体"/>
            </a:endParaRPr>
          </a:p>
        </p:txBody>
      </p:sp>
      <p:sp>
        <p:nvSpPr>
          <p:cNvPr id="5" name="object 5"/>
          <p:cNvSpPr txBox="1"/>
          <p:nvPr/>
        </p:nvSpPr>
        <p:spPr>
          <a:xfrm>
            <a:off x="584200" y="3971290"/>
            <a:ext cx="2826385" cy="6362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发散思维的提示语链设计</a:t>
            </a:r>
            <a:endParaRPr sz="2000">
              <a:latin typeface="Microsoft JhengHei"/>
              <a:cs typeface="Microsoft JhengHei"/>
            </a:endParaRPr>
          </a:p>
          <a:p>
            <a:pPr marL="12700">
              <a:lnSpc>
                <a:spcPct val="100000"/>
              </a:lnSpc>
            </a:pPr>
            <a:r>
              <a:rPr sz="2000" b="1" dirty="0">
                <a:latin typeface="Microsoft JhengHei"/>
                <a:cs typeface="Microsoft JhengHei"/>
              </a:rPr>
              <a:t>（</a:t>
            </a:r>
            <a:r>
              <a:rPr sz="2000" b="1" spc="-5" dirty="0">
                <a:latin typeface="Microsoft JhengHei"/>
                <a:cs typeface="Microsoft JhengHei"/>
              </a:rPr>
              <a:t>基于“</a:t>
            </a:r>
            <a:r>
              <a:rPr sz="2000" b="1" spc="-10" dirty="0">
                <a:latin typeface="Arial"/>
                <a:cs typeface="Arial"/>
              </a:rPr>
              <a:t>IDEA</a:t>
            </a:r>
            <a:r>
              <a:rPr sz="2000" b="1" spc="-5" dirty="0">
                <a:latin typeface="Microsoft JhengHei"/>
                <a:cs typeface="Microsoft JhengHei"/>
              </a:rPr>
              <a:t>”框架</a:t>
            </a:r>
            <a:r>
              <a:rPr sz="2000" b="1" spc="-50" dirty="0">
                <a:latin typeface="Microsoft JhengHei"/>
                <a:cs typeface="Microsoft JhengHei"/>
              </a:rPr>
              <a:t>）</a:t>
            </a:r>
            <a:endParaRPr sz="2000">
              <a:latin typeface="Microsoft JhengHei"/>
              <a:cs typeface="Microsoft JhengHei"/>
            </a:endParaRPr>
          </a:p>
        </p:txBody>
      </p:sp>
      <p:sp>
        <p:nvSpPr>
          <p:cNvPr id="6" name="object 6"/>
          <p:cNvSpPr txBox="1"/>
          <p:nvPr/>
        </p:nvSpPr>
        <p:spPr>
          <a:xfrm>
            <a:off x="488950" y="4859654"/>
            <a:ext cx="5385435" cy="1599565"/>
          </a:xfrm>
          <a:prstGeom prst="rect">
            <a:avLst/>
          </a:prstGeom>
          <a:ln w="7620">
            <a:solidFill>
              <a:srgbClr val="5F95E6"/>
            </a:solidFill>
          </a:ln>
        </p:spPr>
        <p:txBody>
          <a:bodyPr vert="horz" wrap="square" lIns="0" tIns="129539" rIns="0" bIns="0" rtlCol="0">
            <a:spAutoFit/>
          </a:bodyPr>
          <a:lstStyle/>
          <a:p>
            <a:pPr marL="485140" indent="-285750">
              <a:lnSpc>
                <a:spcPct val="100000"/>
              </a:lnSpc>
              <a:spcBef>
                <a:spcPts val="1019"/>
              </a:spcBef>
              <a:buChar char="•"/>
              <a:tabLst>
                <a:tab pos="484505" algn="l"/>
                <a:tab pos="485140" algn="l"/>
              </a:tabLst>
            </a:pPr>
            <a:r>
              <a:rPr sz="1800" spc="-10" dirty="0">
                <a:latin typeface="Arial"/>
                <a:cs typeface="Arial"/>
              </a:rPr>
              <a:t>Imagine</a:t>
            </a:r>
            <a:r>
              <a:rPr sz="1800" spc="-10" dirty="0">
                <a:latin typeface="宋体"/>
                <a:cs typeface="宋体"/>
              </a:rPr>
              <a:t>（</a:t>
            </a:r>
            <a:r>
              <a:rPr sz="1800" dirty="0">
                <a:latin typeface="宋体"/>
                <a:cs typeface="宋体"/>
              </a:rPr>
              <a:t>想象）：</a:t>
            </a:r>
            <a:r>
              <a:rPr sz="1800" spc="-10" dirty="0">
                <a:latin typeface="宋体"/>
                <a:cs typeface="宋体"/>
              </a:rPr>
              <a:t>鼓励超越常规的思考</a:t>
            </a:r>
            <a:endParaRPr sz="1800">
              <a:latin typeface="宋体"/>
              <a:cs typeface="宋体"/>
            </a:endParaRPr>
          </a:p>
          <a:p>
            <a:pPr marL="485140" indent="-285750">
              <a:lnSpc>
                <a:spcPct val="100000"/>
              </a:lnSpc>
              <a:spcBef>
                <a:spcPts val="645"/>
              </a:spcBef>
              <a:buChar char="•"/>
              <a:tabLst>
                <a:tab pos="484505" algn="l"/>
                <a:tab pos="485140" algn="l"/>
              </a:tabLst>
            </a:pPr>
            <a:r>
              <a:rPr sz="1800" spc="-10" dirty="0">
                <a:latin typeface="Arial"/>
                <a:cs typeface="Arial"/>
              </a:rPr>
              <a:t>Diverge</a:t>
            </a:r>
            <a:r>
              <a:rPr sz="1800" spc="-10" dirty="0">
                <a:latin typeface="宋体"/>
                <a:cs typeface="宋体"/>
              </a:rPr>
              <a:t>（</a:t>
            </a:r>
            <a:r>
              <a:rPr sz="1800" dirty="0">
                <a:latin typeface="宋体"/>
                <a:cs typeface="宋体"/>
              </a:rPr>
              <a:t>发散）：</a:t>
            </a:r>
            <a:r>
              <a:rPr sz="1800" spc="-10" dirty="0">
                <a:latin typeface="宋体"/>
                <a:cs typeface="宋体"/>
              </a:rPr>
              <a:t>探索多个可能性</a:t>
            </a:r>
            <a:endParaRPr sz="1800">
              <a:latin typeface="宋体"/>
              <a:cs typeface="宋体"/>
            </a:endParaRPr>
          </a:p>
          <a:p>
            <a:pPr marL="485140" indent="-285750">
              <a:lnSpc>
                <a:spcPct val="100000"/>
              </a:lnSpc>
              <a:spcBef>
                <a:spcPts val="645"/>
              </a:spcBef>
              <a:buChar char="•"/>
              <a:tabLst>
                <a:tab pos="484505" algn="l"/>
                <a:tab pos="485140" algn="l"/>
              </a:tabLst>
            </a:pPr>
            <a:r>
              <a:rPr sz="1800" spc="-10" dirty="0">
                <a:latin typeface="Arial"/>
                <a:cs typeface="Arial"/>
              </a:rPr>
              <a:t>Expand</a:t>
            </a:r>
            <a:r>
              <a:rPr sz="1800" spc="-10" dirty="0">
                <a:latin typeface="宋体"/>
                <a:cs typeface="宋体"/>
              </a:rPr>
              <a:t>（</a:t>
            </a:r>
            <a:r>
              <a:rPr sz="1800" dirty="0">
                <a:latin typeface="宋体"/>
                <a:cs typeface="宋体"/>
              </a:rPr>
              <a:t>扩展）：</a:t>
            </a:r>
            <a:r>
              <a:rPr sz="1800" spc="-10" dirty="0">
                <a:latin typeface="宋体"/>
                <a:cs typeface="宋体"/>
              </a:rPr>
              <a:t>深化和拓展初始想法</a:t>
            </a:r>
            <a:endParaRPr sz="1800">
              <a:latin typeface="宋体"/>
              <a:cs typeface="宋体"/>
            </a:endParaRPr>
          </a:p>
          <a:p>
            <a:pPr marL="485140" indent="-285750">
              <a:lnSpc>
                <a:spcPct val="100000"/>
              </a:lnSpc>
              <a:spcBef>
                <a:spcPts val="645"/>
              </a:spcBef>
              <a:buChar char="•"/>
              <a:tabLst>
                <a:tab pos="484505" algn="l"/>
                <a:tab pos="485140" algn="l"/>
              </a:tabLst>
            </a:pPr>
            <a:r>
              <a:rPr sz="1800" spc="-10" dirty="0">
                <a:latin typeface="Arial"/>
                <a:cs typeface="Arial"/>
              </a:rPr>
              <a:t>Alternate</a:t>
            </a:r>
            <a:r>
              <a:rPr sz="1800" spc="-10" dirty="0">
                <a:latin typeface="宋体"/>
                <a:cs typeface="宋体"/>
              </a:rPr>
              <a:t>（</a:t>
            </a:r>
            <a:r>
              <a:rPr sz="1800" dirty="0">
                <a:latin typeface="宋体"/>
                <a:cs typeface="宋体"/>
              </a:rPr>
              <a:t>替代）：</a:t>
            </a:r>
            <a:r>
              <a:rPr sz="1800" spc="-10" dirty="0">
                <a:latin typeface="宋体"/>
                <a:cs typeface="宋体"/>
              </a:rPr>
              <a:t>寻找替代方案</a:t>
            </a:r>
            <a:endParaRPr sz="1800">
              <a:latin typeface="宋体"/>
              <a:cs typeface="宋体"/>
            </a:endParaRPr>
          </a:p>
        </p:txBody>
      </p:sp>
      <p:sp>
        <p:nvSpPr>
          <p:cNvPr id="7" name="object 7"/>
          <p:cNvSpPr txBox="1"/>
          <p:nvPr/>
        </p:nvSpPr>
        <p:spPr>
          <a:xfrm>
            <a:off x="6933565" y="4333240"/>
            <a:ext cx="208788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实战技巧：操作方法</a:t>
            </a:r>
            <a:endParaRPr sz="1800">
              <a:latin typeface="Microsoft JhengHei"/>
              <a:cs typeface="Microsoft JhengHei"/>
            </a:endParaRPr>
          </a:p>
        </p:txBody>
      </p:sp>
      <p:sp>
        <p:nvSpPr>
          <p:cNvPr id="8" name="object 8"/>
          <p:cNvSpPr/>
          <p:nvPr/>
        </p:nvSpPr>
        <p:spPr>
          <a:xfrm>
            <a:off x="6449695" y="4855845"/>
            <a:ext cx="5130800" cy="1606550"/>
          </a:xfrm>
          <a:custGeom>
            <a:avLst/>
            <a:gdLst/>
            <a:ahLst/>
            <a:cxnLst/>
            <a:rect l="l" t="t" r="r" b="b"/>
            <a:pathLst>
              <a:path w="5130800" h="1606550">
                <a:moveTo>
                  <a:pt x="5126989" y="1606550"/>
                </a:moveTo>
                <a:lnTo>
                  <a:pt x="3809" y="1606550"/>
                </a:lnTo>
                <a:lnTo>
                  <a:pt x="2349" y="1606257"/>
                </a:lnTo>
                <a:lnTo>
                  <a:pt x="1117" y="1605432"/>
                </a:lnTo>
                <a:lnTo>
                  <a:pt x="292" y="1604200"/>
                </a:lnTo>
                <a:lnTo>
                  <a:pt x="0" y="1602739"/>
                </a:lnTo>
                <a:lnTo>
                  <a:pt x="0" y="3809"/>
                </a:lnTo>
                <a:lnTo>
                  <a:pt x="292" y="2349"/>
                </a:lnTo>
                <a:lnTo>
                  <a:pt x="1117" y="1117"/>
                </a:lnTo>
                <a:lnTo>
                  <a:pt x="2349" y="292"/>
                </a:lnTo>
                <a:lnTo>
                  <a:pt x="3809" y="0"/>
                </a:lnTo>
                <a:lnTo>
                  <a:pt x="5126989" y="0"/>
                </a:lnTo>
                <a:lnTo>
                  <a:pt x="5128450" y="292"/>
                </a:lnTo>
                <a:lnTo>
                  <a:pt x="5129682" y="1117"/>
                </a:lnTo>
                <a:lnTo>
                  <a:pt x="5130507" y="2349"/>
                </a:lnTo>
                <a:lnTo>
                  <a:pt x="5130800" y="3809"/>
                </a:lnTo>
                <a:lnTo>
                  <a:pt x="7619" y="3809"/>
                </a:lnTo>
                <a:lnTo>
                  <a:pt x="3809" y="7619"/>
                </a:lnTo>
                <a:lnTo>
                  <a:pt x="7619" y="7619"/>
                </a:lnTo>
                <a:lnTo>
                  <a:pt x="7619" y="1598929"/>
                </a:lnTo>
                <a:lnTo>
                  <a:pt x="3809" y="1598929"/>
                </a:lnTo>
                <a:lnTo>
                  <a:pt x="7619" y="1602739"/>
                </a:lnTo>
                <a:lnTo>
                  <a:pt x="5130800" y="1602739"/>
                </a:lnTo>
                <a:lnTo>
                  <a:pt x="5130507" y="1604200"/>
                </a:lnTo>
                <a:lnTo>
                  <a:pt x="5129682" y="1605432"/>
                </a:lnTo>
                <a:lnTo>
                  <a:pt x="5128450" y="1606257"/>
                </a:lnTo>
                <a:lnTo>
                  <a:pt x="5126989" y="1606550"/>
                </a:lnTo>
                <a:close/>
              </a:path>
              <a:path w="5130800" h="1606550">
                <a:moveTo>
                  <a:pt x="7619" y="7619"/>
                </a:moveTo>
                <a:lnTo>
                  <a:pt x="3809" y="7619"/>
                </a:lnTo>
                <a:lnTo>
                  <a:pt x="7619" y="3809"/>
                </a:lnTo>
                <a:lnTo>
                  <a:pt x="7619" y="7619"/>
                </a:lnTo>
                <a:close/>
              </a:path>
              <a:path w="5130800" h="1606550">
                <a:moveTo>
                  <a:pt x="5123180" y="7619"/>
                </a:moveTo>
                <a:lnTo>
                  <a:pt x="7619" y="7619"/>
                </a:lnTo>
                <a:lnTo>
                  <a:pt x="7619" y="3809"/>
                </a:lnTo>
                <a:lnTo>
                  <a:pt x="5123180" y="3809"/>
                </a:lnTo>
                <a:lnTo>
                  <a:pt x="5123180" y="7619"/>
                </a:lnTo>
                <a:close/>
              </a:path>
              <a:path w="5130800" h="1606550">
                <a:moveTo>
                  <a:pt x="5123180" y="1602739"/>
                </a:moveTo>
                <a:lnTo>
                  <a:pt x="5123180" y="3809"/>
                </a:lnTo>
                <a:lnTo>
                  <a:pt x="5126989" y="7619"/>
                </a:lnTo>
                <a:lnTo>
                  <a:pt x="5130800" y="7619"/>
                </a:lnTo>
                <a:lnTo>
                  <a:pt x="5130800" y="1598929"/>
                </a:lnTo>
                <a:lnTo>
                  <a:pt x="5126989" y="1598929"/>
                </a:lnTo>
                <a:lnTo>
                  <a:pt x="5123180" y="1602739"/>
                </a:lnTo>
                <a:close/>
              </a:path>
              <a:path w="5130800" h="1606550">
                <a:moveTo>
                  <a:pt x="5130800" y="7619"/>
                </a:moveTo>
                <a:lnTo>
                  <a:pt x="5126989" y="7619"/>
                </a:lnTo>
                <a:lnTo>
                  <a:pt x="5123180" y="3809"/>
                </a:lnTo>
                <a:lnTo>
                  <a:pt x="5130800" y="3809"/>
                </a:lnTo>
                <a:lnTo>
                  <a:pt x="5130800" y="7619"/>
                </a:lnTo>
                <a:close/>
              </a:path>
              <a:path w="5130800" h="1606550">
                <a:moveTo>
                  <a:pt x="7619" y="1602739"/>
                </a:moveTo>
                <a:lnTo>
                  <a:pt x="3809" y="1598929"/>
                </a:lnTo>
                <a:lnTo>
                  <a:pt x="7619" y="1598929"/>
                </a:lnTo>
                <a:lnTo>
                  <a:pt x="7619" y="1602739"/>
                </a:lnTo>
                <a:close/>
              </a:path>
              <a:path w="5130800" h="1606550">
                <a:moveTo>
                  <a:pt x="5123180" y="1602739"/>
                </a:moveTo>
                <a:lnTo>
                  <a:pt x="7619" y="1602739"/>
                </a:lnTo>
                <a:lnTo>
                  <a:pt x="7619" y="1598929"/>
                </a:lnTo>
                <a:lnTo>
                  <a:pt x="5123180" y="1598929"/>
                </a:lnTo>
                <a:lnTo>
                  <a:pt x="5123180" y="1602739"/>
                </a:lnTo>
                <a:close/>
              </a:path>
              <a:path w="5130800" h="1606550">
                <a:moveTo>
                  <a:pt x="5130800" y="1602739"/>
                </a:moveTo>
                <a:lnTo>
                  <a:pt x="5123180" y="1602739"/>
                </a:lnTo>
                <a:lnTo>
                  <a:pt x="5126989" y="1598929"/>
                </a:lnTo>
                <a:lnTo>
                  <a:pt x="5130800" y="1598929"/>
                </a:lnTo>
                <a:lnTo>
                  <a:pt x="5130800" y="1602739"/>
                </a:lnTo>
                <a:close/>
              </a:path>
            </a:pathLst>
          </a:custGeom>
          <a:solidFill>
            <a:srgbClr val="C0C0C0"/>
          </a:solidFill>
        </p:spPr>
        <p:txBody>
          <a:bodyPr wrap="square" lIns="0" tIns="0" rIns="0" bIns="0" rtlCol="0"/>
          <a:lstStyle/>
          <a:p>
            <a:endParaRPr/>
          </a:p>
        </p:txBody>
      </p:sp>
      <p:sp>
        <p:nvSpPr>
          <p:cNvPr id="9" name="object 9"/>
          <p:cNvSpPr txBox="1"/>
          <p:nvPr/>
        </p:nvSpPr>
        <p:spPr>
          <a:xfrm>
            <a:off x="6532244" y="5059045"/>
            <a:ext cx="2654300" cy="11430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 dirty="0">
                <a:latin typeface="宋体"/>
                <a:cs typeface="宋体"/>
              </a:rPr>
              <a:t>使用“假设情景”提示激发想象力</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应用“多角度”提示探索不同视角</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使用“深化”提示拓展初始想法</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设计“反转”提示寻找替代方案</a:t>
            </a:r>
            <a:endParaRPr sz="1200">
              <a:latin typeface="宋体"/>
              <a:cs typeface="宋体"/>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6000115" cy="634365"/>
          </a:xfrm>
          <a:prstGeom prst="rect">
            <a:avLst/>
          </a:prstGeom>
        </p:spPr>
        <p:txBody>
          <a:bodyPr vert="horz" wrap="square" lIns="0" tIns="12065" rIns="0" bIns="0" rtlCol="0">
            <a:spAutoFit/>
          </a:bodyPr>
          <a:lstStyle/>
          <a:p>
            <a:pPr marL="12700">
              <a:lnSpc>
                <a:spcPct val="100000"/>
              </a:lnSpc>
              <a:spcBef>
                <a:spcPts val="95"/>
              </a:spcBef>
            </a:pPr>
            <a:r>
              <a:rPr sz="4000" spc="270" dirty="0"/>
              <a:t>思维拓展的提示语链设</a:t>
            </a:r>
            <a:r>
              <a:rPr sz="4000" spc="-50" dirty="0"/>
              <a:t>计</a:t>
            </a:r>
            <a:endParaRPr sz="4000"/>
          </a:p>
        </p:txBody>
      </p:sp>
      <p:sp>
        <p:nvSpPr>
          <p:cNvPr id="3" name="object 3"/>
          <p:cNvSpPr/>
          <p:nvPr/>
        </p:nvSpPr>
        <p:spPr>
          <a:xfrm>
            <a:off x="318770" y="1955800"/>
            <a:ext cx="5594985" cy="1985645"/>
          </a:xfrm>
          <a:custGeom>
            <a:avLst/>
            <a:gdLst/>
            <a:ahLst/>
            <a:cxnLst/>
            <a:rect l="l" t="t" r="r" b="b"/>
            <a:pathLst>
              <a:path w="5594985" h="1985645">
                <a:moveTo>
                  <a:pt x="7619" y="1981835"/>
                </a:moveTo>
                <a:lnTo>
                  <a:pt x="0" y="1981835"/>
                </a:lnTo>
                <a:lnTo>
                  <a:pt x="0" y="1951354"/>
                </a:lnTo>
                <a:lnTo>
                  <a:pt x="7619" y="1951354"/>
                </a:lnTo>
                <a:lnTo>
                  <a:pt x="7619" y="1981835"/>
                </a:lnTo>
                <a:close/>
              </a:path>
              <a:path w="5594985" h="1985645">
                <a:moveTo>
                  <a:pt x="7619" y="1928495"/>
                </a:moveTo>
                <a:lnTo>
                  <a:pt x="0" y="1928495"/>
                </a:lnTo>
                <a:lnTo>
                  <a:pt x="0" y="1898014"/>
                </a:lnTo>
                <a:lnTo>
                  <a:pt x="7619" y="1898014"/>
                </a:lnTo>
                <a:lnTo>
                  <a:pt x="7619" y="1928495"/>
                </a:lnTo>
                <a:close/>
              </a:path>
              <a:path w="5594985" h="1985645">
                <a:moveTo>
                  <a:pt x="7619" y="1875154"/>
                </a:moveTo>
                <a:lnTo>
                  <a:pt x="0" y="1875154"/>
                </a:lnTo>
                <a:lnTo>
                  <a:pt x="0" y="1844675"/>
                </a:lnTo>
                <a:lnTo>
                  <a:pt x="7619" y="1844675"/>
                </a:lnTo>
                <a:lnTo>
                  <a:pt x="7619" y="1875154"/>
                </a:lnTo>
                <a:close/>
              </a:path>
              <a:path w="5594985" h="1985645">
                <a:moveTo>
                  <a:pt x="7619" y="1821814"/>
                </a:moveTo>
                <a:lnTo>
                  <a:pt x="0" y="1821814"/>
                </a:lnTo>
                <a:lnTo>
                  <a:pt x="0" y="1791335"/>
                </a:lnTo>
                <a:lnTo>
                  <a:pt x="7619" y="1791335"/>
                </a:lnTo>
                <a:lnTo>
                  <a:pt x="7619" y="1821814"/>
                </a:lnTo>
                <a:close/>
              </a:path>
              <a:path w="5594985" h="1985645">
                <a:moveTo>
                  <a:pt x="7619" y="1768475"/>
                </a:moveTo>
                <a:lnTo>
                  <a:pt x="0" y="1768475"/>
                </a:lnTo>
                <a:lnTo>
                  <a:pt x="0" y="1737995"/>
                </a:lnTo>
                <a:lnTo>
                  <a:pt x="7619" y="1737995"/>
                </a:lnTo>
                <a:lnTo>
                  <a:pt x="7619" y="1768475"/>
                </a:lnTo>
                <a:close/>
              </a:path>
              <a:path w="5594985" h="1985645">
                <a:moveTo>
                  <a:pt x="7619" y="1715135"/>
                </a:moveTo>
                <a:lnTo>
                  <a:pt x="0" y="1715135"/>
                </a:lnTo>
                <a:lnTo>
                  <a:pt x="0" y="1684654"/>
                </a:lnTo>
                <a:lnTo>
                  <a:pt x="7619" y="1684654"/>
                </a:lnTo>
                <a:lnTo>
                  <a:pt x="7619" y="1715135"/>
                </a:lnTo>
                <a:close/>
              </a:path>
              <a:path w="5594985" h="1985645">
                <a:moveTo>
                  <a:pt x="7619" y="1661795"/>
                </a:moveTo>
                <a:lnTo>
                  <a:pt x="0" y="1661795"/>
                </a:lnTo>
                <a:lnTo>
                  <a:pt x="0" y="1631314"/>
                </a:lnTo>
                <a:lnTo>
                  <a:pt x="7619" y="1631314"/>
                </a:lnTo>
                <a:lnTo>
                  <a:pt x="7619" y="1661795"/>
                </a:lnTo>
                <a:close/>
              </a:path>
              <a:path w="5594985" h="1985645">
                <a:moveTo>
                  <a:pt x="7619" y="1608454"/>
                </a:moveTo>
                <a:lnTo>
                  <a:pt x="0" y="1608454"/>
                </a:lnTo>
                <a:lnTo>
                  <a:pt x="0" y="1577975"/>
                </a:lnTo>
                <a:lnTo>
                  <a:pt x="7619" y="1577975"/>
                </a:lnTo>
                <a:lnTo>
                  <a:pt x="7619" y="1608454"/>
                </a:lnTo>
                <a:close/>
              </a:path>
              <a:path w="5594985" h="1985645">
                <a:moveTo>
                  <a:pt x="7619" y="1555114"/>
                </a:moveTo>
                <a:lnTo>
                  <a:pt x="0" y="1555114"/>
                </a:lnTo>
                <a:lnTo>
                  <a:pt x="0" y="1524635"/>
                </a:lnTo>
                <a:lnTo>
                  <a:pt x="7619" y="1524635"/>
                </a:lnTo>
                <a:lnTo>
                  <a:pt x="7619" y="1555114"/>
                </a:lnTo>
                <a:close/>
              </a:path>
              <a:path w="5594985" h="1985645">
                <a:moveTo>
                  <a:pt x="7619" y="1501775"/>
                </a:moveTo>
                <a:lnTo>
                  <a:pt x="0" y="1501775"/>
                </a:lnTo>
                <a:lnTo>
                  <a:pt x="0" y="1471295"/>
                </a:lnTo>
                <a:lnTo>
                  <a:pt x="7619" y="1471295"/>
                </a:lnTo>
                <a:lnTo>
                  <a:pt x="7619" y="1501775"/>
                </a:lnTo>
                <a:close/>
              </a:path>
              <a:path w="5594985" h="1985645">
                <a:moveTo>
                  <a:pt x="7619" y="1448435"/>
                </a:moveTo>
                <a:lnTo>
                  <a:pt x="0" y="1448435"/>
                </a:lnTo>
                <a:lnTo>
                  <a:pt x="0" y="1417954"/>
                </a:lnTo>
                <a:lnTo>
                  <a:pt x="7619" y="1417954"/>
                </a:lnTo>
                <a:lnTo>
                  <a:pt x="7619" y="1448435"/>
                </a:lnTo>
                <a:close/>
              </a:path>
              <a:path w="5594985" h="1985645">
                <a:moveTo>
                  <a:pt x="7619" y="1395095"/>
                </a:moveTo>
                <a:lnTo>
                  <a:pt x="0" y="1395095"/>
                </a:lnTo>
                <a:lnTo>
                  <a:pt x="0" y="1364614"/>
                </a:lnTo>
                <a:lnTo>
                  <a:pt x="7619" y="1364614"/>
                </a:lnTo>
                <a:lnTo>
                  <a:pt x="7619" y="1395095"/>
                </a:lnTo>
                <a:close/>
              </a:path>
              <a:path w="5594985" h="1985645">
                <a:moveTo>
                  <a:pt x="7619" y="1341754"/>
                </a:moveTo>
                <a:lnTo>
                  <a:pt x="0" y="1341754"/>
                </a:lnTo>
                <a:lnTo>
                  <a:pt x="0" y="1311275"/>
                </a:lnTo>
                <a:lnTo>
                  <a:pt x="7619" y="1311275"/>
                </a:lnTo>
                <a:lnTo>
                  <a:pt x="7619" y="1341754"/>
                </a:lnTo>
                <a:close/>
              </a:path>
              <a:path w="5594985" h="1985645">
                <a:moveTo>
                  <a:pt x="7619" y="1288414"/>
                </a:moveTo>
                <a:lnTo>
                  <a:pt x="0" y="1288414"/>
                </a:lnTo>
                <a:lnTo>
                  <a:pt x="0" y="1257935"/>
                </a:lnTo>
                <a:lnTo>
                  <a:pt x="7619" y="1257935"/>
                </a:lnTo>
                <a:lnTo>
                  <a:pt x="7619" y="1288414"/>
                </a:lnTo>
                <a:close/>
              </a:path>
              <a:path w="5594985" h="1985645">
                <a:moveTo>
                  <a:pt x="7619" y="1235075"/>
                </a:moveTo>
                <a:lnTo>
                  <a:pt x="0" y="1235075"/>
                </a:lnTo>
                <a:lnTo>
                  <a:pt x="0" y="1204595"/>
                </a:lnTo>
                <a:lnTo>
                  <a:pt x="7619" y="1204595"/>
                </a:lnTo>
                <a:lnTo>
                  <a:pt x="7619" y="1235075"/>
                </a:lnTo>
                <a:close/>
              </a:path>
              <a:path w="5594985" h="1985645">
                <a:moveTo>
                  <a:pt x="7619" y="1181735"/>
                </a:moveTo>
                <a:lnTo>
                  <a:pt x="0" y="1181735"/>
                </a:lnTo>
                <a:lnTo>
                  <a:pt x="0" y="1151255"/>
                </a:lnTo>
                <a:lnTo>
                  <a:pt x="7619" y="1151255"/>
                </a:lnTo>
                <a:lnTo>
                  <a:pt x="7619" y="1181735"/>
                </a:lnTo>
                <a:close/>
              </a:path>
              <a:path w="5594985" h="1985645">
                <a:moveTo>
                  <a:pt x="7619" y="1128395"/>
                </a:moveTo>
                <a:lnTo>
                  <a:pt x="0" y="1128395"/>
                </a:lnTo>
                <a:lnTo>
                  <a:pt x="0" y="1097914"/>
                </a:lnTo>
                <a:lnTo>
                  <a:pt x="7619" y="1097914"/>
                </a:lnTo>
                <a:lnTo>
                  <a:pt x="7619" y="1128395"/>
                </a:lnTo>
                <a:close/>
              </a:path>
              <a:path w="5594985" h="1985645">
                <a:moveTo>
                  <a:pt x="7619" y="1075055"/>
                </a:moveTo>
                <a:lnTo>
                  <a:pt x="0" y="1075055"/>
                </a:lnTo>
                <a:lnTo>
                  <a:pt x="0" y="1044575"/>
                </a:lnTo>
                <a:lnTo>
                  <a:pt x="7619" y="1044575"/>
                </a:lnTo>
                <a:lnTo>
                  <a:pt x="7619" y="1075055"/>
                </a:lnTo>
                <a:close/>
              </a:path>
              <a:path w="5594985" h="1985645">
                <a:moveTo>
                  <a:pt x="7619" y="1021714"/>
                </a:moveTo>
                <a:lnTo>
                  <a:pt x="0" y="1021714"/>
                </a:lnTo>
                <a:lnTo>
                  <a:pt x="0" y="991235"/>
                </a:lnTo>
                <a:lnTo>
                  <a:pt x="7619" y="991235"/>
                </a:lnTo>
                <a:lnTo>
                  <a:pt x="7619" y="1021714"/>
                </a:lnTo>
                <a:close/>
              </a:path>
              <a:path w="5594985" h="1985645">
                <a:moveTo>
                  <a:pt x="7619" y="968375"/>
                </a:moveTo>
                <a:lnTo>
                  <a:pt x="0" y="968375"/>
                </a:lnTo>
                <a:lnTo>
                  <a:pt x="0" y="937894"/>
                </a:lnTo>
                <a:lnTo>
                  <a:pt x="7619" y="937894"/>
                </a:lnTo>
                <a:lnTo>
                  <a:pt x="7619" y="968375"/>
                </a:lnTo>
                <a:close/>
              </a:path>
              <a:path w="5594985" h="1985645">
                <a:moveTo>
                  <a:pt x="7619" y="915035"/>
                </a:moveTo>
                <a:lnTo>
                  <a:pt x="0" y="915035"/>
                </a:lnTo>
                <a:lnTo>
                  <a:pt x="0" y="884555"/>
                </a:lnTo>
                <a:lnTo>
                  <a:pt x="7619" y="884555"/>
                </a:lnTo>
                <a:lnTo>
                  <a:pt x="7619" y="915035"/>
                </a:lnTo>
                <a:close/>
              </a:path>
              <a:path w="5594985" h="1985645">
                <a:moveTo>
                  <a:pt x="7619" y="861694"/>
                </a:moveTo>
                <a:lnTo>
                  <a:pt x="0" y="861694"/>
                </a:lnTo>
                <a:lnTo>
                  <a:pt x="0" y="831214"/>
                </a:lnTo>
                <a:lnTo>
                  <a:pt x="7619" y="831214"/>
                </a:lnTo>
                <a:lnTo>
                  <a:pt x="7619" y="861694"/>
                </a:lnTo>
                <a:close/>
              </a:path>
              <a:path w="5594985" h="1985645">
                <a:moveTo>
                  <a:pt x="7619" y="808355"/>
                </a:moveTo>
                <a:lnTo>
                  <a:pt x="0" y="808355"/>
                </a:lnTo>
                <a:lnTo>
                  <a:pt x="0" y="777875"/>
                </a:lnTo>
                <a:lnTo>
                  <a:pt x="7619" y="777875"/>
                </a:lnTo>
                <a:lnTo>
                  <a:pt x="7619" y="808355"/>
                </a:lnTo>
                <a:close/>
              </a:path>
              <a:path w="5594985" h="1985645">
                <a:moveTo>
                  <a:pt x="7619" y="755014"/>
                </a:moveTo>
                <a:lnTo>
                  <a:pt x="0" y="755014"/>
                </a:lnTo>
                <a:lnTo>
                  <a:pt x="0" y="724535"/>
                </a:lnTo>
                <a:lnTo>
                  <a:pt x="7619" y="724535"/>
                </a:lnTo>
                <a:lnTo>
                  <a:pt x="7619" y="755014"/>
                </a:lnTo>
                <a:close/>
              </a:path>
              <a:path w="5594985" h="1985645">
                <a:moveTo>
                  <a:pt x="7619" y="701675"/>
                </a:moveTo>
                <a:lnTo>
                  <a:pt x="0" y="701675"/>
                </a:lnTo>
                <a:lnTo>
                  <a:pt x="0" y="671194"/>
                </a:lnTo>
                <a:lnTo>
                  <a:pt x="7619" y="671194"/>
                </a:lnTo>
                <a:lnTo>
                  <a:pt x="7619" y="701675"/>
                </a:lnTo>
                <a:close/>
              </a:path>
              <a:path w="5594985" h="1985645">
                <a:moveTo>
                  <a:pt x="7619" y="648335"/>
                </a:moveTo>
                <a:lnTo>
                  <a:pt x="0" y="648335"/>
                </a:lnTo>
                <a:lnTo>
                  <a:pt x="0" y="617855"/>
                </a:lnTo>
                <a:lnTo>
                  <a:pt x="7619" y="617855"/>
                </a:lnTo>
                <a:lnTo>
                  <a:pt x="7619" y="648335"/>
                </a:lnTo>
                <a:close/>
              </a:path>
              <a:path w="5594985" h="1985645">
                <a:moveTo>
                  <a:pt x="7619" y="594994"/>
                </a:moveTo>
                <a:lnTo>
                  <a:pt x="0" y="594994"/>
                </a:lnTo>
                <a:lnTo>
                  <a:pt x="0" y="564514"/>
                </a:lnTo>
                <a:lnTo>
                  <a:pt x="7619" y="564514"/>
                </a:lnTo>
                <a:lnTo>
                  <a:pt x="7619" y="594994"/>
                </a:lnTo>
                <a:close/>
              </a:path>
              <a:path w="5594985" h="1985645">
                <a:moveTo>
                  <a:pt x="7619" y="541655"/>
                </a:moveTo>
                <a:lnTo>
                  <a:pt x="0" y="541655"/>
                </a:lnTo>
                <a:lnTo>
                  <a:pt x="0" y="511175"/>
                </a:lnTo>
                <a:lnTo>
                  <a:pt x="7619" y="511175"/>
                </a:lnTo>
                <a:lnTo>
                  <a:pt x="7619" y="541655"/>
                </a:lnTo>
                <a:close/>
              </a:path>
              <a:path w="5594985" h="1985645">
                <a:moveTo>
                  <a:pt x="7619" y="488314"/>
                </a:moveTo>
                <a:lnTo>
                  <a:pt x="0" y="488314"/>
                </a:lnTo>
                <a:lnTo>
                  <a:pt x="0" y="457835"/>
                </a:lnTo>
                <a:lnTo>
                  <a:pt x="7619" y="457835"/>
                </a:lnTo>
                <a:lnTo>
                  <a:pt x="7619" y="488314"/>
                </a:lnTo>
                <a:close/>
              </a:path>
              <a:path w="5594985" h="1985645">
                <a:moveTo>
                  <a:pt x="7619" y="434975"/>
                </a:moveTo>
                <a:lnTo>
                  <a:pt x="0" y="434975"/>
                </a:lnTo>
                <a:lnTo>
                  <a:pt x="0" y="404494"/>
                </a:lnTo>
                <a:lnTo>
                  <a:pt x="7619" y="404494"/>
                </a:lnTo>
                <a:lnTo>
                  <a:pt x="7619" y="434975"/>
                </a:lnTo>
                <a:close/>
              </a:path>
              <a:path w="5594985" h="1985645">
                <a:moveTo>
                  <a:pt x="7619" y="381635"/>
                </a:moveTo>
                <a:lnTo>
                  <a:pt x="0" y="381635"/>
                </a:lnTo>
                <a:lnTo>
                  <a:pt x="0" y="351155"/>
                </a:lnTo>
                <a:lnTo>
                  <a:pt x="7619" y="351155"/>
                </a:lnTo>
                <a:lnTo>
                  <a:pt x="7619" y="381635"/>
                </a:lnTo>
                <a:close/>
              </a:path>
              <a:path w="5594985" h="1985645">
                <a:moveTo>
                  <a:pt x="7619" y="328294"/>
                </a:moveTo>
                <a:lnTo>
                  <a:pt x="0" y="328294"/>
                </a:lnTo>
                <a:lnTo>
                  <a:pt x="0" y="297814"/>
                </a:lnTo>
                <a:lnTo>
                  <a:pt x="7619" y="297814"/>
                </a:lnTo>
                <a:lnTo>
                  <a:pt x="7619" y="328294"/>
                </a:lnTo>
                <a:close/>
              </a:path>
              <a:path w="5594985" h="1985645">
                <a:moveTo>
                  <a:pt x="7619" y="274955"/>
                </a:moveTo>
                <a:lnTo>
                  <a:pt x="0" y="274955"/>
                </a:lnTo>
                <a:lnTo>
                  <a:pt x="0" y="244475"/>
                </a:lnTo>
                <a:lnTo>
                  <a:pt x="7619" y="244475"/>
                </a:lnTo>
                <a:lnTo>
                  <a:pt x="7619" y="274955"/>
                </a:lnTo>
                <a:close/>
              </a:path>
              <a:path w="5594985" h="1985645">
                <a:moveTo>
                  <a:pt x="7619" y="221614"/>
                </a:moveTo>
                <a:lnTo>
                  <a:pt x="0" y="221614"/>
                </a:lnTo>
                <a:lnTo>
                  <a:pt x="0" y="191135"/>
                </a:lnTo>
                <a:lnTo>
                  <a:pt x="7619" y="191135"/>
                </a:lnTo>
                <a:lnTo>
                  <a:pt x="7619" y="221614"/>
                </a:lnTo>
                <a:close/>
              </a:path>
              <a:path w="5594985" h="1985645">
                <a:moveTo>
                  <a:pt x="7619" y="168275"/>
                </a:moveTo>
                <a:lnTo>
                  <a:pt x="0" y="168275"/>
                </a:lnTo>
                <a:lnTo>
                  <a:pt x="0" y="137794"/>
                </a:lnTo>
                <a:lnTo>
                  <a:pt x="7619" y="137794"/>
                </a:lnTo>
                <a:lnTo>
                  <a:pt x="7619" y="168275"/>
                </a:lnTo>
                <a:close/>
              </a:path>
              <a:path w="5594985" h="1985645">
                <a:moveTo>
                  <a:pt x="7619" y="114935"/>
                </a:moveTo>
                <a:lnTo>
                  <a:pt x="0" y="114935"/>
                </a:lnTo>
                <a:lnTo>
                  <a:pt x="0" y="84455"/>
                </a:lnTo>
                <a:lnTo>
                  <a:pt x="7619" y="84455"/>
                </a:lnTo>
                <a:lnTo>
                  <a:pt x="7619" y="114935"/>
                </a:lnTo>
                <a:close/>
              </a:path>
              <a:path w="5594985" h="1985645">
                <a:moveTo>
                  <a:pt x="7619" y="61594"/>
                </a:moveTo>
                <a:lnTo>
                  <a:pt x="0" y="61594"/>
                </a:lnTo>
                <a:lnTo>
                  <a:pt x="0" y="31114"/>
                </a:lnTo>
                <a:lnTo>
                  <a:pt x="7619" y="31114"/>
                </a:lnTo>
                <a:lnTo>
                  <a:pt x="7619" y="61594"/>
                </a:lnTo>
                <a:close/>
              </a:path>
              <a:path w="5594985" h="1985645">
                <a:moveTo>
                  <a:pt x="7619" y="8255"/>
                </a:moveTo>
                <a:lnTo>
                  <a:pt x="0" y="8255"/>
                </a:lnTo>
                <a:lnTo>
                  <a:pt x="0" y="0"/>
                </a:lnTo>
                <a:lnTo>
                  <a:pt x="29844" y="0"/>
                </a:lnTo>
                <a:lnTo>
                  <a:pt x="29844" y="3810"/>
                </a:lnTo>
                <a:lnTo>
                  <a:pt x="7619" y="3810"/>
                </a:lnTo>
                <a:lnTo>
                  <a:pt x="3809" y="7619"/>
                </a:lnTo>
                <a:lnTo>
                  <a:pt x="7619" y="7619"/>
                </a:lnTo>
                <a:lnTo>
                  <a:pt x="7619" y="8255"/>
                </a:lnTo>
                <a:close/>
              </a:path>
              <a:path w="5594985" h="1985645">
                <a:moveTo>
                  <a:pt x="7619" y="7619"/>
                </a:moveTo>
                <a:lnTo>
                  <a:pt x="3809" y="7619"/>
                </a:lnTo>
                <a:lnTo>
                  <a:pt x="7619" y="3810"/>
                </a:lnTo>
                <a:lnTo>
                  <a:pt x="7619" y="7619"/>
                </a:lnTo>
                <a:close/>
              </a:path>
              <a:path w="5594985" h="1985645">
                <a:moveTo>
                  <a:pt x="29844" y="7619"/>
                </a:moveTo>
                <a:lnTo>
                  <a:pt x="7619" y="7619"/>
                </a:lnTo>
                <a:lnTo>
                  <a:pt x="7619" y="3810"/>
                </a:lnTo>
                <a:lnTo>
                  <a:pt x="29844" y="3810"/>
                </a:lnTo>
                <a:lnTo>
                  <a:pt x="29844" y="7619"/>
                </a:lnTo>
                <a:close/>
              </a:path>
              <a:path w="5594985" h="1985645">
                <a:moveTo>
                  <a:pt x="83184" y="7619"/>
                </a:moveTo>
                <a:lnTo>
                  <a:pt x="52704" y="7619"/>
                </a:lnTo>
                <a:lnTo>
                  <a:pt x="52704" y="0"/>
                </a:lnTo>
                <a:lnTo>
                  <a:pt x="83184" y="0"/>
                </a:lnTo>
                <a:lnTo>
                  <a:pt x="83184" y="7619"/>
                </a:lnTo>
                <a:close/>
              </a:path>
              <a:path w="5594985" h="1985645">
                <a:moveTo>
                  <a:pt x="136525" y="7619"/>
                </a:moveTo>
                <a:lnTo>
                  <a:pt x="106045" y="7619"/>
                </a:lnTo>
                <a:lnTo>
                  <a:pt x="106045" y="0"/>
                </a:lnTo>
                <a:lnTo>
                  <a:pt x="136525" y="0"/>
                </a:lnTo>
                <a:lnTo>
                  <a:pt x="136525" y="7619"/>
                </a:lnTo>
                <a:close/>
              </a:path>
              <a:path w="5594985" h="1985645">
                <a:moveTo>
                  <a:pt x="189864" y="7619"/>
                </a:moveTo>
                <a:lnTo>
                  <a:pt x="159384" y="7619"/>
                </a:lnTo>
                <a:lnTo>
                  <a:pt x="159384" y="0"/>
                </a:lnTo>
                <a:lnTo>
                  <a:pt x="189864" y="0"/>
                </a:lnTo>
                <a:lnTo>
                  <a:pt x="189864" y="7619"/>
                </a:lnTo>
                <a:close/>
              </a:path>
              <a:path w="5594985" h="1985645">
                <a:moveTo>
                  <a:pt x="243204" y="7619"/>
                </a:moveTo>
                <a:lnTo>
                  <a:pt x="212725" y="7619"/>
                </a:lnTo>
                <a:lnTo>
                  <a:pt x="212725" y="0"/>
                </a:lnTo>
                <a:lnTo>
                  <a:pt x="243204" y="0"/>
                </a:lnTo>
                <a:lnTo>
                  <a:pt x="243204" y="7619"/>
                </a:lnTo>
                <a:close/>
              </a:path>
              <a:path w="5594985" h="1985645">
                <a:moveTo>
                  <a:pt x="296545" y="7619"/>
                </a:moveTo>
                <a:lnTo>
                  <a:pt x="266064" y="7619"/>
                </a:lnTo>
                <a:lnTo>
                  <a:pt x="266064" y="0"/>
                </a:lnTo>
                <a:lnTo>
                  <a:pt x="296545" y="0"/>
                </a:lnTo>
                <a:lnTo>
                  <a:pt x="296545" y="7619"/>
                </a:lnTo>
                <a:close/>
              </a:path>
              <a:path w="5594985" h="1985645">
                <a:moveTo>
                  <a:pt x="349884" y="7619"/>
                </a:moveTo>
                <a:lnTo>
                  <a:pt x="319405" y="7619"/>
                </a:lnTo>
                <a:lnTo>
                  <a:pt x="319405" y="0"/>
                </a:lnTo>
                <a:lnTo>
                  <a:pt x="349884" y="0"/>
                </a:lnTo>
                <a:lnTo>
                  <a:pt x="349884" y="7619"/>
                </a:lnTo>
                <a:close/>
              </a:path>
              <a:path w="5594985" h="1985645">
                <a:moveTo>
                  <a:pt x="403225" y="7619"/>
                </a:moveTo>
                <a:lnTo>
                  <a:pt x="372745" y="7619"/>
                </a:lnTo>
                <a:lnTo>
                  <a:pt x="372745" y="0"/>
                </a:lnTo>
                <a:lnTo>
                  <a:pt x="403225" y="0"/>
                </a:lnTo>
                <a:lnTo>
                  <a:pt x="403225" y="7619"/>
                </a:lnTo>
                <a:close/>
              </a:path>
              <a:path w="5594985" h="1985645">
                <a:moveTo>
                  <a:pt x="456564" y="7619"/>
                </a:moveTo>
                <a:lnTo>
                  <a:pt x="426084" y="7619"/>
                </a:lnTo>
                <a:lnTo>
                  <a:pt x="426084" y="0"/>
                </a:lnTo>
                <a:lnTo>
                  <a:pt x="456564" y="0"/>
                </a:lnTo>
                <a:lnTo>
                  <a:pt x="456564" y="7619"/>
                </a:lnTo>
                <a:close/>
              </a:path>
              <a:path w="5594985" h="1985645">
                <a:moveTo>
                  <a:pt x="509905" y="7619"/>
                </a:moveTo>
                <a:lnTo>
                  <a:pt x="479425" y="7619"/>
                </a:lnTo>
                <a:lnTo>
                  <a:pt x="479425" y="0"/>
                </a:lnTo>
                <a:lnTo>
                  <a:pt x="509905" y="0"/>
                </a:lnTo>
                <a:lnTo>
                  <a:pt x="509905" y="7619"/>
                </a:lnTo>
                <a:close/>
              </a:path>
              <a:path w="5594985" h="1985645">
                <a:moveTo>
                  <a:pt x="563245" y="7619"/>
                </a:moveTo>
                <a:lnTo>
                  <a:pt x="532765" y="7619"/>
                </a:lnTo>
                <a:lnTo>
                  <a:pt x="532765" y="0"/>
                </a:lnTo>
                <a:lnTo>
                  <a:pt x="563245" y="0"/>
                </a:lnTo>
                <a:lnTo>
                  <a:pt x="563245" y="7619"/>
                </a:lnTo>
                <a:close/>
              </a:path>
              <a:path w="5594985" h="1985645">
                <a:moveTo>
                  <a:pt x="616585" y="7619"/>
                </a:moveTo>
                <a:lnTo>
                  <a:pt x="586105" y="7619"/>
                </a:lnTo>
                <a:lnTo>
                  <a:pt x="586105" y="0"/>
                </a:lnTo>
                <a:lnTo>
                  <a:pt x="616585" y="0"/>
                </a:lnTo>
                <a:lnTo>
                  <a:pt x="616585" y="7619"/>
                </a:lnTo>
                <a:close/>
              </a:path>
              <a:path w="5594985" h="1985645">
                <a:moveTo>
                  <a:pt x="669924" y="7619"/>
                </a:moveTo>
                <a:lnTo>
                  <a:pt x="639445" y="7619"/>
                </a:lnTo>
                <a:lnTo>
                  <a:pt x="639445" y="0"/>
                </a:lnTo>
                <a:lnTo>
                  <a:pt x="669924" y="0"/>
                </a:lnTo>
                <a:lnTo>
                  <a:pt x="669924" y="7619"/>
                </a:lnTo>
                <a:close/>
              </a:path>
              <a:path w="5594985" h="1985645">
                <a:moveTo>
                  <a:pt x="723265" y="7619"/>
                </a:moveTo>
                <a:lnTo>
                  <a:pt x="692785" y="7619"/>
                </a:lnTo>
                <a:lnTo>
                  <a:pt x="692785" y="0"/>
                </a:lnTo>
                <a:lnTo>
                  <a:pt x="723265" y="0"/>
                </a:lnTo>
                <a:lnTo>
                  <a:pt x="723265" y="7619"/>
                </a:lnTo>
                <a:close/>
              </a:path>
              <a:path w="5594985" h="1985645">
                <a:moveTo>
                  <a:pt x="776605" y="7619"/>
                </a:moveTo>
                <a:lnTo>
                  <a:pt x="746124" y="7619"/>
                </a:lnTo>
                <a:lnTo>
                  <a:pt x="746124" y="0"/>
                </a:lnTo>
                <a:lnTo>
                  <a:pt x="776605" y="0"/>
                </a:lnTo>
                <a:lnTo>
                  <a:pt x="776605" y="7619"/>
                </a:lnTo>
                <a:close/>
              </a:path>
              <a:path w="5594985" h="1985645">
                <a:moveTo>
                  <a:pt x="829944" y="7619"/>
                </a:moveTo>
                <a:lnTo>
                  <a:pt x="799465" y="7619"/>
                </a:lnTo>
                <a:lnTo>
                  <a:pt x="799465" y="0"/>
                </a:lnTo>
                <a:lnTo>
                  <a:pt x="829944" y="0"/>
                </a:lnTo>
                <a:lnTo>
                  <a:pt x="829944" y="7619"/>
                </a:lnTo>
                <a:close/>
              </a:path>
              <a:path w="5594985" h="1985645">
                <a:moveTo>
                  <a:pt x="883285" y="7619"/>
                </a:moveTo>
                <a:lnTo>
                  <a:pt x="852805" y="7619"/>
                </a:lnTo>
                <a:lnTo>
                  <a:pt x="852805" y="0"/>
                </a:lnTo>
                <a:lnTo>
                  <a:pt x="883285" y="0"/>
                </a:lnTo>
                <a:lnTo>
                  <a:pt x="883285" y="7619"/>
                </a:lnTo>
                <a:close/>
              </a:path>
              <a:path w="5594985" h="1985645">
                <a:moveTo>
                  <a:pt x="936625" y="7619"/>
                </a:moveTo>
                <a:lnTo>
                  <a:pt x="906144" y="7619"/>
                </a:lnTo>
                <a:lnTo>
                  <a:pt x="906144" y="0"/>
                </a:lnTo>
                <a:lnTo>
                  <a:pt x="936625" y="0"/>
                </a:lnTo>
                <a:lnTo>
                  <a:pt x="936625" y="7619"/>
                </a:lnTo>
                <a:close/>
              </a:path>
              <a:path w="5594985" h="1985645">
                <a:moveTo>
                  <a:pt x="989964" y="7619"/>
                </a:moveTo>
                <a:lnTo>
                  <a:pt x="959485" y="7619"/>
                </a:lnTo>
                <a:lnTo>
                  <a:pt x="959485" y="0"/>
                </a:lnTo>
                <a:lnTo>
                  <a:pt x="989964" y="0"/>
                </a:lnTo>
                <a:lnTo>
                  <a:pt x="989964" y="7619"/>
                </a:lnTo>
                <a:close/>
              </a:path>
              <a:path w="5594985" h="1985645">
                <a:moveTo>
                  <a:pt x="1043305" y="7619"/>
                </a:moveTo>
                <a:lnTo>
                  <a:pt x="1012825" y="7619"/>
                </a:lnTo>
                <a:lnTo>
                  <a:pt x="1012825" y="0"/>
                </a:lnTo>
                <a:lnTo>
                  <a:pt x="1043305" y="0"/>
                </a:lnTo>
                <a:lnTo>
                  <a:pt x="1043305" y="7619"/>
                </a:lnTo>
                <a:close/>
              </a:path>
              <a:path w="5594985" h="1985645">
                <a:moveTo>
                  <a:pt x="1096645" y="7619"/>
                </a:moveTo>
                <a:lnTo>
                  <a:pt x="1066164" y="7619"/>
                </a:lnTo>
                <a:lnTo>
                  <a:pt x="1066164" y="0"/>
                </a:lnTo>
                <a:lnTo>
                  <a:pt x="1096645" y="0"/>
                </a:lnTo>
                <a:lnTo>
                  <a:pt x="1096645" y="7619"/>
                </a:lnTo>
                <a:close/>
              </a:path>
              <a:path w="5594985" h="1985645">
                <a:moveTo>
                  <a:pt x="1149985" y="7619"/>
                </a:moveTo>
                <a:lnTo>
                  <a:pt x="1119505" y="7619"/>
                </a:lnTo>
                <a:lnTo>
                  <a:pt x="1119505" y="0"/>
                </a:lnTo>
                <a:lnTo>
                  <a:pt x="1149985" y="0"/>
                </a:lnTo>
                <a:lnTo>
                  <a:pt x="1149985" y="7619"/>
                </a:lnTo>
                <a:close/>
              </a:path>
              <a:path w="5594985" h="1985645">
                <a:moveTo>
                  <a:pt x="1203325" y="7619"/>
                </a:moveTo>
                <a:lnTo>
                  <a:pt x="1172845" y="7619"/>
                </a:lnTo>
                <a:lnTo>
                  <a:pt x="1172845" y="0"/>
                </a:lnTo>
                <a:lnTo>
                  <a:pt x="1203325" y="0"/>
                </a:lnTo>
                <a:lnTo>
                  <a:pt x="1203325" y="7619"/>
                </a:lnTo>
                <a:close/>
              </a:path>
              <a:path w="5594985" h="1985645">
                <a:moveTo>
                  <a:pt x="1256664" y="7619"/>
                </a:moveTo>
                <a:lnTo>
                  <a:pt x="1226185" y="7619"/>
                </a:lnTo>
                <a:lnTo>
                  <a:pt x="1226185" y="0"/>
                </a:lnTo>
                <a:lnTo>
                  <a:pt x="1256664" y="0"/>
                </a:lnTo>
                <a:lnTo>
                  <a:pt x="1256664" y="7619"/>
                </a:lnTo>
                <a:close/>
              </a:path>
              <a:path w="5594985" h="1985645">
                <a:moveTo>
                  <a:pt x="1310005" y="7619"/>
                </a:moveTo>
                <a:lnTo>
                  <a:pt x="1279525" y="7619"/>
                </a:lnTo>
                <a:lnTo>
                  <a:pt x="1279525" y="0"/>
                </a:lnTo>
                <a:lnTo>
                  <a:pt x="1310005" y="0"/>
                </a:lnTo>
                <a:lnTo>
                  <a:pt x="1310005" y="7619"/>
                </a:lnTo>
                <a:close/>
              </a:path>
              <a:path w="5594985" h="1985645">
                <a:moveTo>
                  <a:pt x="1363345" y="7619"/>
                </a:moveTo>
                <a:lnTo>
                  <a:pt x="1332865" y="7619"/>
                </a:lnTo>
                <a:lnTo>
                  <a:pt x="1332865" y="0"/>
                </a:lnTo>
                <a:lnTo>
                  <a:pt x="1363345" y="0"/>
                </a:lnTo>
                <a:lnTo>
                  <a:pt x="1363345" y="7619"/>
                </a:lnTo>
                <a:close/>
              </a:path>
              <a:path w="5594985" h="1985645">
                <a:moveTo>
                  <a:pt x="1416685" y="7619"/>
                </a:moveTo>
                <a:lnTo>
                  <a:pt x="1386205" y="7619"/>
                </a:lnTo>
                <a:lnTo>
                  <a:pt x="1386205" y="0"/>
                </a:lnTo>
                <a:lnTo>
                  <a:pt x="1416685" y="0"/>
                </a:lnTo>
                <a:lnTo>
                  <a:pt x="1416685" y="7619"/>
                </a:lnTo>
                <a:close/>
              </a:path>
              <a:path w="5594985" h="1985645">
                <a:moveTo>
                  <a:pt x="1470025" y="7619"/>
                </a:moveTo>
                <a:lnTo>
                  <a:pt x="1439545" y="7619"/>
                </a:lnTo>
                <a:lnTo>
                  <a:pt x="1439545" y="0"/>
                </a:lnTo>
                <a:lnTo>
                  <a:pt x="1470025" y="0"/>
                </a:lnTo>
                <a:lnTo>
                  <a:pt x="1470025" y="7619"/>
                </a:lnTo>
                <a:close/>
              </a:path>
              <a:path w="5594985" h="1985645">
                <a:moveTo>
                  <a:pt x="1523365" y="7619"/>
                </a:moveTo>
                <a:lnTo>
                  <a:pt x="1492885" y="7619"/>
                </a:lnTo>
                <a:lnTo>
                  <a:pt x="1492885" y="0"/>
                </a:lnTo>
                <a:lnTo>
                  <a:pt x="1523365" y="0"/>
                </a:lnTo>
                <a:lnTo>
                  <a:pt x="1523365" y="7619"/>
                </a:lnTo>
                <a:close/>
              </a:path>
              <a:path w="5594985" h="1985645">
                <a:moveTo>
                  <a:pt x="1576705" y="7619"/>
                </a:moveTo>
                <a:lnTo>
                  <a:pt x="1546225" y="7619"/>
                </a:lnTo>
                <a:lnTo>
                  <a:pt x="1546225" y="0"/>
                </a:lnTo>
                <a:lnTo>
                  <a:pt x="1576705" y="0"/>
                </a:lnTo>
                <a:lnTo>
                  <a:pt x="1576705" y="7619"/>
                </a:lnTo>
                <a:close/>
              </a:path>
              <a:path w="5594985" h="1985645">
                <a:moveTo>
                  <a:pt x="1630045" y="7619"/>
                </a:moveTo>
                <a:lnTo>
                  <a:pt x="1599565" y="7619"/>
                </a:lnTo>
                <a:lnTo>
                  <a:pt x="1599565" y="0"/>
                </a:lnTo>
                <a:lnTo>
                  <a:pt x="1630045" y="0"/>
                </a:lnTo>
                <a:lnTo>
                  <a:pt x="1630045" y="7619"/>
                </a:lnTo>
                <a:close/>
              </a:path>
              <a:path w="5594985" h="1985645">
                <a:moveTo>
                  <a:pt x="1683385" y="7619"/>
                </a:moveTo>
                <a:lnTo>
                  <a:pt x="1652905" y="7619"/>
                </a:lnTo>
                <a:lnTo>
                  <a:pt x="1652905" y="0"/>
                </a:lnTo>
                <a:lnTo>
                  <a:pt x="1683385" y="0"/>
                </a:lnTo>
                <a:lnTo>
                  <a:pt x="1683385" y="7619"/>
                </a:lnTo>
                <a:close/>
              </a:path>
              <a:path w="5594985" h="1985645">
                <a:moveTo>
                  <a:pt x="1736725" y="7619"/>
                </a:moveTo>
                <a:lnTo>
                  <a:pt x="1706245" y="7619"/>
                </a:lnTo>
                <a:lnTo>
                  <a:pt x="1706245" y="0"/>
                </a:lnTo>
                <a:lnTo>
                  <a:pt x="1736725" y="0"/>
                </a:lnTo>
                <a:lnTo>
                  <a:pt x="1736725" y="7619"/>
                </a:lnTo>
                <a:close/>
              </a:path>
              <a:path w="5594985" h="1985645">
                <a:moveTo>
                  <a:pt x="1790065" y="7619"/>
                </a:moveTo>
                <a:lnTo>
                  <a:pt x="1759585" y="7619"/>
                </a:lnTo>
                <a:lnTo>
                  <a:pt x="1759585" y="0"/>
                </a:lnTo>
                <a:lnTo>
                  <a:pt x="1790065" y="0"/>
                </a:lnTo>
                <a:lnTo>
                  <a:pt x="1790065" y="7619"/>
                </a:lnTo>
                <a:close/>
              </a:path>
              <a:path w="5594985" h="1985645">
                <a:moveTo>
                  <a:pt x="1843405" y="7619"/>
                </a:moveTo>
                <a:lnTo>
                  <a:pt x="1812925" y="7619"/>
                </a:lnTo>
                <a:lnTo>
                  <a:pt x="1812925" y="0"/>
                </a:lnTo>
                <a:lnTo>
                  <a:pt x="1843405" y="0"/>
                </a:lnTo>
                <a:lnTo>
                  <a:pt x="1843405" y="7619"/>
                </a:lnTo>
                <a:close/>
              </a:path>
              <a:path w="5594985" h="1985645">
                <a:moveTo>
                  <a:pt x="1896745" y="7619"/>
                </a:moveTo>
                <a:lnTo>
                  <a:pt x="1866265" y="7619"/>
                </a:lnTo>
                <a:lnTo>
                  <a:pt x="1866265" y="0"/>
                </a:lnTo>
                <a:lnTo>
                  <a:pt x="1896745" y="0"/>
                </a:lnTo>
                <a:lnTo>
                  <a:pt x="1896745" y="7619"/>
                </a:lnTo>
                <a:close/>
              </a:path>
              <a:path w="5594985" h="1985645">
                <a:moveTo>
                  <a:pt x="1950085" y="7619"/>
                </a:moveTo>
                <a:lnTo>
                  <a:pt x="1919605" y="7619"/>
                </a:lnTo>
                <a:lnTo>
                  <a:pt x="1919605" y="0"/>
                </a:lnTo>
                <a:lnTo>
                  <a:pt x="1950085" y="0"/>
                </a:lnTo>
                <a:lnTo>
                  <a:pt x="1950085" y="7619"/>
                </a:lnTo>
                <a:close/>
              </a:path>
              <a:path w="5594985" h="1985645">
                <a:moveTo>
                  <a:pt x="2003425" y="7619"/>
                </a:moveTo>
                <a:lnTo>
                  <a:pt x="1972945" y="7619"/>
                </a:lnTo>
                <a:lnTo>
                  <a:pt x="1972945" y="0"/>
                </a:lnTo>
                <a:lnTo>
                  <a:pt x="2003425" y="0"/>
                </a:lnTo>
                <a:lnTo>
                  <a:pt x="2003425" y="7619"/>
                </a:lnTo>
                <a:close/>
              </a:path>
              <a:path w="5594985" h="1985645">
                <a:moveTo>
                  <a:pt x="2056765" y="7619"/>
                </a:moveTo>
                <a:lnTo>
                  <a:pt x="2026285" y="7619"/>
                </a:lnTo>
                <a:lnTo>
                  <a:pt x="2026285" y="0"/>
                </a:lnTo>
                <a:lnTo>
                  <a:pt x="2056765" y="0"/>
                </a:lnTo>
                <a:lnTo>
                  <a:pt x="2056765" y="7619"/>
                </a:lnTo>
                <a:close/>
              </a:path>
              <a:path w="5594985" h="1985645">
                <a:moveTo>
                  <a:pt x="2110105" y="7619"/>
                </a:moveTo>
                <a:lnTo>
                  <a:pt x="2079625" y="7619"/>
                </a:lnTo>
                <a:lnTo>
                  <a:pt x="2079625" y="0"/>
                </a:lnTo>
                <a:lnTo>
                  <a:pt x="2110105" y="0"/>
                </a:lnTo>
                <a:lnTo>
                  <a:pt x="2110105" y="7619"/>
                </a:lnTo>
                <a:close/>
              </a:path>
              <a:path w="5594985" h="1985645">
                <a:moveTo>
                  <a:pt x="2163445" y="7619"/>
                </a:moveTo>
                <a:lnTo>
                  <a:pt x="2132965" y="7619"/>
                </a:lnTo>
                <a:lnTo>
                  <a:pt x="2132965" y="0"/>
                </a:lnTo>
                <a:lnTo>
                  <a:pt x="2163445" y="0"/>
                </a:lnTo>
                <a:lnTo>
                  <a:pt x="2163445" y="7619"/>
                </a:lnTo>
                <a:close/>
              </a:path>
              <a:path w="5594985" h="1985645">
                <a:moveTo>
                  <a:pt x="2216785" y="7619"/>
                </a:moveTo>
                <a:lnTo>
                  <a:pt x="2186305" y="7619"/>
                </a:lnTo>
                <a:lnTo>
                  <a:pt x="2186305" y="0"/>
                </a:lnTo>
                <a:lnTo>
                  <a:pt x="2216785" y="0"/>
                </a:lnTo>
                <a:lnTo>
                  <a:pt x="2216785" y="7619"/>
                </a:lnTo>
                <a:close/>
              </a:path>
              <a:path w="5594985" h="1985645">
                <a:moveTo>
                  <a:pt x="2270125" y="7619"/>
                </a:moveTo>
                <a:lnTo>
                  <a:pt x="2239645" y="7619"/>
                </a:lnTo>
                <a:lnTo>
                  <a:pt x="2239645" y="0"/>
                </a:lnTo>
                <a:lnTo>
                  <a:pt x="2270125" y="0"/>
                </a:lnTo>
                <a:lnTo>
                  <a:pt x="2270125" y="7619"/>
                </a:lnTo>
                <a:close/>
              </a:path>
              <a:path w="5594985" h="1985645">
                <a:moveTo>
                  <a:pt x="2323465" y="7619"/>
                </a:moveTo>
                <a:lnTo>
                  <a:pt x="2292985" y="7619"/>
                </a:lnTo>
                <a:lnTo>
                  <a:pt x="2292985" y="0"/>
                </a:lnTo>
                <a:lnTo>
                  <a:pt x="2323465" y="0"/>
                </a:lnTo>
                <a:lnTo>
                  <a:pt x="2323465" y="7619"/>
                </a:lnTo>
                <a:close/>
              </a:path>
              <a:path w="5594985" h="1985645">
                <a:moveTo>
                  <a:pt x="2376805" y="7619"/>
                </a:moveTo>
                <a:lnTo>
                  <a:pt x="2346325" y="7619"/>
                </a:lnTo>
                <a:lnTo>
                  <a:pt x="2346325" y="0"/>
                </a:lnTo>
                <a:lnTo>
                  <a:pt x="2376805" y="0"/>
                </a:lnTo>
                <a:lnTo>
                  <a:pt x="2376805" y="7619"/>
                </a:lnTo>
                <a:close/>
              </a:path>
              <a:path w="5594985" h="1985645">
                <a:moveTo>
                  <a:pt x="2430145" y="7619"/>
                </a:moveTo>
                <a:lnTo>
                  <a:pt x="2399665" y="7619"/>
                </a:lnTo>
                <a:lnTo>
                  <a:pt x="2399665" y="0"/>
                </a:lnTo>
                <a:lnTo>
                  <a:pt x="2430145" y="0"/>
                </a:lnTo>
                <a:lnTo>
                  <a:pt x="2430145" y="7619"/>
                </a:lnTo>
                <a:close/>
              </a:path>
              <a:path w="5594985" h="1985645">
                <a:moveTo>
                  <a:pt x="2483485" y="7619"/>
                </a:moveTo>
                <a:lnTo>
                  <a:pt x="2453005" y="7619"/>
                </a:lnTo>
                <a:lnTo>
                  <a:pt x="2453005" y="0"/>
                </a:lnTo>
                <a:lnTo>
                  <a:pt x="2483485" y="0"/>
                </a:lnTo>
                <a:lnTo>
                  <a:pt x="2483485" y="7619"/>
                </a:lnTo>
                <a:close/>
              </a:path>
              <a:path w="5594985" h="1985645">
                <a:moveTo>
                  <a:pt x="2536825" y="7619"/>
                </a:moveTo>
                <a:lnTo>
                  <a:pt x="2506345" y="7619"/>
                </a:lnTo>
                <a:lnTo>
                  <a:pt x="2506345" y="0"/>
                </a:lnTo>
                <a:lnTo>
                  <a:pt x="2536825" y="0"/>
                </a:lnTo>
                <a:lnTo>
                  <a:pt x="2536825" y="7619"/>
                </a:lnTo>
                <a:close/>
              </a:path>
              <a:path w="5594985" h="1985645">
                <a:moveTo>
                  <a:pt x="2590165" y="7619"/>
                </a:moveTo>
                <a:lnTo>
                  <a:pt x="2559685" y="7619"/>
                </a:lnTo>
                <a:lnTo>
                  <a:pt x="2559685" y="0"/>
                </a:lnTo>
                <a:lnTo>
                  <a:pt x="2590165" y="0"/>
                </a:lnTo>
                <a:lnTo>
                  <a:pt x="2590165" y="7619"/>
                </a:lnTo>
                <a:close/>
              </a:path>
              <a:path w="5594985" h="1985645">
                <a:moveTo>
                  <a:pt x="2643505" y="7619"/>
                </a:moveTo>
                <a:lnTo>
                  <a:pt x="2613025" y="7619"/>
                </a:lnTo>
                <a:lnTo>
                  <a:pt x="2613025" y="0"/>
                </a:lnTo>
                <a:lnTo>
                  <a:pt x="2643505" y="0"/>
                </a:lnTo>
                <a:lnTo>
                  <a:pt x="2643505" y="7619"/>
                </a:lnTo>
                <a:close/>
              </a:path>
              <a:path w="5594985" h="1985645">
                <a:moveTo>
                  <a:pt x="2696845" y="7619"/>
                </a:moveTo>
                <a:lnTo>
                  <a:pt x="2666365" y="7619"/>
                </a:lnTo>
                <a:lnTo>
                  <a:pt x="2666365" y="0"/>
                </a:lnTo>
                <a:lnTo>
                  <a:pt x="2696845" y="0"/>
                </a:lnTo>
                <a:lnTo>
                  <a:pt x="2696845" y="7619"/>
                </a:lnTo>
                <a:close/>
              </a:path>
              <a:path w="5594985" h="1985645">
                <a:moveTo>
                  <a:pt x="2750185" y="7619"/>
                </a:moveTo>
                <a:lnTo>
                  <a:pt x="2719705" y="7619"/>
                </a:lnTo>
                <a:lnTo>
                  <a:pt x="2719705" y="0"/>
                </a:lnTo>
                <a:lnTo>
                  <a:pt x="2750185" y="0"/>
                </a:lnTo>
                <a:lnTo>
                  <a:pt x="2750185" y="7619"/>
                </a:lnTo>
                <a:close/>
              </a:path>
              <a:path w="5594985" h="1985645">
                <a:moveTo>
                  <a:pt x="2803525" y="7619"/>
                </a:moveTo>
                <a:lnTo>
                  <a:pt x="2773045" y="7619"/>
                </a:lnTo>
                <a:lnTo>
                  <a:pt x="2773045" y="0"/>
                </a:lnTo>
                <a:lnTo>
                  <a:pt x="2803525" y="0"/>
                </a:lnTo>
                <a:lnTo>
                  <a:pt x="2803525" y="7619"/>
                </a:lnTo>
                <a:close/>
              </a:path>
              <a:path w="5594985" h="1985645">
                <a:moveTo>
                  <a:pt x="2856865" y="7619"/>
                </a:moveTo>
                <a:lnTo>
                  <a:pt x="2826385" y="7619"/>
                </a:lnTo>
                <a:lnTo>
                  <a:pt x="2826385" y="0"/>
                </a:lnTo>
                <a:lnTo>
                  <a:pt x="2856865" y="0"/>
                </a:lnTo>
                <a:lnTo>
                  <a:pt x="2856865" y="7619"/>
                </a:lnTo>
                <a:close/>
              </a:path>
              <a:path w="5594985" h="1985645">
                <a:moveTo>
                  <a:pt x="2910205" y="7619"/>
                </a:moveTo>
                <a:lnTo>
                  <a:pt x="2879725" y="7619"/>
                </a:lnTo>
                <a:lnTo>
                  <a:pt x="2879725" y="0"/>
                </a:lnTo>
                <a:lnTo>
                  <a:pt x="2910205" y="0"/>
                </a:lnTo>
                <a:lnTo>
                  <a:pt x="2910205" y="7619"/>
                </a:lnTo>
                <a:close/>
              </a:path>
              <a:path w="5594985" h="1985645">
                <a:moveTo>
                  <a:pt x="2963545" y="7619"/>
                </a:moveTo>
                <a:lnTo>
                  <a:pt x="2933065" y="7619"/>
                </a:lnTo>
                <a:lnTo>
                  <a:pt x="2933065" y="0"/>
                </a:lnTo>
                <a:lnTo>
                  <a:pt x="2963545" y="0"/>
                </a:lnTo>
                <a:lnTo>
                  <a:pt x="2963545" y="7619"/>
                </a:lnTo>
                <a:close/>
              </a:path>
              <a:path w="5594985" h="1985645">
                <a:moveTo>
                  <a:pt x="3016885" y="7619"/>
                </a:moveTo>
                <a:lnTo>
                  <a:pt x="2986405" y="7619"/>
                </a:lnTo>
                <a:lnTo>
                  <a:pt x="2986405" y="0"/>
                </a:lnTo>
                <a:lnTo>
                  <a:pt x="3016885" y="0"/>
                </a:lnTo>
                <a:lnTo>
                  <a:pt x="3016885" y="7619"/>
                </a:lnTo>
                <a:close/>
              </a:path>
              <a:path w="5594985" h="1985645">
                <a:moveTo>
                  <a:pt x="3070225" y="7619"/>
                </a:moveTo>
                <a:lnTo>
                  <a:pt x="3039745" y="7619"/>
                </a:lnTo>
                <a:lnTo>
                  <a:pt x="3039745" y="0"/>
                </a:lnTo>
                <a:lnTo>
                  <a:pt x="3070225" y="0"/>
                </a:lnTo>
                <a:lnTo>
                  <a:pt x="3070225" y="7619"/>
                </a:lnTo>
                <a:close/>
              </a:path>
              <a:path w="5594985" h="1985645">
                <a:moveTo>
                  <a:pt x="3123565" y="7619"/>
                </a:moveTo>
                <a:lnTo>
                  <a:pt x="3093085" y="7619"/>
                </a:lnTo>
                <a:lnTo>
                  <a:pt x="3093085" y="0"/>
                </a:lnTo>
                <a:lnTo>
                  <a:pt x="3123565" y="0"/>
                </a:lnTo>
                <a:lnTo>
                  <a:pt x="3123565" y="7619"/>
                </a:lnTo>
                <a:close/>
              </a:path>
              <a:path w="5594985" h="1985645">
                <a:moveTo>
                  <a:pt x="3176905" y="7619"/>
                </a:moveTo>
                <a:lnTo>
                  <a:pt x="3146425" y="7619"/>
                </a:lnTo>
                <a:lnTo>
                  <a:pt x="3146425" y="0"/>
                </a:lnTo>
                <a:lnTo>
                  <a:pt x="3176905" y="0"/>
                </a:lnTo>
                <a:lnTo>
                  <a:pt x="3176905" y="7619"/>
                </a:lnTo>
                <a:close/>
              </a:path>
              <a:path w="5594985" h="1985645">
                <a:moveTo>
                  <a:pt x="3230245" y="7619"/>
                </a:moveTo>
                <a:lnTo>
                  <a:pt x="3199765" y="7619"/>
                </a:lnTo>
                <a:lnTo>
                  <a:pt x="3199765" y="0"/>
                </a:lnTo>
                <a:lnTo>
                  <a:pt x="3230245" y="0"/>
                </a:lnTo>
                <a:lnTo>
                  <a:pt x="3230245" y="7619"/>
                </a:lnTo>
                <a:close/>
              </a:path>
              <a:path w="5594985" h="1985645">
                <a:moveTo>
                  <a:pt x="3283584" y="7619"/>
                </a:moveTo>
                <a:lnTo>
                  <a:pt x="3253104" y="7619"/>
                </a:lnTo>
                <a:lnTo>
                  <a:pt x="3253104" y="0"/>
                </a:lnTo>
                <a:lnTo>
                  <a:pt x="3283584" y="0"/>
                </a:lnTo>
                <a:lnTo>
                  <a:pt x="3283584" y="7619"/>
                </a:lnTo>
                <a:close/>
              </a:path>
              <a:path w="5594985" h="1985645">
                <a:moveTo>
                  <a:pt x="3336925" y="7619"/>
                </a:moveTo>
                <a:lnTo>
                  <a:pt x="3306444" y="7619"/>
                </a:lnTo>
                <a:lnTo>
                  <a:pt x="3306444" y="0"/>
                </a:lnTo>
                <a:lnTo>
                  <a:pt x="3336925" y="0"/>
                </a:lnTo>
                <a:lnTo>
                  <a:pt x="3336925" y="7619"/>
                </a:lnTo>
                <a:close/>
              </a:path>
              <a:path w="5594985" h="1985645">
                <a:moveTo>
                  <a:pt x="3390265" y="7619"/>
                </a:moveTo>
                <a:lnTo>
                  <a:pt x="3359784" y="7619"/>
                </a:lnTo>
                <a:lnTo>
                  <a:pt x="3359784" y="0"/>
                </a:lnTo>
                <a:lnTo>
                  <a:pt x="3390265" y="0"/>
                </a:lnTo>
                <a:lnTo>
                  <a:pt x="3390265" y="7619"/>
                </a:lnTo>
                <a:close/>
              </a:path>
              <a:path w="5594985" h="1985645">
                <a:moveTo>
                  <a:pt x="3443604" y="7619"/>
                </a:moveTo>
                <a:lnTo>
                  <a:pt x="3413125" y="7619"/>
                </a:lnTo>
                <a:lnTo>
                  <a:pt x="3413125" y="0"/>
                </a:lnTo>
                <a:lnTo>
                  <a:pt x="3443604" y="0"/>
                </a:lnTo>
                <a:lnTo>
                  <a:pt x="3443604" y="7619"/>
                </a:lnTo>
                <a:close/>
              </a:path>
              <a:path w="5594985" h="1985645">
                <a:moveTo>
                  <a:pt x="3496944" y="7619"/>
                </a:moveTo>
                <a:lnTo>
                  <a:pt x="3466465" y="7619"/>
                </a:lnTo>
                <a:lnTo>
                  <a:pt x="3466465" y="0"/>
                </a:lnTo>
                <a:lnTo>
                  <a:pt x="3496944" y="0"/>
                </a:lnTo>
                <a:lnTo>
                  <a:pt x="3496944" y="7619"/>
                </a:lnTo>
                <a:close/>
              </a:path>
              <a:path w="5594985" h="1985645">
                <a:moveTo>
                  <a:pt x="3550284" y="7619"/>
                </a:moveTo>
                <a:lnTo>
                  <a:pt x="3519804" y="7619"/>
                </a:lnTo>
                <a:lnTo>
                  <a:pt x="3519804" y="0"/>
                </a:lnTo>
                <a:lnTo>
                  <a:pt x="3550284" y="0"/>
                </a:lnTo>
                <a:lnTo>
                  <a:pt x="3550284" y="7619"/>
                </a:lnTo>
                <a:close/>
              </a:path>
              <a:path w="5594985" h="1985645">
                <a:moveTo>
                  <a:pt x="3603625" y="7619"/>
                </a:moveTo>
                <a:lnTo>
                  <a:pt x="3573144" y="7619"/>
                </a:lnTo>
                <a:lnTo>
                  <a:pt x="3573144" y="0"/>
                </a:lnTo>
                <a:lnTo>
                  <a:pt x="3603625" y="0"/>
                </a:lnTo>
                <a:lnTo>
                  <a:pt x="3603625" y="7619"/>
                </a:lnTo>
                <a:close/>
              </a:path>
              <a:path w="5594985" h="1985645">
                <a:moveTo>
                  <a:pt x="3656965" y="7619"/>
                </a:moveTo>
                <a:lnTo>
                  <a:pt x="3626484" y="7619"/>
                </a:lnTo>
                <a:lnTo>
                  <a:pt x="3626484" y="0"/>
                </a:lnTo>
                <a:lnTo>
                  <a:pt x="3656965" y="0"/>
                </a:lnTo>
                <a:lnTo>
                  <a:pt x="3656965" y="7619"/>
                </a:lnTo>
                <a:close/>
              </a:path>
              <a:path w="5594985" h="1985645">
                <a:moveTo>
                  <a:pt x="3710304" y="7619"/>
                </a:moveTo>
                <a:lnTo>
                  <a:pt x="3679825" y="7619"/>
                </a:lnTo>
                <a:lnTo>
                  <a:pt x="3679825" y="0"/>
                </a:lnTo>
                <a:lnTo>
                  <a:pt x="3710304" y="0"/>
                </a:lnTo>
                <a:lnTo>
                  <a:pt x="3710304" y="7619"/>
                </a:lnTo>
                <a:close/>
              </a:path>
              <a:path w="5594985" h="1985645">
                <a:moveTo>
                  <a:pt x="3763644" y="7619"/>
                </a:moveTo>
                <a:lnTo>
                  <a:pt x="3733165" y="7619"/>
                </a:lnTo>
                <a:lnTo>
                  <a:pt x="3733165" y="0"/>
                </a:lnTo>
                <a:lnTo>
                  <a:pt x="3763644" y="0"/>
                </a:lnTo>
                <a:lnTo>
                  <a:pt x="3763644" y="7619"/>
                </a:lnTo>
                <a:close/>
              </a:path>
              <a:path w="5594985" h="1985645">
                <a:moveTo>
                  <a:pt x="3816984" y="7619"/>
                </a:moveTo>
                <a:lnTo>
                  <a:pt x="3786504" y="7619"/>
                </a:lnTo>
                <a:lnTo>
                  <a:pt x="3786504" y="0"/>
                </a:lnTo>
                <a:lnTo>
                  <a:pt x="3816984" y="0"/>
                </a:lnTo>
                <a:lnTo>
                  <a:pt x="3816984" y="7619"/>
                </a:lnTo>
                <a:close/>
              </a:path>
              <a:path w="5594985" h="1985645">
                <a:moveTo>
                  <a:pt x="3870325" y="7619"/>
                </a:moveTo>
                <a:lnTo>
                  <a:pt x="3839844" y="7619"/>
                </a:lnTo>
                <a:lnTo>
                  <a:pt x="3839844" y="0"/>
                </a:lnTo>
                <a:lnTo>
                  <a:pt x="3870325" y="0"/>
                </a:lnTo>
                <a:lnTo>
                  <a:pt x="3870325" y="7619"/>
                </a:lnTo>
                <a:close/>
              </a:path>
              <a:path w="5594985" h="1985645">
                <a:moveTo>
                  <a:pt x="3923665" y="7619"/>
                </a:moveTo>
                <a:lnTo>
                  <a:pt x="3893184" y="7619"/>
                </a:lnTo>
                <a:lnTo>
                  <a:pt x="3893184" y="0"/>
                </a:lnTo>
                <a:lnTo>
                  <a:pt x="3923665" y="0"/>
                </a:lnTo>
                <a:lnTo>
                  <a:pt x="3923665" y="7619"/>
                </a:lnTo>
                <a:close/>
              </a:path>
              <a:path w="5594985" h="1985645">
                <a:moveTo>
                  <a:pt x="3977004" y="7619"/>
                </a:moveTo>
                <a:lnTo>
                  <a:pt x="3946525" y="7619"/>
                </a:lnTo>
                <a:lnTo>
                  <a:pt x="3946525" y="0"/>
                </a:lnTo>
                <a:lnTo>
                  <a:pt x="3977004" y="0"/>
                </a:lnTo>
                <a:lnTo>
                  <a:pt x="3977004" y="7619"/>
                </a:lnTo>
                <a:close/>
              </a:path>
              <a:path w="5594985" h="1985645">
                <a:moveTo>
                  <a:pt x="4030344" y="7619"/>
                </a:moveTo>
                <a:lnTo>
                  <a:pt x="3999865" y="7619"/>
                </a:lnTo>
                <a:lnTo>
                  <a:pt x="3999865" y="0"/>
                </a:lnTo>
                <a:lnTo>
                  <a:pt x="4030344" y="0"/>
                </a:lnTo>
                <a:lnTo>
                  <a:pt x="4030344" y="7619"/>
                </a:lnTo>
                <a:close/>
              </a:path>
              <a:path w="5594985" h="1985645">
                <a:moveTo>
                  <a:pt x="4083684" y="7619"/>
                </a:moveTo>
                <a:lnTo>
                  <a:pt x="4053204" y="7619"/>
                </a:lnTo>
                <a:lnTo>
                  <a:pt x="4053204" y="0"/>
                </a:lnTo>
                <a:lnTo>
                  <a:pt x="4083684" y="0"/>
                </a:lnTo>
                <a:lnTo>
                  <a:pt x="4083684" y="7619"/>
                </a:lnTo>
                <a:close/>
              </a:path>
              <a:path w="5594985" h="1985645">
                <a:moveTo>
                  <a:pt x="4137025" y="7619"/>
                </a:moveTo>
                <a:lnTo>
                  <a:pt x="4106544" y="7619"/>
                </a:lnTo>
                <a:lnTo>
                  <a:pt x="4106544" y="0"/>
                </a:lnTo>
                <a:lnTo>
                  <a:pt x="4137025" y="0"/>
                </a:lnTo>
                <a:lnTo>
                  <a:pt x="4137025" y="7619"/>
                </a:lnTo>
                <a:close/>
              </a:path>
              <a:path w="5594985" h="1985645">
                <a:moveTo>
                  <a:pt x="4190365" y="7619"/>
                </a:moveTo>
                <a:lnTo>
                  <a:pt x="4159884" y="7619"/>
                </a:lnTo>
                <a:lnTo>
                  <a:pt x="4159884" y="0"/>
                </a:lnTo>
                <a:lnTo>
                  <a:pt x="4190365" y="0"/>
                </a:lnTo>
                <a:lnTo>
                  <a:pt x="4190365" y="7619"/>
                </a:lnTo>
                <a:close/>
              </a:path>
              <a:path w="5594985" h="1985645">
                <a:moveTo>
                  <a:pt x="4243705" y="7619"/>
                </a:moveTo>
                <a:lnTo>
                  <a:pt x="4213225" y="7619"/>
                </a:lnTo>
                <a:lnTo>
                  <a:pt x="4213225" y="0"/>
                </a:lnTo>
                <a:lnTo>
                  <a:pt x="4243705" y="0"/>
                </a:lnTo>
                <a:lnTo>
                  <a:pt x="4243705" y="7619"/>
                </a:lnTo>
                <a:close/>
              </a:path>
              <a:path w="5594985" h="1985645">
                <a:moveTo>
                  <a:pt x="4297045" y="7619"/>
                </a:moveTo>
                <a:lnTo>
                  <a:pt x="4266565" y="7619"/>
                </a:lnTo>
                <a:lnTo>
                  <a:pt x="4266565" y="0"/>
                </a:lnTo>
                <a:lnTo>
                  <a:pt x="4297045" y="0"/>
                </a:lnTo>
                <a:lnTo>
                  <a:pt x="4297045" y="7619"/>
                </a:lnTo>
                <a:close/>
              </a:path>
              <a:path w="5594985" h="1985645">
                <a:moveTo>
                  <a:pt x="4350384" y="7619"/>
                </a:moveTo>
                <a:lnTo>
                  <a:pt x="4319905" y="7619"/>
                </a:lnTo>
                <a:lnTo>
                  <a:pt x="4319905" y="0"/>
                </a:lnTo>
                <a:lnTo>
                  <a:pt x="4350384" y="0"/>
                </a:lnTo>
                <a:lnTo>
                  <a:pt x="4350384" y="7619"/>
                </a:lnTo>
                <a:close/>
              </a:path>
              <a:path w="5594985" h="1985645">
                <a:moveTo>
                  <a:pt x="4403725" y="7619"/>
                </a:moveTo>
                <a:lnTo>
                  <a:pt x="4373245" y="7619"/>
                </a:lnTo>
                <a:lnTo>
                  <a:pt x="4373245" y="0"/>
                </a:lnTo>
                <a:lnTo>
                  <a:pt x="4403725" y="0"/>
                </a:lnTo>
                <a:lnTo>
                  <a:pt x="4403725" y="7619"/>
                </a:lnTo>
                <a:close/>
              </a:path>
              <a:path w="5594985" h="1985645">
                <a:moveTo>
                  <a:pt x="4457065" y="7619"/>
                </a:moveTo>
                <a:lnTo>
                  <a:pt x="4426584" y="7619"/>
                </a:lnTo>
                <a:lnTo>
                  <a:pt x="4426584" y="0"/>
                </a:lnTo>
                <a:lnTo>
                  <a:pt x="4457065" y="0"/>
                </a:lnTo>
                <a:lnTo>
                  <a:pt x="4457065" y="7619"/>
                </a:lnTo>
                <a:close/>
              </a:path>
              <a:path w="5594985" h="1985645">
                <a:moveTo>
                  <a:pt x="4510405" y="7619"/>
                </a:moveTo>
                <a:lnTo>
                  <a:pt x="4479925" y="7619"/>
                </a:lnTo>
                <a:lnTo>
                  <a:pt x="4479925" y="0"/>
                </a:lnTo>
                <a:lnTo>
                  <a:pt x="4510405" y="0"/>
                </a:lnTo>
                <a:lnTo>
                  <a:pt x="4510405" y="7619"/>
                </a:lnTo>
                <a:close/>
              </a:path>
              <a:path w="5594985" h="1985645">
                <a:moveTo>
                  <a:pt x="4563745" y="7619"/>
                </a:moveTo>
                <a:lnTo>
                  <a:pt x="4533265" y="7619"/>
                </a:lnTo>
                <a:lnTo>
                  <a:pt x="4533265" y="0"/>
                </a:lnTo>
                <a:lnTo>
                  <a:pt x="4563745" y="0"/>
                </a:lnTo>
                <a:lnTo>
                  <a:pt x="4563745" y="7619"/>
                </a:lnTo>
                <a:close/>
              </a:path>
              <a:path w="5594985" h="1985645">
                <a:moveTo>
                  <a:pt x="4617084" y="7619"/>
                </a:moveTo>
                <a:lnTo>
                  <a:pt x="4586605" y="7619"/>
                </a:lnTo>
                <a:lnTo>
                  <a:pt x="4586605" y="0"/>
                </a:lnTo>
                <a:lnTo>
                  <a:pt x="4617084" y="0"/>
                </a:lnTo>
                <a:lnTo>
                  <a:pt x="4617084" y="7619"/>
                </a:lnTo>
                <a:close/>
              </a:path>
              <a:path w="5594985" h="1985645">
                <a:moveTo>
                  <a:pt x="4670425" y="7619"/>
                </a:moveTo>
                <a:lnTo>
                  <a:pt x="4639945" y="7619"/>
                </a:lnTo>
                <a:lnTo>
                  <a:pt x="4639945" y="0"/>
                </a:lnTo>
                <a:lnTo>
                  <a:pt x="4670425" y="0"/>
                </a:lnTo>
                <a:lnTo>
                  <a:pt x="4670425" y="7619"/>
                </a:lnTo>
                <a:close/>
              </a:path>
              <a:path w="5594985" h="1985645">
                <a:moveTo>
                  <a:pt x="4723765" y="7619"/>
                </a:moveTo>
                <a:lnTo>
                  <a:pt x="4693284" y="7619"/>
                </a:lnTo>
                <a:lnTo>
                  <a:pt x="4693284" y="0"/>
                </a:lnTo>
                <a:lnTo>
                  <a:pt x="4723765" y="0"/>
                </a:lnTo>
                <a:lnTo>
                  <a:pt x="4723765" y="7619"/>
                </a:lnTo>
                <a:close/>
              </a:path>
              <a:path w="5594985" h="1985645">
                <a:moveTo>
                  <a:pt x="4777105" y="7619"/>
                </a:moveTo>
                <a:lnTo>
                  <a:pt x="4746625" y="7619"/>
                </a:lnTo>
                <a:lnTo>
                  <a:pt x="4746625" y="0"/>
                </a:lnTo>
                <a:lnTo>
                  <a:pt x="4777105" y="0"/>
                </a:lnTo>
                <a:lnTo>
                  <a:pt x="4777105" y="7619"/>
                </a:lnTo>
                <a:close/>
              </a:path>
              <a:path w="5594985" h="1985645">
                <a:moveTo>
                  <a:pt x="4830445" y="7619"/>
                </a:moveTo>
                <a:lnTo>
                  <a:pt x="4799965" y="7619"/>
                </a:lnTo>
                <a:lnTo>
                  <a:pt x="4799965" y="0"/>
                </a:lnTo>
                <a:lnTo>
                  <a:pt x="4830445" y="0"/>
                </a:lnTo>
                <a:lnTo>
                  <a:pt x="4830445" y="7619"/>
                </a:lnTo>
                <a:close/>
              </a:path>
              <a:path w="5594985" h="1985645">
                <a:moveTo>
                  <a:pt x="4883784" y="7619"/>
                </a:moveTo>
                <a:lnTo>
                  <a:pt x="4853305" y="7619"/>
                </a:lnTo>
                <a:lnTo>
                  <a:pt x="4853305" y="0"/>
                </a:lnTo>
                <a:lnTo>
                  <a:pt x="4883784" y="0"/>
                </a:lnTo>
                <a:lnTo>
                  <a:pt x="4883784" y="7619"/>
                </a:lnTo>
                <a:close/>
              </a:path>
              <a:path w="5594985" h="1985645">
                <a:moveTo>
                  <a:pt x="4937125" y="7619"/>
                </a:moveTo>
                <a:lnTo>
                  <a:pt x="4906645" y="7619"/>
                </a:lnTo>
                <a:lnTo>
                  <a:pt x="4906645" y="0"/>
                </a:lnTo>
                <a:lnTo>
                  <a:pt x="4937125" y="0"/>
                </a:lnTo>
                <a:lnTo>
                  <a:pt x="4937125" y="7619"/>
                </a:lnTo>
                <a:close/>
              </a:path>
              <a:path w="5594985" h="1985645">
                <a:moveTo>
                  <a:pt x="4990465" y="7619"/>
                </a:moveTo>
                <a:lnTo>
                  <a:pt x="4959984" y="7619"/>
                </a:lnTo>
                <a:lnTo>
                  <a:pt x="4959984" y="0"/>
                </a:lnTo>
                <a:lnTo>
                  <a:pt x="4990465" y="0"/>
                </a:lnTo>
                <a:lnTo>
                  <a:pt x="4990465" y="7619"/>
                </a:lnTo>
                <a:close/>
              </a:path>
              <a:path w="5594985" h="1985645">
                <a:moveTo>
                  <a:pt x="5043805" y="7619"/>
                </a:moveTo>
                <a:lnTo>
                  <a:pt x="5013325" y="7619"/>
                </a:lnTo>
                <a:lnTo>
                  <a:pt x="5013325" y="0"/>
                </a:lnTo>
                <a:lnTo>
                  <a:pt x="5043805" y="0"/>
                </a:lnTo>
                <a:lnTo>
                  <a:pt x="5043805" y="7619"/>
                </a:lnTo>
                <a:close/>
              </a:path>
              <a:path w="5594985" h="1985645">
                <a:moveTo>
                  <a:pt x="5097145" y="7619"/>
                </a:moveTo>
                <a:lnTo>
                  <a:pt x="5066665" y="7619"/>
                </a:lnTo>
                <a:lnTo>
                  <a:pt x="5066665" y="0"/>
                </a:lnTo>
                <a:lnTo>
                  <a:pt x="5097145" y="0"/>
                </a:lnTo>
                <a:lnTo>
                  <a:pt x="5097145" y="7619"/>
                </a:lnTo>
                <a:close/>
              </a:path>
              <a:path w="5594985" h="1985645">
                <a:moveTo>
                  <a:pt x="5150484" y="7619"/>
                </a:moveTo>
                <a:lnTo>
                  <a:pt x="5120005" y="7619"/>
                </a:lnTo>
                <a:lnTo>
                  <a:pt x="5120005" y="0"/>
                </a:lnTo>
                <a:lnTo>
                  <a:pt x="5150484" y="0"/>
                </a:lnTo>
                <a:lnTo>
                  <a:pt x="5150484" y="7619"/>
                </a:lnTo>
                <a:close/>
              </a:path>
              <a:path w="5594985" h="1985645">
                <a:moveTo>
                  <a:pt x="5203825" y="7619"/>
                </a:moveTo>
                <a:lnTo>
                  <a:pt x="5173345" y="7619"/>
                </a:lnTo>
                <a:lnTo>
                  <a:pt x="5173345" y="0"/>
                </a:lnTo>
                <a:lnTo>
                  <a:pt x="5203825" y="0"/>
                </a:lnTo>
                <a:lnTo>
                  <a:pt x="5203825" y="7619"/>
                </a:lnTo>
                <a:close/>
              </a:path>
              <a:path w="5594985" h="1985645">
                <a:moveTo>
                  <a:pt x="5257165" y="7619"/>
                </a:moveTo>
                <a:lnTo>
                  <a:pt x="5226684" y="7619"/>
                </a:lnTo>
                <a:lnTo>
                  <a:pt x="5226684" y="0"/>
                </a:lnTo>
                <a:lnTo>
                  <a:pt x="5257165" y="0"/>
                </a:lnTo>
                <a:lnTo>
                  <a:pt x="5257165" y="7619"/>
                </a:lnTo>
                <a:close/>
              </a:path>
              <a:path w="5594985" h="1985645">
                <a:moveTo>
                  <a:pt x="5310505" y="7619"/>
                </a:moveTo>
                <a:lnTo>
                  <a:pt x="5280025" y="7619"/>
                </a:lnTo>
                <a:lnTo>
                  <a:pt x="5280025" y="0"/>
                </a:lnTo>
                <a:lnTo>
                  <a:pt x="5310505" y="0"/>
                </a:lnTo>
                <a:lnTo>
                  <a:pt x="5310505" y="7619"/>
                </a:lnTo>
                <a:close/>
              </a:path>
              <a:path w="5594985" h="1985645">
                <a:moveTo>
                  <a:pt x="5363845" y="7619"/>
                </a:moveTo>
                <a:lnTo>
                  <a:pt x="5333365" y="7619"/>
                </a:lnTo>
                <a:lnTo>
                  <a:pt x="5333365" y="0"/>
                </a:lnTo>
                <a:lnTo>
                  <a:pt x="5363845" y="0"/>
                </a:lnTo>
                <a:lnTo>
                  <a:pt x="5363845" y="7619"/>
                </a:lnTo>
                <a:close/>
              </a:path>
              <a:path w="5594985" h="1985645">
                <a:moveTo>
                  <a:pt x="5417184" y="7619"/>
                </a:moveTo>
                <a:lnTo>
                  <a:pt x="5386705" y="7619"/>
                </a:lnTo>
                <a:lnTo>
                  <a:pt x="5386705" y="0"/>
                </a:lnTo>
                <a:lnTo>
                  <a:pt x="5417184" y="0"/>
                </a:lnTo>
                <a:lnTo>
                  <a:pt x="5417184" y="7619"/>
                </a:lnTo>
                <a:close/>
              </a:path>
              <a:path w="5594985" h="1985645">
                <a:moveTo>
                  <a:pt x="5470525" y="7619"/>
                </a:moveTo>
                <a:lnTo>
                  <a:pt x="5440045" y="7619"/>
                </a:lnTo>
                <a:lnTo>
                  <a:pt x="5440045" y="0"/>
                </a:lnTo>
                <a:lnTo>
                  <a:pt x="5470525" y="0"/>
                </a:lnTo>
                <a:lnTo>
                  <a:pt x="5470525" y="7619"/>
                </a:lnTo>
                <a:close/>
              </a:path>
              <a:path w="5594985" h="1985645">
                <a:moveTo>
                  <a:pt x="5523865" y="7619"/>
                </a:moveTo>
                <a:lnTo>
                  <a:pt x="5493384" y="7619"/>
                </a:lnTo>
                <a:lnTo>
                  <a:pt x="5493384" y="0"/>
                </a:lnTo>
                <a:lnTo>
                  <a:pt x="5523865" y="0"/>
                </a:lnTo>
                <a:lnTo>
                  <a:pt x="5523865" y="7619"/>
                </a:lnTo>
                <a:close/>
              </a:path>
              <a:path w="5594985" h="1985645">
                <a:moveTo>
                  <a:pt x="5577205" y="7619"/>
                </a:moveTo>
                <a:lnTo>
                  <a:pt x="5546725" y="7619"/>
                </a:lnTo>
                <a:lnTo>
                  <a:pt x="5546725" y="0"/>
                </a:lnTo>
                <a:lnTo>
                  <a:pt x="5577205" y="0"/>
                </a:lnTo>
                <a:lnTo>
                  <a:pt x="5577205" y="7619"/>
                </a:lnTo>
                <a:close/>
              </a:path>
              <a:path w="5594985" h="1985645">
                <a:moveTo>
                  <a:pt x="5594984" y="43180"/>
                </a:moveTo>
                <a:lnTo>
                  <a:pt x="5587365" y="43180"/>
                </a:lnTo>
                <a:lnTo>
                  <a:pt x="5587365" y="12700"/>
                </a:lnTo>
                <a:lnTo>
                  <a:pt x="5594984" y="12700"/>
                </a:lnTo>
                <a:lnTo>
                  <a:pt x="5594984" y="43180"/>
                </a:lnTo>
                <a:close/>
              </a:path>
              <a:path w="5594985" h="1985645">
                <a:moveTo>
                  <a:pt x="5594984" y="96519"/>
                </a:moveTo>
                <a:lnTo>
                  <a:pt x="5587365" y="96519"/>
                </a:lnTo>
                <a:lnTo>
                  <a:pt x="5587365" y="66039"/>
                </a:lnTo>
                <a:lnTo>
                  <a:pt x="5594984" y="66039"/>
                </a:lnTo>
                <a:lnTo>
                  <a:pt x="5594984" y="96519"/>
                </a:lnTo>
                <a:close/>
              </a:path>
              <a:path w="5594985" h="1985645">
                <a:moveTo>
                  <a:pt x="5594984" y="149860"/>
                </a:moveTo>
                <a:lnTo>
                  <a:pt x="5587365" y="149860"/>
                </a:lnTo>
                <a:lnTo>
                  <a:pt x="5587365" y="119380"/>
                </a:lnTo>
                <a:lnTo>
                  <a:pt x="5594984" y="119380"/>
                </a:lnTo>
                <a:lnTo>
                  <a:pt x="5594984" y="149860"/>
                </a:lnTo>
                <a:close/>
              </a:path>
              <a:path w="5594985" h="1985645">
                <a:moveTo>
                  <a:pt x="5594984" y="203200"/>
                </a:moveTo>
                <a:lnTo>
                  <a:pt x="5587365" y="203200"/>
                </a:lnTo>
                <a:lnTo>
                  <a:pt x="5587365" y="172719"/>
                </a:lnTo>
                <a:lnTo>
                  <a:pt x="5594984" y="172719"/>
                </a:lnTo>
                <a:lnTo>
                  <a:pt x="5594984" y="203200"/>
                </a:lnTo>
                <a:close/>
              </a:path>
              <a:path w="5594985" h="1985645">
                <a:moveTo>
                  <a:pt x="5594984" y="256539"/>
                </a:moveTo>
                <a:lnTo>
                  <a:pt x="5587365" y="256539"/>
                </a:lnTo>
                <a:lnTo>
                  <a:pt x="5587365" y="226060"/>
                </a:lnTo>
                <a:lnTo>
                  <a:pt x="5594984" y="226060"/>
                </a:lnTo>
                <a:lnTo>
                  <a:pt x="5594984" y="256539"/>
                </a:lnTo>
                <a:close/>
              </a:path>
              <a:path w="5594985" h="1985645">
                <a:moveTo>
                  <a:pt x="5594984" y="309880"/>
                </a:moveTo>
                <a:lnTo>
                  <a:pt x="5587365" y="309880"/>
                </a:lnTo>
                <a:lnTo>
                  <a:pt x="5587365" y="279400"/>
                </a:lnTo>
                <a:lnTo>
                  <a:pt x="5594984" y="279400"/>
                </a:lnTo>
                <a:lnTo>
                  <a:pt x="5594984" y="309880"/>
                </a:lnTo>
                <a:close/>
              </a:path>
              <a:path w="5594985" h="1985645">
                <a:moveTo>
                  <a:pt x="5594984" y="363219"/>
                </a:moveTo>
                <a:lnTo>
                  <a:pt x="5587365" y="363219"/>
                </a:lnTo>
                <a:lnTo>
                  <a:pt x="5587365" y="332739"/>
                </a:lnTo>
                <a:lnTo>
                  <a:pt x="5594984" y="332739"/>
                </a:lnTo>
                <a:lnTo>
                  <a:pt x="5594984" y="363219"/>
                </a:lnTo>
                <a:close/>
              </a:path>
              <a:path w="5594985" h="1985645">
                <a:moveTo>
                  <a:pt x="5594984" y="416560"/>
                </a:moveTo>
                <a:lnTo>
                  <a:pt x="5587365" y="416560"/>
                </a:lnTo>
                <a:lnTo>
                  <a:pt x="5587365" y="386080"/>
                </a:lnTo>
                <a:lnTo>
                  <a:pt x="5594984" y="386080"/>
                </a:lnTo>
                <a:lnTo>
                  <a:pt x="5594984" y="416560"/>
                </a:lnTo>
                <a:close/>
              </a:path>
              <a:path w="5594985" h="1985645">
                <a:moveTo>
                  <a:pt x="5594984" y="469900"/>
                </a:moveTo>
                <a:lnTo>
                  <a:pt x="5587365" y="469900"/>
                </a:lnTo>
                <a:lnTo>
                  <a:pt x="5587365" y="439419"/>
                </a:lnTo>
                <a:lnTo>
                  <a:pt x="5594984" y="439419"/>
                </a:lnTo>
                <a:lnTo>
                  <a:pt x="5594984" y="469900"/>
                </a:lnTo>
                <a:close/>
              </a:path>
              <a:path w="5594985" h="1985645">
                <a:moveTo>
                  <a:pt x="5594984" y="523239"/>
                </a:moveTo>
                <a:lnTo>
                  <a:pt x="5587365" y="523239"/>
                </a:lnTo>
                <a:lnTo>
                  <a:pt x="5587365" y="492760"/>
                </a:lnTo>
                <a:lnTo>
                  <a:pt x="5594984" y="492760"/>
                </a:lnTo>
                <a:lnTo>
                  <a:pt x="5594984" y="523239"/>
                </a:lnTo>
                <a:close/>
              </a:path>
              <a:path w="5594985" h="1985645">
                <a:moveTo>
                  <a:pt x="5594984" y="576580"/>
                </a:moveTo>
                <a:lnTo>
                  <a:pt x="5587365" y="576580"/>
                </a:lnTo>
                <a:lnTo>
                  <a:pt x="5587365" y="546100"/>
                </a:lnTo>
                <a:lnTo>
                  <a:pt x="5594984" y="546100"/>
                </a:lnTo>
                <a:lnTo>
                  <a:pt x="5594984" y="576580"/>
                </a:lnTo>
                <a:close/>
              </a:path>
              <a:path w="5594985" h="1985645">
                <a:moveTo>
                  <a:pt x="5594984" y="629919"/>
                </a:moveTo>
                <a:lnTo>
                  <a:pt x="5587365" y="629919"/>
                </a:lnTo>
                <a:lnTo>
                  <a:pt x="5587365" y="599439"/>
                </a:lnTo>
                <a:lnTo>
                  <a:pt x="5594984" y="599439"/>
                </a:lnTo>
                <a:lnTo>
                  <a:pt x="5594984" y="629919"/>
                </a:lnTo>
                <a:close/>
              </a:path>
              <a:path w="5594985" h="1985645">
                <a:moveTo>
                  <a:pt x="5594984" y="683260"/>
                </a:moveTo>
                <a:lnTo>
                  <a:pt x="5587365" y="683260"/>
                </a:lnTo>
                <a:lnTo>
                  <a:pt x="5587365" y="652780"/>
                </a:lnTo>
                <a:lnTo>
                  <a:pt x="5594984" y="652780"/>
                </a:lnTo>
                <a:lnTo>
                  <a:pt x="5594984" y="683260"/>
                </a:lnTo>
                <a:close/>
              </a:path>
              <a:path w="5594985" h="1985645">
                <a:moveTo>
                  <a:pt x="5594984" y="736600"/>
                </a:moveTo>
                <a:lnTo>
                  <a:pt x="5587365" y="736600"/>
                </a:lnTo>
                <a:lnTo>
                  <a:pt x="5587365" y="706119"/>
                </a:lnTo>
                <a:lnTo>
                  <a:pt x="5594984" y="706119"/>
                </a:lnTo>
                <a:lnTo>
                  <a:pt x="5594984" y="736600"/>
                </a:lnTo>
                <a:close/>
              </a:path>
              <a:path w="5594985" h="1985645">
                <a:moveTo>
                  <a:pt x="5594984" y="789939"/>
                </a:moveTo>
                <a:lnTo>
                  <a:pt x="5587365" y="789939"/>
                </a:lnTo>
                <a:lnTo>
                  <a:pt x="5587365" y="759460"/>
                </a:lnTo>
                <a:lnTo>
                  <a:pt x="5594984" y="759460"/>
                </a:lnTo>
                <a:lnTo>
                  <a:pt x="5594984" y="789939"/>
                </a:lnTo>
                <a:close/>
              </a:path>
              <a:path w="5594985" h="1985645">
                <a:moveTo>
                  <a:pt x="5594984" y="843280"/>
                </a:moveTo>
                <a:lnTo>
                  <a:pt x="5587365" y="843280"/>
                </a:lnTo>
                <a:lnTo>
                  <a:pt x="5587365" y="812800"/>
                </a:lnTo>
                <a:lnTo>
                  <a:pt x="5594984" y="812800"/>
                </a:lnTo>
                <a:lnTo>
                  <a:pt x="5594984" y="843280"/>
                </a:lnTo>
                <a:close/>
              </a:path>
              <a:path w="5594985" h="1985645">
                <a:moveTo>
                  <a:pt x="5594984" y="896619"/>
                </a:moveTo>
                <a:lnTo>
                  <a:pt x="5587365" y="896619"/>
                </a:lnTo>
                <a:lnTo>
                  <a:pt x="5587365" y="866139"/>
                </a:lnTo>
                <a:lnTo>
                  <a:pt x="5594984" y="866139"/>
                </a:lnTo>
                <a:lnTo>
                  <a:pt x="5594984" y="896619"/>
                </a:lnTo>
                <a:close/>
              </a:path>
              <a:path w="5594985" h="1985645">
                <a:moveTo>
                  <a:pt x="5594984" y="949960"/>
                </a:moveTo>
                <a:lnTo>
                  <a:pt x="5587365" y="949960"/>
                </a:lnTo>
                <a:lnTo>
                  <a:pt x="5587365" y="919480"/>
                </a:lnTo>
                <a:lnTo>
                  <a:pt x="5594984" y="919480"/>
                </a:lnTo>
                <a:lnTo>
                  <a:pt x="5594984" y="949960"/>
                </a:lnTo>
                <a:close/>
              </a:path>
              <a:path w="5594985" h="1985645">
                <a:moveTo>
                  <a:pt x="5594984" y="1003300"/>
                </a:moveTo>
                <a:lnTo>
                  <a:pt x="5587365" y="1003300"/>
                </a:lnTo>
                <a:lnTo>
                  <a:pt x="5587365" y="972819"/>
                </a:lnTo>
                <a:lnTo>
                  <a:pt x="5594984" y="972819"/>
                </a:lnTo>
                <a:lnTo>
                  <a:pt x="5594984" y="1003300"/>
                </a:lnTo>
                <a:close/>
              </a:path>
              <a:path w="5594985" h="1985645">
                <a:moveTo>
                  <a:pt x="5594984" y="1056639"/>
                </a:moveTo>
                <a:lnTo>
                  <a:pt x="5587365" y="1056639"/>
                </a:lnTo>
                <a:lnTo>
                  <a:pt x="5587365" y="1026160"/>
                </a:lnTo>
                <a:lnTo>
                  <a:pt x="5594984" y="1026160"/>
                </a:lnTo>
                <a:lnTo>
                  <a:pt x="5594984" y="1056639"/>
                </a:lnTo>
                <a:close/>
              </a:path>
              <a:path w="5594985" h="1985645">
                <a:moveTo>
                  <a:pt x="5594984" y="1109980"/>
                </a:moveTo>
                <a:lnTo>
                  <a:pt x="5587365" y="1109980"/>
                </a:lnTo>
                <a:lnTo>
                  <a:pt x="5587365" y="1079500"/>
                </a:lnTo>
                <a:lnTo>
                  <a:pt x="5594984" y="1079500"/>
                </a:lnTo>
                <a:lnTo>
                  <a:pt x="5594984" y="1109980"/>
                </a:lnTo>
                <a:close/>
              </a:path>
              <a:path w="5594985" h="1985645">
                <a:moveTo>
                  <a:pt x="5594984" y="1163320"/>
                </a:moveTo>
                <a:lnTo>
                  <a:pt x="5587365" y="1163320"/>
                </a:lnTo>
                <a:lnTo>
                  <a:pt x="5587365" y="1132839"/>
                </a:lnTo>
                <a:lnTo>
                  <a:pt x="5594984" y="1132839"/>
                </a:lnTo>
                <a:lnTo>
                  <a:pt x="5594984" y="1163320"/>
                </a:lnTo>
                <a:close/>
              </a:path>
              <a:path w="5594985" h="1985645">
                <a:moveTo>
                  <a:pt x="5594984" y="1216660"/>
                </a:moveTo>
                <a:lnTo>
                  <a:pt x="5587365" y="1216660"/>
                </a:lnTo>
                <a:lnTo>
                  <a:pt x="5587365" y="1186180"/>
                </a:lnTo>
                <a:lnTo>
                  <a:pt x="5594984" y="1186180"/>
                </a:lnTo>
                <a:lnTo>
                  <a:pt x="5594984" y="1216660"/>
                </a:lnTo>
                <a:close/>
              </a:path>
              <a:path w="5594985" h="1985645">
                <a:moveTo>
                  <a:pt x="5594984" y="1270000"/>
                </a:moveTo>
                <a:lnTo>
                  <a:pt x="5587365" y="1270000"/>
                </a:lnTo>
                <a:lnTo>
                  <a:pt x="5587365" y="1239520"/>
                </a:lnTo>
                <a:lnTo>
                  <a:pt x="5594984" y="1239520"/>
                </a:lnTo>
                <a:lnTo>
                  <a:pt x="5594984" y="1270000"/>
                </a:lnTo>
                <a:close/>
              </a:path>
              <a:path w="5594985" h="1985645">
                <a:moveTo>
                  <a:pt x="5594984" y="1323339"/>
                </a:moveTo>
                <a:lnTo>
                  <a:pt x="5587365" y="1323339"/>
                </a:lnTo>
                <a:lnTo>
                  <a:pt x="5587365" y="1292860"/>
                </a:lnTo>
                <a:lnTo>
                  <a:pt x="5594984" y="1292860"/>
                </a:lnTo>
                <a:lnTo>
                  <a:pt x="5594984" y="1323339"/>
                </a:lnTo>
                <a:close/>
              </a:path>
              <a:path w="5594985" h="1985645">
                <a:moveTo>
                  <a:pt x="5594984" y="1376679"/>
                </a:moveTo>
                <a:lnTo>
                  <a:pt x="5587365" y="1376679"/>
                </a:lnTo>
                <a:lnTo>
                  <a:pt x="5587365" y="1346200"/>
                </a:lnTo>
                <a:lnTo>
                  <a:pt x="5594984" y="1346200"/>
                </a:lnTo>
                <a:lnTo>
                  <a:pt x="5594984" y="1376679"/>
                </a:lnTo>
                <a:close/>
              </a:path>
              <a:path w="5594985" h="1985645">
                <a:moveTo>
                  <a:pt x="5594984" y="1430020"/>
                </a:moveTo>
                <a:lnTo>
                  <a:pt x="5587365" y="1430020"/>
                </a:lnTo>
                <a:lnTo>
                  <a:pt x="5587365" y="1399539"/>
                </a:lnTo>
                <a:lnTo>
                  <a:pt x="5594984" y="1399539"/>
                </a:lnTo>
                <a:lnTo>
                  <a:pt x="5594984" y="1430020"/>
                </a:lnTo>
                <a:close/>
              </a:path>
              <a:path w="5594985" h="1985645">
                <a:moveTo>
                  <a:pt x="5594984" y="1483360"/>
                </a:moveTo>
                <a:lnTo>
                  <a:pt x="5587365" y="1483360"/>
                </a:lnTo>
                <a:lnTo>
                  <a:pt x="5587365" y="1452879"/>
                </a:lnTo>
                <a:lnTo>
                  <a:pt x="5594984" y="1452879"/>
                </a:lnTo>
                <a:lnTo>
                  <a:pt x="5594984" y="1483360"/>
                </a:lnTo>
                <a:close/>
              </a:path>
              <a:path w="5594985" h="1985645">
                <a:moveTo>
                  <a:pt x="5594984" y="1536700"/>
                </a:moveTo>
                <a:lnTo>
                  <a:pt x="5587365" y="1536700"/>
                </a:lnTo>
                <a:lnTo>
                  <a:pt x="5587365" y="1506220"/>
                </a:lnTo>
                <a:lnTo>
                  <a:pt x="5594984" y="1506220"/>
                </a:lnTo>
                <a:lnTo>
                  <a:pt x="5594984" y="1536700"/>
                </a:lnTo>
                <a:close/>
              </a:path>
              <a:path w="5594985" h="1985645">
                <a:moveTo>
                  <a:pt x="5594984" y="1590039"/>
                </a:moveTo>
                <a:lnTo>
                  <a:pt x="5587365" y="1590039"/>
                </a:lnTo>
                <a:lnTo>
                  <a:pt x="5587365" y="1559560"/>
                </a:lnTo>
                <a:lnTo>
                  <a:pt x="5594984" y="1559560"/>
                </a:lnTo>
                <a:lnTo>
                  <a:pt x="5594984" y="1590039"/>
                </a:lnTo>
                <a:close/>
              </a:path>
              <a:path w="5594985" h="1985645">
                <a:moveTo>
                  <a:pt x="5594984" y="1643379"/>
                </a:moveTo>
                <a:lnTo>
                  <a:pt x="5587365" y="1643379"/>
                </a:lnTo>
                <a:lnTo>
                  <a:pt x="5587365" y="1612900"/>
                </a:lnTo>
                <a:lnTo>
                  <a:pt x="5594984" y="1612900"/>
                </a:lnTo>
                <a:lnTo>
                  <a:pt x="5594984" y="1643379"/>
                </a:lnTo>
                <a:close/>
              </a:path>
              <a:path w="5594985" h="1985645">
                <a:moveTo>
                  <a:pt x="5594984" y="1696720"/>
                </a:moveTo>
                <a:lnTo>
                  <a:pt x="5587365" y="1696720"/>
                </a:lnTo>
                <a:lnTo>
                  <a:pt x="5587365" y="1666239"/>
                </a:lnTo>
                <a:lnTo>
                  <a:pt x="5594984" y="1666239"/>
                </a:lnTo>
                <a:lnTo>
                  <a:pt x="5594984" y="1696720"/>
                </a:lnTo>
                <a:close/>
              </a:path>
              <a:path w="5594985" h="1985645">
                <a:moveTo>
                  <a:pt x="5594984" y="1750060"/>
                </a:moveTo>
                <a:lnTo>
                  <a:pt x="5587365" y="1750060"/>
                </a:lnTo>
                <a:lnTo>
                  <a:pt x="5587365" y="1719579"/>
                </a:lnTo>
                <a:lnTo>
                  <a:pt x="5594984" y="1719579"/>
                </a:lnTo>
                <a:lnTo>
                  <a:pt x="5594984" y="1750060"/>
                </a:lnTo>
                <a:close/>
              </a:path>
              <a:path w="5594985" h="1985645">
                <a:moveTo>
                  <a:pt x="5594984" y="1803400"/>
                </a:moveTo>
                <a:lnTo>
                  <a:pt x="5587365" y="1803400"/>
                </a:lnTo>
                <a:lnTo>
                  <a:pt x="5587365" y="1772920"/>
                </a:lnTo>
                <a:lnTo>
                  <a:pt x="5594984" y="1772920"/>
                </a:lnTo>
                <a:lnTo>
                  <a:pt x="5594984" y="1803400"/>
                </a:lnTo>
                <a:close/>
              </a:path>
              <a:path w="5594985" h="1985645">
                <a:moveTo>
                  <a:pt x="5594984" y="1856739"/>
                </a:moveTo>
                <a:lnTo>
                  <a:pt x="5587365" y="1856739"/>
                </a:lnTo>
                <a:lnTo>
                  <a:pt x="5587365" y="1826260"/>
                </a:lnTo>
                <a:lnTo>
                  <a:pt x="5594984" y="1826260"/>
                </a:lnTo>
                <a:lnTo>
                  <a:pt x="5594984" y="1856739"/>
                </a:lnTo>
                <a:close/>
              </a:path>
              <a:path w="5594985" h="1985645">
                <a:moveTo>
                  <a:pt x="5594984" y="1910079"/>
                </a:moveTo>
                <a:lnTo>
                  <a:pt x="5587365" y="1910079"/>
                </a:lnTo>
                <a:lnTo>
                  <a:pt x="5587365" y="1879600"/>
                </a:lnTo>
                <a:lnTo>
                  <a:pt x="5594984" y="1879600"/>
                </a:lnTo>
                <a:lnTo>
                  <a:pt x="5594984" y="1910079"/>
                </a:lnTo>
                <a:close/>
              </a:path>
              <a:path w="5594985" h="1985645">
                <a:moveTo>
                  <a:pt x="5594984" y="1963420"/>
                </a:moveTo>
                <a:lnTo>
                  <a:pt x="5587365" y="1963420"/>
                </a:lnTo>
                <a:lnTo>
                  <a:pt x="5587365" y="1932939"/>
                </a:lnTo>
                <a:lnTo>
                  <a:pt x="5594984" y="1932939"/>
                </a:lnTo>
                <a:lnTo>
                  <a:pt x="5594984" y="1963420"/>
                </a:lnTo>
                <a:close/>
              </a:path>
              <a:path w="5594985" h="1985645">
                <a:moveTo>
                  <a:pt x="5586730" y="1985645"/>
                </a:moveTo>
                <a:lnTo>
                  <a:pt x="5556250" y="1985645"/>
                </a:lnTo>
                <a:lnTo>
                  <a:pt x="5556250" y="1978025"/>
                </a:lnTo>
                <a:lnTo>
                  <a:pt x="5586730" y="1978025"/>
                </a:lnTo>
                <a:lnTo>
                  <a:pt x="5586730" y="1985645"/>
                </a:lnTo>
                <a:close/>
              </a:path>
              <a:path w="5594985" h="1985645">
                <a:moveTo>
                  <a:pt x="5533390" y="1985645"/>
                </a:moveTo>
                <a:lnTo>
                  <a:pt x="5502909" y="1985645"/>
                </a:lnTo>
                <a:lnTo>
                  <a:pt x="5502909" y="1978025"/>
                </a:lnTo>
                <a:lnTo>
                  <a:pt x="5533390" y="1978025"/>
                </a:lnTo>
                <a:lnTo>
                  <a:pt x="5533390" y="1985645"/>
                </a:lnTo>
                <a:close/>
              </a:path>
              <a:path w="5594985" h="1985645">
                <a:moveTo>
                  <a:pt x="5480050" y="1985645"/>
                </a:moveTo>
                <a:lnTo>
                  <a:pt x="5449570" y="1985645"/>
                </a:lnTo>
                <a:lnTo>
                  <a:pt x="5449570" y="1978025"/>
                </a:lnTo>
                <a:lnTo>
                  <a:pt x="5480050" y="1978025"/>
                </a:lnTo>
                <a:lnTo>
                  <a:pt x="5480050" y="1985645"/>
                </a:lnTo>
                <a:close/>
              </a:path>
              <a:path w="5594985" h="1985645">
                <a:moveTo>
                  <a:pt x="5426709" y="1985645"/>
                </a:moveTo>
                <a:lnTo>
                  <a:pt x="5396230" y="1985645"/>
                </a:lnTo>
                <a:lnTo>
                  <a:pt x="5396230" y="1978025"/>
                </a:lnTo>
                <a:lnTo>
                  <a:pt x="5426709" y="1978025"/>
                </a:lnTo>
                <a:lnTo>
                  <a:pt x="5426709" y="1985645"/>
                </a:lnTo>
                <a:close/>
              </a:path>
              <a:path w="5594985" h="1985645">
                <a:moveTo>
                  <a:pt x="5373370" y="1985645"/>
                </a:moveTo>
                <a:lnTo>
                  <a:pt x="5342890" y="1985645"/>
                </a:lnTo>
                <a:lnTo>
                  <a:pt x="5342890" y="1978025"/>
                </a:lnTo>
                <a:lnTo>
                  <a:pt x="5373370" y="1978025"/>
                </a:lnTo>
                <a:lnTo>
                  <a:pt x="5373370" y="1985645"/>
                </a:lnTo>
                <a:close/>
              </a:path>
              <a:path w="5594985" h="1985645">
                <a:moveTo>
                  <a:pt x="5320030" y="1985645"/>
                </a:moveTo>
                <a:lnTo>
                  <a:pt x="5289550" y="1985645"/>
                </a:lnTo>
                <a:lnTo>
                  <a:pt x="5289550" y="1978025"/>
                </a:lnTo>
                <a:lnTo>
                  <a:pt x="5320030" y="1978025"/>
                </a:lnTo>
                <a:lnTo>
                  <a:pt x="5320030" y="1985645"/>
                </a:lnTo>
                <a:close/>
              </a:path>
              <a:path w="5594985" h="1985645">
                <a:moveTo>
                  <a:pt x="5266690" y="1985645"/>
                </a:moveTo>
                <a:lnTo>
                  <a:pt x="5236209" y="1985645"/>
                </a:lnTo>
                <a:lnTo>
                  <a:pt x="5236209" y="1978025"/>
                </a:lnTo>
                <a:lnTo>
                  <a:pt x="5266690" y="1978025"/>
                </a:lnTo>
                <a:lnTo>
                  <a:pt x="5266690" y="1985645"/>
                </a:lnTo>
                <a:close/>
              </a:path>
              <a:path w="5594985" h="1985645">
                <a:moveTo>
                  <a:pt x="5213350" y="1985645"/>
                </a:moveTo>
                <a:lnTo>
                  <a:pt x="5182870" y="1985645"/>
                </a:lnTo>
                <a:lnTo>
                  <a:pt x="5182870" y="1978025"/>
                </a:lnTo>
                <a:lnTo>
                  <a:pt x="5213350" y="1978025"/>
                </a:lnTo>
                <a:lnTo>
                  <a:pt x="5213350" y="1985645"/>
                </a:lnTo>
                <a:close/>
              </a:path>
              <a:path w="5594985" h="1985645">
                <a:moveTo>
                  <a:pt x="5160009" y="1985645"/>
                </a:moveTo>
                <a:lnTo>
                  <a:pt x="5129530" y="1985645"/>
                </a:lnTo>
                <a:lnTo>
                  <a:pt x="5129530" y="1978025"/>
                </a:lnTo>
                <a:lnTo>
                  <a:pt x="5160009" y="1978025"/>
                </a:lnTo>
                <a:lnTo>
                  <a:pt x="5160009" y="1985645"/>
                </a:lnTo>
                <a:close/>
              </a:path>
              <a:path w="5594985" h="1985645">
                <a:moveTo>
                  <a:pt x="5106670" y="1985645"/>
                </a:moveTo>
                <a:lnTo>
                  <a:pt x="5076190" y="1985645"/>
                </a:lnTo>
                <a:lnTo>
                  <a:pt x="5076190" y="1978025"/>
                </a:lnTo>
                <a:lnTo>
                  <a:pt x="5106670" y="1978025"/>
                </a:lnTo>
                <a:lnTo>
                  <a:pt x="5106670" y="1985645"/>
                </a:lnTo>
                <a:close/>
              </a:path>
              <a:path w="5594985" h="1985645">
                <a:moveTo>
                  <a:pt x="5053330" y="1985645"/>
                </a:moveTo>
                <a:lnTo>
                  <a:pt x="5022850" y="1985645"/>
                </a:lnTo>
                <a:lnTo>
                  <a:pt x="5022850" y="1978025"/>
                </a:lnTo>
                <a:lnTo>
                  <a:pt x="5053330" y="1978025"/>
                </a:lnTo>
                <a:lnTo>
                  <a:pt x="5053330" y="1985645"/>
                </a:lnTo>
                <a:close/>
              </a:path>
              <a:path w="5594985" h="1985645">
                <a:moveTo>
                  <a:pt x="4999990" y="1985645"/>
                </a:moveTo>
                <a:lnTo>
                  <a:pt x="4969509" y="1985645"/>
                </a:lnTo>
                <a:lnTo>
                  <a:pt x="4969509" y="1978025"/>
                </a:lnTo>
                <a:lnTo>
                  <a:pt x="4999990" y="1978025"/>
                </a:lnTo>
                <a:lnTo>
                  <a:pt x="4999990" y="1985645"/>
                </a:lnTo>
                <a:close/>
              </a:path>
              <a:path w="5594985" h="1985645">
                <a:moveTo>
                  <a:pt x="4946650" y="1985645"/>
                </a:moveTo>
                <a:lnTo>
                  <a:pt x="4916170" y="1985645"/>
                </a:lnTo>
                <a:lnTo>
                  <a:pt x="4916170" y="1978025"/>
                </a:lnTo>
                <a:lnTo>
                  <a:pt x="4946650" y="1978025"/>
                </a:lnTo>
                <a:lnTo>
                  <a:pt x="4946650" y="1985645"/>
                </a:lnTo>
                <a:close/>
              </a:path>
              <a:path w="5594985" h="1985645">
                <a:moveTo>
                  <a:pt x="4893309" y="1985645"/>
                </a:moveTo>
                <a:lnTo>
                  <a:pt x="4862830" y="1985645"/>
                </a:lnTo>
                <a:lnTo>
                  <a:pt x="4862830" y="1978025"/>
                </a:lnTo>
                <a:lnTo>
                  <a:pt x="4893309" y="1978025"/>
                </a:lnTo>
                <a:lnTo>
                  <a:pt x="4893309" y="1985645"/>
                </a:lnTo>
                <a:close/>
              </a:path>
              <a:path w="5594985" h="1985645">
                <a:moveTo>
                  <a:pt x="4839970" y="1985645"/>
                </a:moveTo>
                <a:lnTo>
                  <a:pt x="4809490" y="1985645"/>
                </a:lnTo>
                <a:lnTo>
                  <a:pt x="4809490" y="1978025"/>
                </a:lnTo>
                <a:lnTo>
                  <a:pt x="4839970" y="1978025"/>
                </a:lnTo>
                <a:lnTo>
                  <a:pt x="4839970" y="1985645"/>
                </a:lnTo>
                <a:close/>
              </a:path>
              <a:path w="5594985" h="1985645">
                <a:moveTo>
                  <a:pt x="4786630" y="1985645"/>
                </a:moveTo>
                <a:lnTo>
                  <a:pt x="4756150" y="1985645"/>
                </a:lnTo>
                <a:lnTo>
                  <a:pt x="4756150" y="1978025"/>
                </a:lnTo>
                <a:lnTo>
                  <a:pt x="4786630" y="1978025"/>
                </a:lnTo>
                <a:lnTo>
                  <a:pt x="4786630" y="1985645"/>
                </a:lnTo>
                <a:close/>
              </a:path>
              <a:path w="5594985" h="1985645">
                <a:moveTo>
                  <a:pt x="4733290" y="1985645"/>
                </a:moveTo>
                <a:lnTo>
                  <a:pt x="4702809" y="1985645"/>
                </a:lnTo>
                <a:lnTo>
                  <a:pt x="4702809" y="1978025"/>
                </a:lnTo>
                <a:lnTo>
                  <a:pt x="4733290" y="1978025"/>
                </a:lnTo>
                <a:lnTo>
                  <a:pt x="4733290" y="1985645"/>
                </a:lnTo>
                <a:close/>
              </a:path>
              <a:path w="5594985" h="1985645">
                <a:moveTo>
                  <a:pt x="4679950" y="1985645"/>
                </a:moveTo>
                <a:lnTo>
                  <a:pt x="4649470" y="1985645"/>
                </a:lnTo>
                <a:lnTo>
                  <a:pt x="4649470" y="1978025"/>
                </a:lnTo>
                <a:lnTo>
                  <a:pt x="4679950" y="1978025"/>
                </a:lnTo>
                <a:lnTo>
                  <a:pt x="4679950" y="1985645"/>
                </a:lnTo>
                <a:close/>
              </a:path>
              <a:path w="5594985" h="1985645">
                <a:moveTo>
                  <a:pt x="4626609" y="1985645"/>
                </a:moveTo>
                <a:lnTo>
                  <a:pt x="4596130" y="1985645"/>
                </a:lnTo>
                <a:lnTo>
                  <a:pt x="4596130" y="1978025"/>
                </a:lnTo>
                <a:lnTo>
                  <a:pt x="4626609" y="1978025"/>
                </a:lnTo>
                <a:lnTo>
                  <a:pt x="4626609" y="1985645"/>
                </a:lnTo>
                <a:close/>
              </a:path>
              <a:path w="5594985" h="1985645">
                <a:moveTo>
                  <a:pt x="4573270" y="1985645"/>
                </a:moveTo>
                <a:lnTo>
                  <a:pt x="4542790" y="1985645"/>
                </a:lnTo>
                <a:lnTo>
                  <a:pt x="4542790" y="1978025"/>
                </a:lnTo>
                <a:lnTo>
                  <a:pt x="4573270" y="1978025"/>
                </a:lnTo>
                <a:lnTo>
                  <a:pt x="4573270" y="1985645"/>
                </a:lnTo>
                <a:close/>
              </a:path>
              <a:path w="5594985" h="1985645">
                <a:moveTo>
                  <a:pt x="4519930" y="1985645"/>
                </a:moveTo>
                <a:lnTo>
                  <a:pt x="4489450" y="1985645"/>
                </a:lnTo>
                <a:lnTo>
                  <a:pt x="4489450" y="1978025"/>
                </a:lnTo>
                <a:lnTo>
                  <a:pt x="4519930" y="1978025"/>
                </a:lnTo>
                <a:lnTo>
                  <a:pt x="4519930" y="1985645"/>
                </a:lnTo>
                <a:close/>
              </a:path>
              <a:path w="5594985" h="1985645">
                <a:moveTo>
                  <a:pt x="4466590" y="1985645"/>
                </a:moveTo>
                <a:lnTo>
                  <a:pt x="4436109" y="1985645"/>
                </a:lnTo>
                <a:lnTo>
                  <a:pt x="4436109" y="1978025"/>
                </a:lnTo>
                <a:lnTo>
                  <a:pt x="4466590" y="1978025"/>
                </a:lnTo>
                <a:lnTo>
                  <a:pt x="4466590" y="1985645"/>
                </a:lnTo>
                <a:close/>
              </a:path>
              <a:path w="5594985" h="1985645">
                <a:moveTo>
                  <a:pt x="4413250" y="1985645"/>
                </a:moveTo>
                <a:lnTo>
                  <a:pt x="4382770" y="1985645"/>
                </a:lnTo>
                <a:lnTo>
                  <a:pt x="4382770" y="1978025"/>
                </a:lnTo>
                <a:lnTo>
                  <a:pt x="4413250" y="1978025"/>
                </a:lnTo>
                <a:lnTo>
                  <a:pt x="4413250" y="1985645"/>
                </a:lnTo>
                <a:close/>
              </a:path>
              <a:path w="5594985" h="1985645">
                <a:moveTo>
                  <a:pt x="4359909" y="1985645"/>
                </a:moveTo>
                <a:lnTo>
                  <a:pt x="4329430" y="1985645"/>
                </a:lnTo>
                <a:lnTo>
                  <a:pt x="4329430" y="1978025"/>
                </a:lnTo>
                <a:lnTo>
                  <a:pt x="4359909" y="1978025"/>
                </a:lnTo>
                <a:lnTo>
                  <a:pt x="4359909" y="1985645"/>
                </a:lnTo>
                <a:close/>
              </a:path>
              <a:path w="5594985" h="1985645">
                <a:moveTo>
                  <a:pt x="4306570" y="1985645"/>
                </a:moveTo>
                <a:lnTo>
                  <a:pt x="4276090" y="1985645"/>
                </a:lnTo>
                <a:lnTo>
                  <a:pt x="4276090" y="1978025"/>
                </a:lnTo>
                <a:lnTo>
                  <a:pt x="4306570" y="1978025"/>
                </a:lnTo>
                <a:lnTo>
                  <a:pt x="4306570" y="1985645"/>
                </a:lnTo>
                <a:close/>
              </a:path>
              <a:path w="5594985" h="1985645">
                <a:moveTo>
                  <a:pt x="4253230" y="1985645"/>
                </a:moveTo>
                <a:lnTo>
                  <a:pt x="4222750" y="1985645"/>
                </a:lnTo>
                <a:lnTo>
                  <a:pt x="4222750" y="1978025"/>
                </a:lnTo>
                <a:lnTo>
                  <a:pt x="4253230" y="1978025"/>
                </a:lnTo>
                <a:lnTo>
                  <a:pt x="4253230" y="1985645"/>
                </a:lnTo>
                <a:close/>
              </a:path>
              <a:path w="5594985" h="1985645">
                <a:moveTo>
                  <a:pt x="4199890" y="1985645"/>
                </a:moveTo>
                <a:lnTo>
                  <a:pt x="4169409" y="1985645"/>
                </a:lnTo>
                <a:lnTo>
                  <a:pt x="4169409" y="1978025"/>
                </a:lnTo>
                <a:lnTo>
                  <a:pt x="4199890" y="1978025"/>
                </a:lnTo>
                <a:lnTo>
                  <a:pt x="4199890" y="1985645"/>
                </a:lnTo>
                <a:close/>
              </a:path>
              <a:path w="5594985" h="1985645">
                <a:moveTo>
                  <a:pt x="4146550" y="1985645"/>
                </a:moveTo>
                <a:lnTo>
                  <a:pt x="4116069" y="1985645"/>
                </a:lnTo>
                <a:lnTo>
                  <a:pt x="4116069" y="1978025"/>
                </a:lnTo>
                <a:lnTo>
                  <a:pt x="4146550" y="1978025"/>
                </a:lnTo>
                <a:lnTo>
                  <a:pt x="4146550" y="1985645"/>
                </a:lnTo>
                <a:close/>
              </a:path>
              <a:path w="5594985" h="1985645">
                <a:moveTo>
                  <a:pt x="4093209" y="1985645"/>
                </a:moveTo>
                <a:lnTo>
                  <a:pt x="4062729" y="1985645"/>
                </a:lnTo>
                <a:lnTo>
                  <a:pt x="4062729" y="1978025"/>
                </a:lnTo>
                <a:lnTo>
                  <a:pt x="4093209" y="1978025"/>
                </a:lnTo>
                <a:lnTo>
                  <a:pt x="4093209" y="1985645"/>
                </a:lnTo>
                <a:close/>
              </a:path>
              <a:path w="5594985" h="1985645">
                <a:moveTo>
                  <a:pt x="4039869" y="1985645"/>
                </a:moveTo>
                <a:lnTo>
                  <a:pt x="4009390" y="1985645"/>
                </a:lnTo>
                <a:lnTo>
                  <a:pt x="4009390" y="1978025"/>
                </a:lnTo>
                <a:lnTo>
                  <a:pt x="4039869" y="1978025"/>
                </a:lnTo>
                <a:lnTo>
                  <a:pt x="4039869" y="1985645"/>
                </a:lnTo>
                <a:close/>
              </a:path>
              <a:path w="5594985" h="1985645">
                <a:moveTo>
                  <a:pt x="3986529" y="1985645"/>
                </a:moveTo>
                <a:lnTo>
                  <a:pt x="3956050" y="1985645"/>
                </a:lnTo>
                <a:lnTo>
                  <a:pt x="3956050" y="1978025"/>
                </a:lnTo>
                <a:lnTo>
                  <a:pt x="3986529" y="1978025"/>
                </a:lnTo>
                <a:lnTo>
                  <a:pt x="3986529" y="1985645"/>
                </a:lnTo>
                <a:close/>
              </a:path>
              <a:path w="5594985" h="1985645">
                <a:moveTo>
                  <a:pt x="3933190" y="1985645"/>
                </a:moveTo>
                <a:lnTo>
                  <a:pt x="3902709" y="1985645"/>
                </a:lnTo>
                <a:lnTo>
                  <a:pt x="3902709" y="1978025"/>
                </a:lnTo>
                <a:lnTo>
                  <a:pt x="3933190" y="1978025"/>
                </a:lnTo>
                <a:lnTo>
                  <a:pt x="3933190" y="1985645"/>
                </a:lnTo>
                <a:close/>
              </a:path>
              <a:path w="5594985" h="1985645">
                <a:moveTo>
                  <a:pt x="3879850" y="1985645"/>
                </a:moveTo>
                <a:lnTo>
                  <a:pt x="3849369" y="1985645"/>
                </a:lnTo>
                <a:lnTo>
                  <a:pt x="3849369" y="1978025"/>
                </a:lnTo>
                <a:lnTo>
                  <a:pt x="3879850" y="1978025"/>
                </a:lnTo>
                <a:lnTo>
                  <a:pt x="3879850" y="1985645"/>
                </a:lnTo>
                <a:close/>
              </a:path>
              <a:path w="5594985" h="1985645">
                <a:moveTo>
                  <a:pt x="3826509" y="1985645"/>
                </a:moveTo>
                <a:lnTo>
                  <a:pt x="3796029" y="1985645"/>
                </a:lnTo>
                <a:lnTo>
                  <a:pt x="3796029" y="1978025"/>
                </a:lnTo>
                <a:lnTo>
                  <a:pt x="3826509" y="1978025"/>
                </a:lnTo>
                <a:lnTo>
                  <a:pt x="3826509" y="1985645"/>
                </a:lnTo>
                <a:close/>
              </a:path>
              <a:path w="5594985" h="1985645">
                <a:moveTo>
                  <a:pt x="3773169" y="1985645"/>
                </a:moveTo>
                <a:lnTo>
                  <a:pt x="3742690" y="1985645"/>
                </a:lnTo>
                <a:lnTo>
                  <a:pt x="3742690" y="1978025"/>
                </a:lnTo>
                <a:lnTo>
                  <a:pt x="3773169" y="1978025"/>
                </a:lnTo>
                <a:lnTo>
                  <a:pt x="3773169" y="1985645"/>
                </a:lnTo>
                <a:close/>
              </a:path>
              <a:path w="5594985" h="1985645">
                <a:moveTo>
                  <a:pt x="3719829" y="1985645"/>
                </a:moveTo>
                <a:lnTo>
                  <a:pt x="3689350" y="1985645"/>
                </a:lnTo>
                <a:lnTo>
                  <a:pt x="3689350" y="1978025"/>
                </a:lnTo>
                <a:lnTo>
                  <a:pt x="3719829" y="1978025"/>
                </a:lnTo>
                <a:lnTo>
                  <a:pt x="3719829" y="1985645"/>
                </a:lnTo>
                <a:close/>
              </a:path>
              <a:path w="5594985" h="1985645">
                <a:moveTo>
                  <a:pt x="3666490" y="1985645"/>
                </a:moveTo>
                <a:lnTo>
                  <a:pt x="3636009" y="1985645"/>
                </a:lnTo>
                <a:lnTo>
                  <a:pt x="3636009" y="1978025"/>
                </a:lnTo>
                <a:lnTo>
                  <a:pt x="3666490" y="1978025"/>
                </a:lnTo>
                <a:lnTo>
                  <a:pt x="3666490" y="1985645"/>
                </a:lnTo>
                <a:close/>
              </a:path>
              <a:path w="5594985" h="1985645">
                <a:moveTo>
                  <a:pt x="3613150" y="1985645"/>
                </a:moveTo>
                <a:lnTo>
                  <a:pt x="3582669" y="1985645"/>
                </a:lnTo>
                <a:lnTo>
                  <a:pt x="3582669" y="1978025"/>
                </a:lnTo>
                <a:lnTo>
                  <a:pt x="3613150" y="1978025"/>
                </a:lnTo>
                <a:lnTo>
                  <a:pt x="3613150" y="1985645"/>
                </a:lnTo>
                <a:close/>
              </a:path>
              <a:path w="5594985" h="1985645">
                <a:moveTo>
                  <a:pt x="3559809" y="1985645"/>
                </a:moveTo>
                <a:lnTo>
                  <a:pt x="3529329" y="1985645"/>
                </a:lnTo>
                <a:lnTo>
                  <a:pt x="3529329" y="1978025"/>
                </a:lnTo>
                <a:lnTo>
                  <a:pt x="3559809" y="1978025"/>
                </a:lnTo>
                <a:lnTo>
                  <a:pt x="3559809" y="1985645"/>
                </a:lnTo>
                <a:close/>
              </a:path>
              <a:path w="5594985" h="1985645">
                <a:moveTo>
                  <a:pt x="3506469" y="1985645"/>
                </a:moveTo>
                <a:lnTo>
                  <a:pt x="3475990" y="1985645"/>
                </a:lnTo>
                <a:lnTo>
                  <a:pt x="3475990" y="1978025"/>
                </a:lnTo>
                <a:lnTo>
                  <a:pt x="3506469" y="1978025"/>
                </a:lnTo>
                <a:lnTo>
                  <a:pt x="3506469" y="1985645"/>
                </a:lnTo>
                <a:close/>
              </a:path>
              <a:path w="5594985" h="1985645">
                <a:moveTo>
                  <a:pt x="3453129" y="1985645"/>
                </a:moveTo>
                <a:lnTo>
                  <a:pt x="3422650" y="1985645"/>
                </a:lnTo>
                <a:lnTo>
                  <a:pt x="3422650" y="1978025"/>
                </a:lnTo>
                <a:lnTo>
                  <a:pt x="3453129" y="1978025"/>
                </a:lnTo>
                <a:lnTo>
                  <a:pt x="3453129" y="1985645"/>
                </a:lnTo>
                <a:close/>
              </a:path>
              <a:path w="5594985" h="1985645">
                <a:moveTo>
                  <a:pt x="3399790" y="1985645"/>
                </a:moveTo>
                <a:lnTo>
                  <a:pt x="3369309" y="1985645"/>
                </a:lnTo>
                <a:lnTo>
                  <a:pt x="3369309" y="1978025"/>
                </a:lnTo>
                <a:lnTo>
                  <a:pt x="3399790" y="1978025"/>
                </a:lnTo>
                <a:lnTo>
                  <a:pt x="3399790" y="1985645"/>
                </a:lnTo>
                <a:close/>
              </a:path>
              <a:path w="5594985" h="1985645">
                <a:moveTo>
                  <a:pt x="3346450" y="1985645"/>
                </a:moveTo>
                <a:lnTo>
                  <a:pt x="3315969" y="1985645"/>
                </a:lnTo>
                <a:lnTo>
                  <a:pt x="3315969" y="1978025"/>
                </a:lnTo>
                <a:lnTo>
                  <a:pt x="3346450" y="1978025"/>
                </a:lnTo>
                <a:lnTo>
                  <a:pt x="3346450" y="1985645"/>
                </a:lnTo>
                <a:close/>
              </a:path>
              <a:path w="5594985" h="1985645">
                <a:moveTo>
                  <a:pt x="3293109" y="1985645"/>
                </a:moveTo>
                <a:lnTo>
                  <a:pt x="3262629" y="1985645"/>
                </a:lnTo>
                <a:lnTo>
                  <a:pt x="3262629" y="1978025"/>
                </a:lnTo>
                <a:lnTo>
                  <a:pt x="3293109" y="1978025"/>
                </a:lnTo>
                <a:lnTo>
                  <a:pt x="3293109" y="1985645"/>
                </a:lnTo>
                <a:close/>
              </a:path>
              <a:path w="5594985" h="1985645">
                <a:moveTo>
                  <a:pt x="3239770" y="1985645"/>
                </a:moveTo>
                <a:lnTo>
                  <a:pt x="3209290" y="1985645"/>
                </a:lnTo>
                <a:lnTo>
                  <a:pt x="3209290" y="1978025"/>
                </a:lnTo>
                <a:lnTo>
                  <a:pt x="3239770" y="1978025"/>
                </a:lnTo>
                <a:lnTo>
                  <a:pt x="3239770" y="1985645"/>
                </a:lnTo>
                <a:close/>
              </a:path>
              <a:path w="5594985" h="1985645">
                <a:moveTo>
                  <a:pt x="3186430" y="1985645"/>
                </a:moveTo>
                <a:lnTo>
                  <a:pt x="3155950" y="1985645"/>
                </a:lnTo>
                <a:lnTo>
                  <a:pt x="3155950" y="1978025"/>
                </a:lnTo>
                <a:lnTo>
                  <a:pt x="3186430" y="1978025"/>
                </a:lnTo>
                <a:lnTo>
                  <a:pt x="3186430" y="1985645"/>
                </a:lnTo>
                <a:close/>
              </a:path>
              <a:path w="5594985" h="1985645">
                <a:moveTo>
                  <a:pt x="3133090" y="1985645"/>
                </a:moveTo>
                <a:lnTo>
                  <a:pt x="3102610" y="1985645"/>
                </a:lnTo>
                <a:lnTo>
                  <a:pt x="3102610" y="1978025"/>
                </a:lnTo>
                <a:lnTo>
                  <a:pt x="3133090" y="1978025"/>
                </a:lnTo>
                <a:lnTo>
                  <a:pt x="3133090" y="1985645"/>
                </a:lnTo>
                <a:close/>
              </a:path>
              <a:path w="5594985" h="1985645">
                <a:moveTo>
                  <a:pt x="3079750" y="1985645"/>
                </a:moveTo>
                <a:lnTo>
                  <a:pt x="3049270" y="1985645"/>
                </a:lnTo>
                <a:lnTo>
                  <a:pt x="3049270" y="1978025"/>
                </a:lnTo>
                <a:lnTo>
                  <a:pt x="3079750" y="1978025"/>
                </a:lnTo>
                <a:lnTo>
                  <a:pt x="3079750" y="1985645"/>
                </a:lnTo>
                <a:close/>
              </a:path>
              <a:path w="5594985" h="1985645">
                <a:moveTo>
                  <a:pt x="3026410" y="1985645"/>
                </a:moveTo>
                <a:lnTo>
                  <a:pt x="2995930" y="1985645"/>
                </a:lnTo>
                <a:lnTo>
                  <a:pt x="2995930" y="1978025"/>
                </a:lnTo>
                <a:lnTo>
                  <a:pt x="3026410" y="1978025"/>
                </a:lnTo>
                <a:lnTo>
                  <a:pt x="3026410" y="1985645"/>
                </a:lnTo>
                <a:close/>
              </a:path>
              <a:path w="5594985" h="1985645">
                <a:moveTo>
                  <a:pt x="2973070" y="1985645"/>
                </a:moveTo>
                <a:lnTo>
                  <a:pt x="2942590" y="1985645"/>
                </a:lnTo>
                <a:lnTo>
                  <a:pt x="2942590" y="1978025"/>
                </a:lnTo>
                <a:lnTo>
                  <a:pt x="2973070" y="1978025"/>
                </a:lnTo>
                <a:lnTo>
                  <a:pt x="2973070" y="1985645"/>
                </a:lnTo>
                <a:close/>
              </a:path>
              <a:path w="5594985" h="1985645">
                <a:moveTo>
                  <a:pt x="2919730" y="1985645"/>
                </a:moveTo>
                <a:lnTo>
                  <a:pt x="2889250" y="1985645"/>
                </a:lnTo>
                <a:lnTo>
                  <a:pt x="2889250" y="1978025"/>
                </a:lnTo>
                <a:lnTo>
                  <a:pt x="2919730" y="1978025"/>
                </a:lnTo>
                <a:lnTo>
                  <a:pt x="2919730" y="1985645"/>
                </a:lnTo>
                <a:close/>
              </a:path>
              <a:path w="5594985" h="1985645">
                <a:moveTo>
                  <a:pt x="2866390" y="1985645"/>
                </a:moveTo>
                <a:lnTo>
                  <a:pt x="2835910" y="1985645"/>
                </a:lnTo>
                <a:lnTo>
                  <a:pt x="2835910" y="1978025"/>
                </a:lnTo>
                <a:lnTo>
                  <a:pt x="2866390" y="1978025"/>
                </a:lnTo>
                <a:lnTo>
                  <a:pt x="2866390" y="1985645"/>
                </a:lnTo>
                <a:close/>
              </a:path>
              <a:path w="5594985" h="1985645">
                <a:moveTo>
                  <a:pt x="2813050" y="1985645"/>
                </a:moveTo>
                <a:lnTo>
                  <a:pt x="2782570" y="1985645"/>
                </a:lnTo>
                <a:lnTo>
                  <a:pt x="2782570" y="1978025"/>
                </a:lnTo>
                <a:lnTo>
                  <a:pt x="2813050" y="1978025"/>
                </a:lnTo>
                <a:lnTo>
                  <a:pt x="2813050" y="1985645"/>
                </a:lnTo>
                <a:close/>
              </a:path>
              <a:path w="5594985" h="1985645">
                <a:moveTo>
                  <a:pt x="2759710" y="1985645"/>
                </a:moveTo>
                <a:lnTo>
                  <a:pt x="2729230" y="1985645"/>
                </a:lnTo>
                <a:lnTo>
                  <a:pt x="2729230" y="1978025"/>
                </a:lnTo>
                <a:lnTo>
                  <a:pt x="2759710" y="1978025"/>
                </a:lnTo>
                <a:lnTo>
                  <a:pt x="2759710" y="1985645"/>
                </a:lnTo>
                <a:close/>
              </a:path>
              <a:path w="5594985" h="1985645">
                <a:moveTo>
                  <a:pt x="2706370" y="1985645"/>
                </a:moveTo>
                <a:lnTo>
                  <a:pt x="2675890" y="1985645"/>
                </a:lnTo>
                <a:lnTo>
                  <a:pt x="2675890" y="1978025"/>
                </a:lnTo>
                <a:lnTo>
                  <a:pt x="2706370" y="1978025"/>
                </a:lnTo>
                <a:lnTo>
                  <a:pt x="2706370" y="1985645"/>
                </a:lnTo>
                <a:close/>
              </a:path>
              <a:path w="5594985" h="1985645">
                <a:moveTo>
                  <a:pt x="2653030" y="1985645"/>
                </a:moveTo>
                <a:lnTo>
                  <a:pt x="2622550" y="1985645"/>
                </a:lnTo>
                <a:lnTo>
                  <a:pt x="2622550" y="1978025"/>
                </a:lnTo>
                <a:lnTo>
                  <a:pt x="2653030" y="1978025"/>
                </a:lnTo>
                <a:lnTo>
                  <a:pt x="2653030" y="1985645"/>
                </a:lnTo>
                <a:close/>
              </a:path>
              <a:path w="5594985" h="1985645">
                <a:moveTo>
                  <a:pt x="2599690" y="1985645"/>
                </a:moveTo>
                <a:lnTo>
                  <a:pt x="2569210" y="1985645"/>
                </a:lnTo>
                <a:lnTo>
                  <a:pt x="2569210" y="1978025"/>
                </a:lnTo>
                <a:lnTo>
                  <a:pt x="2599690" y="1978025"/>
                </a:lnTo>
                <a:lnTo>
                  <a:pt x="2599690" y="1985645"/>
                </a:lnTo>
                <a:close/>
              </a:path>
              <a:path w="5594985" h="1985645">
                <a:moveTo>
                  <a:pt x="2546350" y="1985645"/>
                </a:moveTo>
                <a:lnTo>
                  <a:pt x="2515870" y="1985645"/>
                </a:lnTo>
                <a:lnTo>
                  <a:pt x="2515870" y="1978025"/>
                </a:lnTo>
                <a:lnTo>
                  <a:pt x="2546350" y="1978025"/>
                </a:lnTo>
                <a:lnTo>
                  <a:pt x="2546350" y="1985645"/>
                </a:lnTo>
                <a:close/>
              </a:path>
              <a:path w="5594985" h="1985645">
                <a:moveTo>
                  <a:pt x="2493010" y="1985645"/>
                </a:moveTo>
                <a:lnTo>
                  <a:pt x="2462530" y="1985645"/>
                </a:lnTo>
                <a:lnTo>
                  <a:pt x="2462530" y="1978025"/>
                </a:lnTo>
                <a:lnTo>
                  <a:pt x="2493010" y="1978025"/>
                </a:lnTo>
                <a:lnTo>
                  <a:pt x="2493010" y="1985645"/>
                </a:lnTo>
                <a:close/>
              </a:path>
              <a:path w="5594985" h="1985645">
                <a:moveTo>
                  <a:pt x="2439670" y="1985645"/>
                </a:moveTo>
                <a:lnTo>
                  <a:pt x="2409190" y="1985645"/>
                </a:lnTo>
                <a:lnTo>
                  <a:pt x="2409190" y="1978025"/>
                </a:lnTo>
                <a:lnTo>
                  <a:pt x="2439670" y="1978025"/>
                </a:lnTo>
                <a:lnTo>
                  <a:pt x="2439670" y="1985645"/>
                </a:lnTo>
                <a:close/>
              </a:path>
              <a:path w="5594985" h="1985645">
                <a:moveTo>
                  <a:pt x="2386330" y="1985645"/>
                </a:moveTo>
                <a:lnTo>
                  <a:pt x="2355850" y="1985645"/>
                </a:lnTo>
                <a:lnTo>
                  <a:pt x="2355850" y="1978025"/>
                </a:lnTo>
                <a:lnTo>
                  <a:pt x="2386330" y="1978025"/>
                </a:lnTo>
                <a:lnTo>
                  <a:pt x="2386330" y="1985645"/>
                </a:lnTo>
                <a:close/>
              </a:path>
              <a:path w="5594985" h="1985645">
                <a:moveTo>
                  <a:pt x="2332990" y="1985645"/>
                </a:moveTo>
                <a:lnTo>
                  <a:pt x="2302510" y="1985645"/>
                </a:lnTo>
                <a:lnTo>
                  <a:pt x="2302510" y="1978025"/>
                </a:lnTo>
                <a:lnTo>
                  <a:pt x="2332990" y="1978025"/>
                </a:lnTo>
                <a:lnTo>
                  <a:pt x="2332990" y="1985645"/>
                </a:lnTo>
                <a:close/>
              </a:path>
              <a:path w="5594985" h="1985645">
                <a:moveTo>
                  <a:pt x="2279650" y="1985645"/>
                </a:moveTo>
                <a:lnTo>
                  <a:pt x="2249170" y="1985645"/>
                </a:lnTo>
                <a:lnTo>
                  <a:pt x="2249170" y="1978025"/>
                </a:lnTo>
                <a:lnTo>
                  <a:pt x="2279650" y="1978025"/>
                </a:lnTo>
                <a:lnTo>
                  <a:pt x="2279650" y="1985645"/>
                </a:lnTo>
                <a:close/>
              </a:path>
              <a:path w="5594985" h="1985645">
                <a:moveTo>
                  <a:pt x="2226310" y="1985645"/>
                </a:moveTo>
                <a:lnTo>
                  <a:pt x="2195830" y="1985645"/>
                </a:lnTo>
                <a:lnTo>
                  <a:pt x="2195830" y="1978025"/>
                </a:lnTo>
                <a:lnTo>
                  <a:pt x="2226310" y="1978025"/>
                </a:lnTo>
                <a:lnTo>
                  <a:pt x="2226310" y="1985645"/>
                </a:lnTo>
                <a:close/>
              </a:path>
              <a:path w="5594985" h="1985645">
                <a:moveTo>
                  <a:pt x="2172970" y="1985645"/>
                </a:moveTo>
                <a:lnTo>
                  <a:pt x="2142490" y="1985645"/>
                </a:lnTo>
                <a:lnTo>
                  <a:pt x="2142490" y="1978025"/>
                </a:lnTo>
                <a:lnTo>
                  <a:pt x="2172970" y="1978025"/>
                </a:lnTo>
                <a:lnTo>
                  <a:pt x="2172970" y="1985645"/>
                </a:lnTo>
                <a:close/>
              </a:path>
              <a:path w="5594985" h="1985645">
                <a:moveTo>
                  <a:pt x="2119630" y="1985645"/>
                </a:moveTo>
                <a:lnTo>
                  <a:pt x="2089150" y="1985645"/>
                </a:lnTo>
                <a:lnTo>
                  <a:pt x="2089150" y="1978025"/>
                </a:lnTo>
                <a:lnTo>
                  <a:pt x="2119630" y="1978025"/>
                </a:lnTo>
                <a:lnTo>
                  <a:pt x="2119630" y="1985645"/>
                </a:lnTo>
                <a:close/>
              </a:path>
              <a:path w="5594985" h="1985645">
                <a:moveTo>
                  <a:pt x="2066290" y="1985645"/>
                </a:moveTo>
                <a:lnTo>
                  <a:pt x="2035810" y="1985645"/>
                </a:lnTo>
                <a:lnTo>
                  <a:pt x="2035810" y="1978025"/>
                </a:lnTo>
                <a:lnTo>
                  <a:pt x="2066290" y="1978025"/>
                </a:lnTo>
                <a:lnTo>
                  <a:pt x="2066290" y="1985645"/>
                </a:lnTo>
                <a:close/>
              </a:path>
              <a:path w="5594985" h="1985645">
                <a:moveTo>
                  <a:pt x="2012950" y="1985645"/>
                </a:moveTo>
                <a:lnTo>
                  <a:pt x="1982470" y="1985645"/>
                </a:lnTo>
                <a:lnTo>
                  <a:pt x="1982470" y="1978025"/>
                </a:lnTo>
                <a:lnTo>
                  <a:pt x="2012950" y="1978025"/>
                </a:lnTo>
                <a:lnTo>
                  <a:pt x="2012950" y="1985645"/>
                </a:lnTo>
                <a:close/>
              </a:path>
              <a:path w="5594985" h="1985645">
                <a:moveTo>
                  <a:pt x="1959610" y="1985645"/>
                </a:moveTo>
                <a:lnTo>
                  <a:pt x="1929130" y="1985645"/>
                </a:lnTo>
                <a:lnTo>
                  <a:pt x="1929130" y="1978025"/>
                </a:lnTo>
                <a:lnTo>
                  <a:pt x="1959610" y="1978025"/>
                </a:lnTo>
                <a:lnTo>
                  <a:pt x="1959610" y="1985645"/>
                </a:lnTo>
                <a:close/>
              </a:path>
              <a:path w="5594985" h="1985645">
                <a:moveTo>
                  <a:pt x="1906270" y="1985645"/>
                </a:moveTo>
                <a:lnTo>
                  <a:pt x="1875790" y="1985645"/>
                </a:lnTo>
                <a:lnTo>
                  <a:pt x="1875790" y="1978025"/>
                </a:lnTo>
                <a:lnTo>
                  <a:pt x="1906270" y="1978025"/>
                </a:lnTo>
                <a:lnTo>
                  <a:pt x="1906270" y="1985645"/>
                </a:lnTo>
                <a:close/>
              </a:path>
              <a:path w="5594985" h="1985645">
                <a:moveTo>
                  <a:pt x="1852930" y="1985645"/>
                </a:moveTo>
                <a:lnTo>
                  <a:pt x="1822450" y="1985645"/>
                </a:lnTo>
                <a:lnTo>
                  <a:pt x="1822450" y="1978025"/>
                </a:lnTo>
                <a:lnTo>
                  <a:pt x="1852930" y="1978025"/>
                </a:lnTo>
                <a:lnTo>
                  <a:pt x="1852930" y="1985645"/>
                </a:lnTo>
                <a:close/>
              </a:path>
              <a:path w="5594985" h="1985645">
                <a:moveTo>
                  <a:pt x="1799590" y="1985645"/>
                </a:moveTo>
                <a:lnTo>
                  <a:pt x="1769110" y="1985645"/>
                </a:lnTo>
                <a:lnTo>
                  <a:pt x="1769110" y="1978025"/>
                </a:lnTo>
                <a:lnTo>
                  <a:pt x="1799590" y="1978025"/>
                </a:lnTo>
                <a:lnTo>
                  <a:pt x="1799590" y="1985645"/>
                </a:lnTo>
                <a:close/>
              </a:path>
              <a:path w="5594985" h="1985645">
                <a:moveTo>
                  <a:pt x="1746250" y="1985645"/>
                </a:moveTo>
                <a:lnTo>
                  <a:pt x="1715770" y="1985645"/>
                </a:lnTo>
                <a:lnTo>
                  <a:pt x="1715770" y="1978025"/>
                </a:lnTo>
                <a:lnTo>
                  <a:pt x="1746250" y="1978025"/>
                </a:lnTo>
                <a:lnTo>
                  <a:pt x="1746250" y="1985645"/>
                </a:lnTo>
                <a:close/>
              </a:path>
              <a:path w="5594985" h="1985645">
                <a:moveTo>
                  <a:pt x="1692910" y="1985645"/>
                </a:moveTo>
                <a:lnTo>
                  <a:pt x="1662430" y="1985645"/>
                </a:lnTo>
                <a:lnTo>
                  <a:pt x="1662430" y="1978025"/>
                </a:lnTo>
                <a:lnTo>
                  <a:pt x="1692910" y="1978025"/>
                </a:lnTo>
                <a:lnTo>
                  <a:pt x="1692910" y="1985645"/>
                </a:lnTo>
                <a:close/>
              </a:path>
              <a:path w="5594985" h="1985645">
                <a:moveTo>
                  <a:pt x="1639570" y="1985645"/>
                </a:moveTo>
                <a:lnTo>
                  <a:pt x="1609090" y="1985645"/>
                </a:lnTo>
                <a:lnTo>
                  <a:pt x="1609090" y="1978025"/>
                </a:lnTo>
                <a:lnTo>
                  <a:pt x="1639570" y="1978025"/>
                </a:lnTo>
                <a:lnTo>
                  <a:pt x="1639570" y="1985645"/>
                </a:lnTo>
                <a:close/>
              </a:path>
              <a:path w="5594985" h="1985645">
                <a:moveTo>
                  <a:pt x="1586230" y="1985645"/>
                </a:moveTo>
                <a:lnTo>
                  <a:pt x="1555750" y="1985645"/>
                </a:lnTo>
                <a:lnTo>
                  <a:pt x="1555750" y="1978025"/>
                </a:lnTo>
                <a:lnTo>
                  <a:pt x="1586230" y="1978025"/>
                </a:lnTo>
                <a:lnTo>
                  <a:pt x="1586230" y="1985645"/>
                </a:lnTo>
                <a:close/>
              </a:path>
              <a:path w="5594985" h="1985645">
                <a:moveTo>
                  <a:pt x="1532890" y="1985645"/>
                </a:moveTo>
                <a:lnTo>
                  <a:pt x="1502410" y="1985645"/>
                </a:lnTo>
                <a:lnTo>
                  <a:pt x="1502410" y="1978025"/>
                </a:lnTo>
                <a:lnTo>
                  <a:pt x="1532890" y="1978025"/>
                </a:lnTo>
                <a:lnTo>
                  <a:pt x="1532890" y="1985645"/>
                </a:lnTo>
                <a:close/>
              </a:path>
              <a:path w="5594985" h="1985645">
                <a:moveTo>
                  <a:pt x="1479550" y="1985645"/>
                </a:moveTo>
                <a:lnTo>
                  <a:pt x="1449070" y="1985645"/>
                </a:lnTo>
                <a:lnTo>
                  <a:pt x="1449070" y="1978025"/>
                </a:lnTo>
                <a:lnTo>
                  <a:pt x="1479550" y="1978025"/>
                </a:lnTo>
                <a:lnTo>
                  <a:pt x="1479550" y="1985645"/>
                </a:lnTo>
                <a:close/>
              </a:path>
              <a:path w="5594985" h="1985645">
                <a:moveTo>
                  <a:pt x="1426210" y="1985645"/>
                </a:moveTo>
                <a:lnTo>
                  <a:pt x="1395730" y="1985645"/>
                </a:lnTo>
                <a:lnTo>
                  <a:pt x="1395730" y="1978025"/>
                </a:lnTo>
                <a:lnTo>
                  <a:pt x="1426210" y="1978025"/>
                </a:lnTo>
                <a:lnTo>
                  <a:pt x="1426210" y="1985645"/>
                </a:lnTo>
                <a:close/>
              </a:path>
              <a:path w="5594985" h="1985645">
                <a:moveTo>
                  <a:pt x="1372870" y="1985645"/>
                </a:moveTo>
                <a:lnTo>
                  <a:pt x="1342390" y="1985645"/>
                </a:lnTo>
                <a:lnTo>
                  <a:pt x="1342390" y="1978025"/>
                </a:lnTo>
                <a:lnTo>
                  <a:pt x="1372870" y="1978025"/>
                </a:lnTo>
                <a:lnTo>
                  <a:pt x="1372870" y="1985645"/>
                </a:lnTo>
                <a:close/>
              </a:path>
              <a:path w="5594985" h="1985645">
                <a:moveTo>
                  <a:pt x="1319530" y="1985645"/>
                </a:moveTo>
                <a:lnTo>
                  <a:pt x="1289050" y="1985645"/>
                </a:lnTo>
                <a:lnTo>
                  <a:pt x="1289050" y="1978025"/>
                </a:lnTo>
                <a:lnTo>
                  <a:pt x="1319530" y="1978025"/>
                </a:lnTo>
                <a:lnTo>
                  <a:pt x="1319530" y="1985645"/>
                </a:lnTo>
                <a:close/>
              </a:path>
              <a:path w="5594985" h="1985645">
                <a:moveTo>
                  <a:pt x="1266189" y="1985645"/>
                </a:moveTo>
                <a:lnTo>
                  <a:pt x="1235710" y="1985645"/>
                </a:lnTo>
                <a:lnTo>
                  <a:pt x="1235710" y="1978025"/>
                </a:lnTo>
                <a:lnTo>
                  <a:pt x="1266189" y="1978025"/>
                </a:lnTo>
                <a:lnTo>
                  <a:pt x="1266189" y="1985645"/>
                </a:lnTo>
                <a:close/>
              </a:path>
              <a:path w="5594985" h="1985645">
                <a:moveTo>
                  <a:pt x="1212850" y="1985645"/>
                </a:moveTo>
                <a:lnTo>
                  <a:pt x="1182370" y="1985645"/>
                </a:lnTo>
                <a:lnTo>
                  <a:pt x="1182370" y="1978025"/>
                </a:lnTo>
                <a:lnTo>
                  <a:pt x="1212850" y="1978025"/>
                </a:lnTo>
                <a:lnTo>
                  <a:pt x="1212850" y="1985645"/>
                </a:lnTo>
                <a:close/>
              </a:path>
              <a:path w="5594985" h="1985645">
                <a:moveTo>
                  <a:pt x="1159510" y="1985645"/>
                </a:moveTo>
                <a:lnTo>
                  <a:pt x="1129030" y="1985645"/>
                </a:lnTo>
                <a:lnTo>
                  <a:pt x="1129030" y="1978025"/>
                </a:lnTo>
                <a:lnTo>
                  <a:pt x="1159510" y="1978025"/>
                </a:lnTo>
                <a:lnTo>
                  <a:pt x="1159510" y="1985645"/>
                </a:lnTo>
                <a:close/>
              </a:path>
              <a:path w="5594985" h="1985645">
                <a:moveTo>
                  <a:pt x="1106170" y="1985645"/>
                </a:moveTo>
                <a:lnTo>
                  <a:pt x="1075689" y="1985645"/>
                </a:lnTo>
                <a:lnTo>
                  <a:pt x="1075689" y="1978025"/>
                </a:lnTo>
                <a:lnTo>
                  <a:pt x="1106170" y="1978025"/>
                </a:lnTo>
                <a:lnTo>
                  <a:pt x="1106170" y="1985645"/>
                </a:lnTo>
                <a:close/>
              </a:path>
              <a:path w="5594985" h="1985645">
                <a:moveTo>
                  <a:pt x="1052830" y="1985645"/>
                </a:moveTo>
                <a:lnTo>
                  <a:pt x="1022350" y="1985645"/>
                </a:lnTo>
                <a:lnTo>
                  <a:pt x="1022350" y="1978025"/>
                </a:lnTo>
                <a:lnTo>
                  <a:pt x="1052830" y="1978025"/>
                </a:lnTo>
                <a:lnTo>
                  <a:pt x="1052830" y="1985645"/>
                </a:lnTo>
                <a:close/>
              </a:path>
              <a:path w="5594985" h="1985645">
                <a:moveTo>
                  <a:pt x="999489" y="1985645"/>
                </a:moveTo>
                <a:lnTo>
                  <a:pt x="969010" y="1985645"/>
                </a:lnTo>
                <a:lnTo>
                  <a:pt x="969010" y="1978025"/>
                </a:lnTo>
                <a:lnTo>
                  <a:pt x="999489" y="1978025"/>
                </a:lnTo>
                <a:lnTo>
                  <a:pt x="999489" y="1985645"/>
                </a:lnTo>
                <a:close/>
              </a:path>
              <a:path w="5594985" h="1985645">
                <a:moveTo>
                  <a:pt x="946150" y="1985645"/>
                </a:moveTo>
                <a:lnTo>
                  <a:pt x="915669" y="1985645"/>
                </a:lnTo>
                <a:lnTo>
                  <a:pt x="915669" y="1978025"/>
                </a:lnTo>
                <a:lnTo>
                  <a:pt x="946150" y="1978025"/>
                </a:lnTo>
                <a:lnTo>
                  <a:pt x="946150" y="1985645"/>
                </a:lnTo>
                <a:close/>
              </a:path>
              <a:path w="5594985" h="1985645">
                <a:moveTo>
                  <a:pt x="892810" y="1985645"/>
                </a:moveTo>
                <a:lnTo>
                  <a:pt x="862330" y="1985645"/>
                </a:lnTo>
                <a:lnTo>
                  <a:pt x="862330" y="1978025"/>
                </a:lnTo>
                <a:lnTo>
                  <a:pt x="892810" y="1978025"/>
                </a:lnTo>
                <a:lnTo>
                  <a:pt x="892810" y="1985645"/>
                </a:lnTo>
                <a:close/>
              </a:path>
              <a:path w="5594985" h="1985645">
                <a:moveTo>
                  <a:pt x="839469" y="1985645"/>
                </a:moveTo>
                <a:lnTo>
                  <a:pt x="808990" y="1985645"/>
                </a:lnTo>
                <a:lnTo>
                  <a:pt x="808990" y="1978025"/>
                </a:lnTo>
                <a:lnTo>
                  <a:pt x="839469" y="1978025"/>
                </a:lnTo>
                <a:lnTo>
                  <a:pt x="839469" y="1985645"/>
                </a:lnTo>
                <a:close/>
              </a:path>
              <a:path w="5594985" h="1985645">
                <a:moveTo>
                  <a:pt x="786130" y="1985645"/>
                </a:moveTo>
                <a:lnTo>
                  <a:pt x="755649" y="1985645"/>
                </a:lnTo>
                <a:lnTo>
                  <a:pt x="755649" y="1978025"/>
                </a:lnTo>
                <a:lnTo>
                  <a:pt x="786130" y="1978025"/>
                </a:lnTo>
                <a:lnTo>
                  <a:pt x="786130" y="1985645"/>
                </a:lnTo>
                <a:close/>
              </a:path>
              <a:path w="5594985" h="1985645">
                <a:moveTo>
                  <a:pt x="732790" y="1985645"/>
                </a:moveTo>
                <a:lnTo>
                  <a:pt x="702310" y="1985645"/>
                </a:lnTo>
                <a:lnTo>
                  <a:pt x="702310" y="1978025"/>
                </a:lnTo>
                <a:lnTo>
                  <a:pt x="732790" y="1978025"/>
                </a:lnTo>
                <a:lnTo>
                  <a:pt x="732790" y="1985645"/>
                </a:lnTo>
                <a:close/>
              </a:path>
              <a:path w="5594985" h="1985645">
                <a:moveTo>
                  <a:pt x="679449" y="1985645"/>
                </a:moveTo>
                <a:lnTo>
                  <a:pt x="648970" y="1985645"/>
                </a:lnTo>
                <a:lnTo>
                  <a:pt x="648970" y="1978025"/>
                </a:lnTo>
                <a:lnTo>
                  <a:pt x="679449" y="1978025"/>
                </a:lnTo>
                <a:lnTo>
                  <a:pt x="679449" y="1985645"/>
                </a:lnTo>
                <a:close/>
              </a:path>
              <a:path w="5594985" h="1985645">
                <a:moveTo>
                  <a:pt x="626110" y="1985645"/>
                </a:moveTo>
                <a:lnTo>
                  <a:pt x="595630" y="1985645"/>
                </a:lnTo>
                <a:lnTo>
                  <a:pt x="595630" y="1978025"/>
                </a:lnTo>
                <a:lnTo>
                  <a:pt x="626110" y="1978025"/>
                </a:lnTo>
                <a:lnTo>
                  <a:pt x="626110" y="1985645"/>
                </a:lnTo>
                <a:close/>
              </a:path>
              <a:path w="5594985" h="1985645">
                <a:moveTo>
                  <a:pt x="572770" y="1985645"/>
                </a:moveTo>
                <a:lnTo>
                  <a:pt x="542290" y="1985645"/>
                </a:lnTo>
                <a:lnTo>
                  <a:pt x="542290" y="1978025"/>
                </a:lnTo>
                <a:lnTo>
                  <a:pt x="572770" y="1978025"/>
                </a:lnTo>
                <a:lnTo>
                  <a:pt x="572770" y="1985645"/>
                </a:lnTo>
                <a:close/>
              </a:path>
              <a:path w="5594985" h="1985645">
                <a:moveTo>
                  <a:pt x="519430" y="1985645"/>
                </a:moveTo>
                <a:lnTo>
                  <a:pt x="488950" y="1985645"/>
                </a:lnTo>
                <a:lnTo>
                  <a:pt x="488950" y="1978025"/>
                </a:lnTo>
                <a:lnTo>
                  <a:pt x="519430" y="1978025"/>
                </a:lnTo>
                <a:lnTo>
                  <a:pt x="519430" y="1985645"/>
                </a:lnTo>
                <a:close/>
              </a:path>
              <a:path w="5594985" h="1985645">
                <a:moveTo>
                  <a:pt x="466089" y="1985645"/>
                </a:moveTo>
                <a:lnTo>
                  <a:pt x="435609" y="1985645"/>
                </a:lnTo>
                <a:lnTo>
                  <a:pt x="435609" y="1978025"/>
                </a:lnTo>
                <a:lnTo>
                  <a:pt x="466089" y="1978025"/>
                </a:lnTo>
                <a:lnTo>
                  <a:pt x="466089" y="1985645"/>
                </a:lnTo>
                <a:close/>
              </a:path>
              <a:path w="5594985" h="1985645">
                <a:moveTo>
                  <a:pt x="412750" y="1985645"/>
                </a:moveTo>
                <a:lnTo>
                  <a:pt x="382270" y="1985645"/>
                </a:lnTo>
                <a:lnTo>
                  <a:pt x="382270" y="1978025"/>
                </a:lnTo>
                <a:lnTo>
                  <a:pt x="412750" y="1978025"/>
                </a:lnTo>
                <a:lnTo>
                  <a:pt x="412750" y="1985645"/>
                </a:lnTo>
                <a:close/>
              </a:path>
              <a:path w="5594985" h="1985645">
                <a:moveTo>
                  <a:pt x="359409" y="1985645"/>
                </a:moveTo>
                <a:lnTo>
                  <a:pt x="328930" y="1985645"/>
                </a:lnTo>
                <a:lnTo>
                  <a:pt x="328930" y="1978025"/>
                </a:lnTo>
                <a:lnTo>
                  <a:pt x="359409" y="1978025"/>
                </a:lnTo>
                <a:lnTo>
                  <a:pt x="359409" y="1985645"/>
                </a:lnTo>
                <a:close/>
              </a:path>
              <a:path w="5594985" h="1985645">
                <a:moveTo>
                  <a:pt x="306070" y="1985645"/>
                </a:moveTo>
                <a:lnTo>
                  <a:pt x="275589" y="1985645"/>
                </a:lnTo>
                <a:lnTo>
                  <a:pt x="275589" y="1978025"/>
                </a:lnTo>
                <a:lnTo>
                  <a:pt x="306070" y="1978025"/>
                </a:lnTo>
                <a:lnTo>
                  <a:pt x="306070" y="1985645"/>
                </a:lnTo>
                <a:close/>
              </a:path>
              <a:path w="5594985" h="1985645">
                <a:moveTo>
                  <a:pt x="252729" y="1985645"/>
                </a:moveTo>
                <a:lnTo>
                  <a:pt x="222250" y="1985645"/>
                </a:lnTo>
                <a:lnTo>
                  <a:pt x="222250" y="1978025"/>
                </a:lnTo>
                <a:lnTo>
                  <a:pt x="252729" y="1978025"/>
                </a:lnTo>
                <a:lnTo>
                  <a:pt x="252729" y="1985645"/>
                </a:lnTo>
                <a:close/>
              </a:path>
              <a:path w="5594985" h="1985645">
                <a:moveTo>
                  <a:pt x="199389" y="1985645"/>
                </a:moveTo>
                <a:lnTo>
                  <a:pt x="168909" y="1985645"/>
                </a:lnTo>
                <a:lnTo>
                  <a:pt x="168909" y="1978025"/>
                </a:lnTo>
                <a:lnTo>
                  <a:pt x="199389" y="1978025"/>
                </a:lnTo>
                <a:lnTo>
                  <a:pt x="199389" y="1985645"/>
                </a:lnTo>
                <a:close/>
              </a:path>
              <a:path w="5594985" h="1985645">
                <a:moveTo>
                  <a:pt x="146050" y="1985645"/>
                </a:moveTo>
                <a:lnTo>
                  <a:pt x="115570" y="1985645"/>
                </a:lnTo>
                <a:lnTo>
                  <a:pt x="115570" y="1978025"/>
                </a:lnTo>
                <a:lnTo>
                  <a:pt x="146050" y="1978025"/>
                </a:lnTo>
                <a:lnTo>
                  <a:pt x="146050" y="1985645"/>
                </a:lnTo>
                <a:close/>
              </a:path>
              <a:path w="5594985" h="1985645">
                <a:moveTo>
                  <a:pt x="92709" y="1985645"/>
                </a:moveTo>
                <a:lnTo>
                  <a:pt x="62229" y="1985645"/>
                </a:lnTo>
                <a:lnTo>
                  <a:pt x="62229" y="1978025"/>
                </a:lnTo>
                <a:lnTo>
                  <a:pt x="92709" y="1978025"/>
                </a:lnTo>
                <a:lnTo>
                  <a:pt x="92709" y="1985645"/>
                </a:lnTo>
                <a:close/>
              </a:path>
              <a:path w="5594985" h="1985645">
                <a:moveTo>
                  <a:pt x="39369" y="1985645"/>
                </a:moveTo>
                <a:lnTo>
                  <a:pt x="8889" y="1985645"/>
                </a:lnTo>
                <a:lnTo>
                  <a:pt x="8889" y="1978025"/>
                </a:lnTo>
                <a:lnTo>
                  <a:pt x="39369" y="1978025"/>
                </a:lnTo>
                <a:lnTo>
                  <a:pt x="39369" y="1985645"/>
                </a:lnTo>
                <a:close/>
              </a:path>
            </a:pathLst>
          </a:custGeom>
          <a:solidFill>
            <a:srgbClr val="5F95E6"/>
          </a:solidFill>
        </p:spPr>
        <p:txBody>
          <a:bodyPr wrap="square" lIns="0" tIns="0" rIns="0" bIns="0" rtlCol="0"/>
          <a:lstStyle/>
          <a:p>
            <a:endParaRPr/>
          </a:p>
        </p:txBody>
      </p:sp>
      <p:sp>
        <p:nvSpPr>
          <p:cNvPr id="4" name="object 4"/>
          <p:cNvSpPr txBox="1"/>
          <p:nvPr/>
        </p:nvSpPr>
        <p:spPr>
          <a:xfrm>
            <a:off x="509269" y="1217930"/>
            <a:ext cx="4718050" cy="3258820"/>
          </a:xfrm>
          <a:prstGeom prst="rect">
            <a:avLst/>
          </a:prstGeom>
        </p:spPr>
        <p:txBody>
          <a:bodyPr vert="horz" wrap="square" lIns="0" tIns="13335" rIns="0" bIns="0" rtlCol="0">
            <a:spAutoFit/>
          </a:bodyPr>
          <a:lstStyle/>
          <a:p>
            <a:pPr marL="128905" marR="1780539">
              <a:lnSpc>
                <a:spcPct val="100000"/>
              </a:lnSpc>
              <a:spcBef>
                <a:spcPts val="105"/>
              </a:spcBef>
            </a:pPr>
            <a:r>
              <a:rPr sz="2000" b="1" spc="-5" dirty="0">
                <a:latin typeface="Microsoft JhengHei"/>
                <a:cs typeface="Microsoft JhengHei"/>
              </a:rPr>
              <a:t>聚合思维的提示语链设计基于“</a:t>
            </a:r>
            <a:r>
              <a:rPr sz="2000" b="1" spc="-10" dirty="0">
                <a:latin typeface="Arial"/>
                <a:cs typeface="Arial"/>
              </a:rPr>
              <a:t>FOCUS</a:t>
            </a:r>
            <a:r>
              <a:rPr sz="2000" b="1" spc="-20" dirty="0">
                <a:latin typeface="Microsoft JhengHei"/>
                <a:cs typeface="Microsoft JhengHei"/>
              </a:rPr>
              <a:t>”框架</a:t>
            </a:r>
            <a:endParaRPr sz="2000">
              <a:latin typeface="Microsoft JhengHei"/>
              <a:cs typeface="Microsoft JhengHei"/>
            </a:endParaRPr>
          </a:p>
          <a:p>
            <a:pPr marL="298450" indent="-285750">
              <a:lnSpc>
                <a:spcPct val="100000"/>
              </a:lnSpc>
              <a:spcBef>
                <a:spcPts val="2045"/>
              </a:spcBef>
              <a:buChar char="•"/>
              <a:tabLst>
                <a:tab pos="297815" algn="l"/>
                <a:tab pos="298450" algn="l"/>
              </a:tabLst>
            </a:pPr>
            <a:r>
              <a:rPr sz="1800" spc="-10" dirty="0">
                <a:latin typeface="Arial"/>
                <a:cs typeface="Arial"/>
              </a:rPr>
              <a:t>Filter</a:t>
            </a:r>
            <a:r>
              <a:rPr sz="1800" spc="-10" dirty="0">
                <a:latin typeface="宋体"/>
                <a:cs typeface="宋体"/>
              </a:rPr>
              <a:t>（</a:t>
            </a:r>
            <a:r>
              <a:rPr sz="1800" dirty="0">
                <a:latin typeface="宋体"/>
                <a:cs typeface="宋体"/>
              </a:rPr>
              <a:t>筛选）：</a:t>
            </a:r>
            <a:r>
              <a:rPr sz="1800" spc="-10" dirty="0">
                <a:latin typeface="宋体"/>
                <a:cs typeface="宋体"/>
              </a:rPr>
              <a:t>评估和选择最佳想法</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Optimize</a:t>
            </a:r>
            <a:r>
              <a:rPr sz="1800" spc="-10" dirty="0">
                <a:latin typeface="宋体"/>
                <a:cs typeface="宋体"/>
              </a:rPr>
              <a:t>（</a:t>
            </a:r>
            <a:r>
              <a:rPr sz="1800" dirty="0">
                <a:latin typeface="宋体"/>
                <a:cs typeface="宋体"/>
              </a:rPr>
              <a:t>优化）：</a:t>
            </a:r>
            <a:r>
              <a:rPr sz="1800" spc="-10" dirty="0">
                <a:latin typeface="宋体"/>
                <a:cs typeface="宋体"/>
              </a:rPr>
              <a:t>改进选定的想法</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Combine</a:t>
            </a:r>
            <a:r>
              <a:rPr sz="1800" spc="-10" dirty="0">
                <a:latin typeface="宋体"/>
                <a:cs typeface="宋体"/>
              </a:rPr>
              <a:t>（</a:t>
            </a:r>
            <a:r>
              <a:rPr sz="1800" dirty="0">
                <a:latin typeface="宋体"/>
                <a:cs typeface="宋体"/>
              </a:rPr>
              <a:t>组合）：</a:t>
            </a:r>
            <a:r>
              <a:rPr sz="1800" spc="-10" dirty="0">
                <a:latin typeface="宋体"/>
                <a:cs typeface="宋体"/>
              </a:rPr>
              <a:t>整合多个想法</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Unify</a:t>
            </a:r>
            <a:r>
              <a:rPr sz="1800" spc="-10" dirty="0">
                <a:latin typeface="宋体"/>
                <a:cs typeface="宋体"/>
              </a:rPr>
              <a:t>（</a:t>
            </a:r>
            <a:r>
              <a:rPr sz="1800" dirty="0">
                <a:latin typeface="宋体"/>
                <a:cs typeface="宋体"/>
              </a:rPr>
              <a:t>统一）：</a:t>
            </a:r>
            <a:r>
              <a:rPr sz="1800" spc="-5" dirty="0">
                <a:latin typeface="宋体"/>
                <a:cs typeface="宋体"/>
              </a:rPr>
              <a:t>创建一致的叙述或解决方案</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Synthesize</a:t>
            </a:r>
            <a:r>
              <a:rPr sz="1800" spc="-10" dirty="0">
                <a:latin typeface="宋体"/>
                <a:cs typeface="宋体"/>
              </a:rPr>
              <a:t>（</a:t>
            </a:r>
            <a:r>
              <a:rPr sz="1800" dirty="0">
                <a:latin typeface="宋体"/>
                <a:cs typeface="宋体"/>
              </a:rPr>
              <a:t>综合）：</a:t>
            </a:r>
            <a:r>
              <a:rPr sz="1800" spc="-10" dirty="0">
                <a:latin typeface="宋体"/>
                <a:cs typeface="宋体"/>
              </a:rPr>
              <a:t>形成最终结论</a:t>
            </a:r>
            <a:endParaRPr sz="1800">
              <a:latin typeface="宋体"/>
              <a:cs typeface="宋体"/>
            </a:endParaRPr>
          </a:p>
          <a:p>
            <a:pPr>
              <a:lnSpc>
                <a:spcPct val="100000"/>
              </a:lnSpc>
              <a:spcBef>
                <a:spcPts val="55"/>
              </a:spcBef>
            </a:pPr>
            <a:endParaRPr sz="2350">
              <a:latin typeface="宋体"/>
              <a:cs typeface="宋体"/>
            </a:endParaRPr>
          </a:p>
          <a:p>
            <a:pPr marL="163195">
              <a:lnSpc>
                <a:spcPct val="100000"/>
              </a:lnSpc>
              <a:spcBef>
                <a:spcPts val="5"/>
              </a:spcBef>
            </a:pPr>
            <a:r>
              <a:rPr sz="1800" b="1" spc="-10" dirty="0">
                <a:latin typeface="Microsoft JhengHei"/>
                <a:cs typeface="Microsoft JhengHei"/>
              </a:rPr>
              <a:t>实战技巧：操作方法</a:t>
            </a:r>
            <a:endParaRPr sz="1800">
              <a:latin typeface="Microsoft JhengHei"/>
              <a:cs typeface="Microsoft JhengHei"/>
            </a:endParaRPr>
          </a:p>
        </p:txBody>
      </p:sp>
      <p:sp>
        <p:nvSpPr>
          <p:cNvPr id="5" name="object 5"/>
          <p:cNvSpPr/>
          <p:nvPr/>
        </p:nvSpPr>
        <p:spPr>
          <a:xfrm>
            <a:off x="6223634" y="1955800"/>
            <a:ext cx="5594985" cy="2694940"/>
          </a:xfrm>
          <a:custGeom>
            <a:avLst/>
            <a:gdLst/>
            <a:ahLst/>
            <a:cxnLst/>
            <a:rect l="l" t="t" r="r" b="b"/>
            <a:pathLst>
              <a:path w="5594984" h="2694940">
                <a:moveTo>
                  <a:pt x="3810" y="2691129"/>
                </a:moveTo>
                <a:lnTo>
                  <a:pt x="0" y="2691129"/>
                </a:lnTo>
                <a:lnTo>
                  <a:pt x="0" y="2660650"/>
                </a:lnTo>
                <a:lnTo>
                  <a:pt x="7619" y="2660650"/>
                </a:lnTo>
                <a:lnTo>
                  <a:pt x="7619" y="2687320"/>
                </a:lnTo>
                <a:lnTo>
                  <a:pt x="3810" y="2687320"/>
                </a:lnTo>
                <a:lnTo>
                  <a:pt x="3810" y="2691129"/>
                </a:lnTo>
                <a:close/>
              </a:path>
              <a:path w="5594984" h="2694940">
                <a:moveTo>
                  <a:pt x="17779" y="2694940"/>
                </a:moveTo>
                <a:lnTo>
                  <a:pt x="3810" y="2694940"/>
                </a:lnTo>
                <a:lnTo>
                  <a:pt x="3810" y="2687320"/>
                </a:lnTo>
                <a:lnTo>
                  <a:pt x="7619" y="2687320"/>
                </a:lnTo>
                <a:lnTo>
                  <a:pt x="7619" y="2691129"/>
                </a:lnTo>
                <a:lnTo>
                  <a:pt x="17779" y="2691129"/>
                </a:lnTo>
                <a:lnTo>
                  <a:pt x="17779" y="2694940"/>
                </a:lnTo>
                <a:close/>
              </a:path>
              <a:path w="5594984" h="2694940">
                <a:moveTo>
                  <a:pt x="17779" y="2691129"/>
                </a:moveTo>
                <a:lnTo>
                  <a:pt x="7619" y="2691129"/>
                </a:lnTo>
                <a:lnTo>
                  <a:pt x="7619" y="2687320"/>
                </a:lnTo>
                <a:lnTo>
                  <a:pt x="17779" y="2687320"/>
                </a:lnTo>
                <a:lnTo>
                  <a:pt x="17779" y="2691129"/>
                </a:lnTo>
                <a:close/>
              </a:path>
              <a:path w="5594984" h="2694940">
                <a:moveTo>
                  <a:pt x="7619" y="2637790"/>
                </a:moveTo>
                <a:lnTo>
                  <a:pt x="0" y="2637790"/>
                </a:lnTo>
                <a:lnTo>
                  <a:pt x="0" y="2607310"/>
                </a:lnTo>
                <a:lnTo>
                  <a:pt x="7619" y="2607310"/>
                </a:lnTo>
                <a:lnTo>
                  <a:pt x="7619" y="2637790"/>
                </a:lnTo>
                <a:close/>
              </a:path>
              <a:path w="5594984" h="2694940">
                <a:moveTo>
                  <a:pt x="7619" y="2584450"/>
                </a:moveTo>
                <a:lnTo>
                  <a:pt x="0" y="2584450"/>
                </a:lnTo>
                <a:lnTo>
                  <a:pt x="0" y="2553970"/>
                </a:lnTo>
                <a:lnTo>
                  <a:pt x="7619" y="2553970"/>
                </a:lnTo>
                <a:lnTo>
                  <a:pt x="7619" y="2584450"/>
                </a:lnTo>
                <a:close/>
              </a:path>
              <a:path w="5594984" h="2694940">
                <a:moveTo>
                  <a:pt x="7619" y="2531110"/>
                </a:moveTo>
                <a:lnTo>
                  <a:pt x="0" y="2531110"/>
                </a:lnTo>
                <a:lnTo>
                  <a:pt x="0" y="2500629"/>
                </a:lnTo>
                <a:lnTo>
                  <a:pt x="7619" y="2500629"/>
                </a:lnTo>
                <a:lnTo>
                  <a:pt x="7619" y="2531110"/>
                </a:lnTo>
                <a:close/>
              </a:path>
              <a:path w="5594984" h="2694940">
                <a:moveTo>
                  <a:pt x="7619" y="2477770"/>
                </a:moveTo>
                <a:lnTo>
                  <a:pt x="0" y="2477770"/>
                </a:lnTo>
                <a:lnTo>
                  <a:pt x="0" y="2447290"/>
                </a:lnTo>
                <a:lnTo>
                  <a:pt x="7619" y="2447290"/>
                </a:lnTo>
                <a:lnTo>
                  <a:pt x="7619" y="2477770"/>
                </a:lnTo>
                <a:close/>
              </a:path>
              <a:path w="5594984" h="2694940">
                <a:moveTo>
                  <a:pt x="7619" y="2424429"/>
                </a:moveTo>
                <a:lnTo>
                  <a:pt x="0" y="2424429"/>
                </a:lnTo>
                <a:lnTo>
                  <a:pt x="0" y="2393950"/>
                </a:lnTo>
                <a:lnTo>
                  <a:pt x="7619" y="2393950"/>
                </a:lnTo>
                <a:lnTo>
                  <a:pt x="7619" y="2424429"/>
                </a:lnTo>
                <a:close/>
              </a:path>
              <a:path w="5594984" h="2694940">
                <a:moveTo>
                  <a:pt x="7619" y="2371090"/>
                </a:moveTo>
                <a:lnTo>
                  <a:pt x="0" y="2371090"/>
                </a:lnTo>
                <a:lnTo>
                  <a:pt x="0" y="2340610"/>
                </a:lnTo>
                <a:lnTo>
                  <a:pt x="7619" y="2340610"/>
                </a:lnTo>
                <a:lnTo>
                  <a:pt x="7619" y="2371090"/>
                </a:lnTo>
                <a:close/>
              </a:path>
              <a:path w="5594984" h="2694940">
                <a:moveTo>
                  <a:pt x="7619" y="2317750"/>
                </a:moveTo>
                <a:lnTo>
                  <a:pt x="0" y="2317750"/>
                </a:lnTo>
                <a:lnTo>
                  <a:pt x="0" y="2287270"/>
                </a:lnTo>
                <a:lnTo>
                  <a:pt x="7619" y="2287270"/>
                </a:lnTo>
                <a:lnTo>
                  <a:pt x="7619" y="2317750"/>
                </a:lnTo>
                <a:close/>
              </a:path>
              <a:path w="5594984" h="2694940">
                <a:moveTo>
                  <a:pt x="7619" y="2264410"/>
                </a:moveTo>
                <a:lnTo>
                  <a:pt x="0" y="2264410"/>
                </a:lnTo>
                <a:lnTo>
                  <a:pt x="0" y="2233929"/>
                </a:lnTo>
                <a:lnTo>
                  <a:pt x="7619" y="2233929"/>
                </a:lnTo>
                <a:lnTo>
                  <a:pt x="7619" y="2264410"/>
                </a:lnTo>
                <a:close/>
              </a:path>
              <a:path w="5594984" h="2694940">
                <a:moveTo>
                  <a:pt x="7619" y="2211070"/>
                </a:moveTo>
                <a:lnTo>
                  <a:pt x="0" y="2211070"/>
                </a:lnTo>
                <a:lnTo>
                  <a:pt x="0" y="2180590"/>
                </a:lnTo>
                <a:lnTo>
                  <a:pt x="7619" y="2180590"/>
                </a:lnTo>
                <a:lnTo>
                  <a:pt x="7619" y="2211070"/>
                </a:lnTo>
                <a:close/>
              </a:path>
              <a:path w="5594984" h="2694940">
                <a:moveTo>
                  <a:pt x="7619" y="2157729"/>
                </a:moveTo>
                <a:lnTo>
                  <a:pt x="0" y="2157729"/>
                </a:lnTo>
                <a:lnTo>
                  <a:pt x="0" y="2127250"/>
                </a:lnTo>
                <a:lnTo>
                  <a:pt x="7619" y="2127250"/>
                </a:lnTo>
                <a:lnTo>
                  <a:pt x="7619" y="2157729"/>
                </a:lnTo>
                <a:close/>
              </a:path>
              <a:path w="5594984" h="2694940">
                <a:moveTo>
                  <a:pt x="7619" y="2104390"/>
                </a:moveTo>
                <a:lnTo>
                  <a:pt x="0" y="2104390"/>
                </a:lnTo>
                <a:lnTo>
                  <a:pt x="0" y="2073910"/>
                </a:lnTo>
                <a:lnTo>
                  <a:pt x="7619" y="2073910"/>
                </a:lnTo>
                <a:lnTo>
                  <a:pt x="7619" y="2104390"/>
                </a:lnTo>
                <a:close/>
              </a:path>
              <a:path w="5594984" h="2694940">
                <a:moveTo>
                  <a:pt x="7619" y="2051050"/>
                </a:moveTo>
                <a:lnTo>
                  <a:pt x="0" y="2051050"/>
                </a:lnTo>
                <a:lnTo>
                  <a:pt x="0" y="2020570"/>
                </a:lnTo>
                <a:lnTo>
                  <a:pt x="7619" y="2020570"/>
                </a:lnTo>
                <a:lnTo>
                  <a:pt x="7619" y="2051050"/>
                </a:lnTo>
                <a:close/>
              </a:path>
              <a:path w="5594984" h="2694940">
                <a:moveTo>
                  <a:pt x="7619" y="1997710"/>
                </a:moveTo>
                <a:lnTo>
                  <a:pt x="0" y="1997710"/>
                </a:lnTo>
                <a:lnTo>
                  <a:pt x="0" y="1967229"/>
                </a:lnTo>
                <a:lnTo>
                  <a:pt x="7619" y="1967229"/>
                </a:lnTo>
                <a:lnTo>
                  <a:pt x="7619" y="1997710"/>
                </a:lnTo>
                <a:close/>
              </a:path>
              <a:path w="5594984" h="2694940">
                <a:moveTo>
                  <a:pt x="7619" y="1944370"/>
                </a:moveTo>
                <a:lnTo>
                  <a:pt x="0" y="1944370"/>
                </a:lnTo>
                <a:lnTo>
                  <a:pt x="0" y="1913889"/>
                </a:lnTo>
                <a:lnTo>
                  <a:pt x="7619" y="1913889"/>
                </a:lnTo>
                <a:lnTo>
                  <a:pt x="7619" y="1944370"/>
                </a:lnTo>
                <a:close/>
              </a:path>
              <a:path w="5594984" h="2694940">
                <a:moveTo>
                  <a:pt x="7619" y="1891029"/>
                </a:moveTo>
                <a:lnTo>
                  <a:pt x="0" y="1891029"/>
                </a:lnTo>
                <a:lnTo>
                  <a:pt x="0" y="1860550"/>
                </a:lnTo>
                <a:lnTo>
                  <a:pt x="7619" y="1860550"/>
                </a:lnTo>
                <a:lnTo>
                  <a:pt x="7619" y="1891029"/>
                </a:lnTo>
                <a:close/>
              </a:path>
              <a:path w="5594984" h="2694940">
                <a:moveTo>
                  <a:pt x="7619" y="1837689"/>
                </a:moveTo>
                <a:lnTo>
                  <a:pt x="0" y="1837689"/>
                </a:lnTo>
                <a:lnTo>
                  <a:pt x="0" y="1807210"/>
                </a:lnTo>
                <a:lnTo>
                  <a:pt x="7619" y="1807210"/>
                </a:lnTo>
                <a:lnTo>
                  <a:pt x="7619" y="1837689"/>
                </a:lnTo>
                <a:close/>
              </a:path>
              <a:path w="5594984" h="2694940">
                <a:moveTo>
                  <a:pt x="7619" y="1784350"/>
                </a:moveTo>
                <a:lnTo>
                  <a:pt x="0" y="1784350"/>
                </a:lnTo>
                <a:lnTo>
                  <a:pt x="0" y="1753870"/>
                </a:lnTo>
                <a:lnTo>
                  <a:pt x="7619" y="1753870"/>
                </a:lnTo>
                <a:lnTo>
                  <a:pt x="7619" y="1784350"/>
                </a:lnTo>
                <a:close/>
              </a:path>
              <a:path w="5594984" h="2694940">
                <a:moveTo>
                  <a:pt x="7619" y="1731010"/>
                </a:moveTo>
                <a:lnTo>
                  <a:pt x="0" y="1731010"/>
                </a:lnTo>
                <a:lnTo>
                  <a:pt x="0" y="1700529"/>
                </a:lnTo>
                <a:lnTo>
                  <a:pt x="7619" y="1700529"/>
                </a:lnTo>
                <a:lnTo>
                  <a:pt x="7619" y="1731010"/>
                </a:lnTo>
                <a:close/>
              </a:path>
              <a:path w="5594984" h="2694940">
                <a:moveTo>
                  <a:pt x="7619" y="1677670"/>
                </a:moveTo>
                <a:lnTo>
                  <a:pt x="0" y="1677670"/>
                </a:lnTo>
                <a:lnTo>
                  <a:pt x="0" y="1647189"/>
                </a:lnTo>
                <a:lnTo>
                  <a:pt x="7619" y="1647189"/>
                </a:lnTo>
                <a:lnTo>
                  <a:pt x="7619" y="1677670"/>
                </a:lnTo>
                <a:close/>
              </a:path>
              <a:path w="5594984" h="2694940">
                <a:moveTo>
                  <a:pt x="7619" y="1624329"/>
                </a:moveTo>
                <a:lnTo>
                  <a:pt x="0" y="1624329"/>
                </a:lnTo>
                <a:lnTo>
                  <a:pt x="0" y="1593850"/>
                </a:lnTo>
                <a:lnTo>
                  <a:pt x="7619" y="1593850"/>
                </a:lnTo>
                <a:lnTo>
                  <a:pt x="7619" y="1624329"/>
                </a:lnTo>
                <a:close/>
              </a:path>
              <a:path w="5594984" h="2694940">
                <a:moveTo>
                  <a:pt x="7619" y="1570989"/>
                </a:moveTo>
                <a:lnTo>
                  <a:pt x="0" y="1570989"/>
                </a:lnTo>
                <a:lnTo>
                  <a:pt x="0" y="1540510"/>
                </a:lnTo>
                <a:lnTo>
                  <a:pt x="7619" y="1540510"/>
                </a:lnTo>
                <a:lnTo>
                  <a:pt x="7619" y="1570989"/>
                </a:lnTo>
                <a:close/>
              </a:path>
              <a:path w="5594984" h="2694940">
                <a:moveTo>
                  <a:pt x="7619" y="1517650"/>
                </a:moveTo>
                <a:lnTo>
                  <a:pt x="0" y="1517650"/>
                </a:lnTo>
                <a:lnTo>
                  <a:pt x="0" y="1487170"/>
                </a:lnTo>
                <a:lnTo>
                  <a:pt x="7619" y="1487170"/>
                </a:lnTo>
                <a:lnTo>
                  <a:pt x="7619" y="1517650"/>
                </a:lnTo>
                <a:close/>
              </a:path>
              <a:path w="5594984" h="2694940">
                <a:moveTo>
                  <a:pt x="7619" y="1464310"/>
                </a:moveTo>
                <a:lnTo>
                  <a:pt x="0" y="1464310"/>
                </a:lnTo>
                <a:lnTo>
                  <a:pt x="0" y="1433829"/>
                </a:lnTo>
                <a:lnTo>
                  <a:pt x="7619" y="1433829"/>
                </a:lnTo>
                <a:lnTo>
                  <a:pt x="7619" y="1464310"/>
                </a:lnTo>
                <a:close/>
              </a:path>
              <a:path w="5594984" h="2694940">
                <a:moveTo>
                  <a:pt x="7619" y="1410970"/>
                </a:moveTo>
                <a:lnTo>
                  <a:pt x="0" y="1410970"/>
                </a:lnTo>
                <a:lnTo>
                  <a:pt x="0" y="1380489"/>
                </a:lnTo>
                <a:lnTo>
                  <a:pt x="7619" y="1380489"/>
                </a:lnTo>
                <a:lnTo>
                  <a:pt x="7619" y="1410970"/>
                </a:lnTo>
                <a:close/>
              </a:path>
              <a:path w="5594984" h="2694940">
                <a:moveTo>
                  <a:pt x="7619" y="1357629"/>
                </a:moveTo>
                <a:lnTo>
                  <a:pt x="0" y="1357629"/>
                </a:lnTo>
                <a:lnTo>
                  <a:pt x="0" y="1327150"/>
                </a:lnTo>
                <a:lnTo>
                  <a:pt x="7619" y="1327150"/>
                </a:lnTo>
                <a:lnTo>
                  <a:pt x="7619" y="1357629"/>
                </a:lnTo>
                <a:close/>
              </a:path>
              <a:path w="5594984" h="2694940">
                <a:moveTo>
                  <a:pt x="7619" y="1304289"/>
                </a:moveTo>
                <a:lnTo>
                  <a:pt x="0" y="1304289"/>
                </a:lnTo>
                <a:lnTo>
                  <a:pt x="0" y="1273810"/>
                </a:lnTo>
                <a:lnTo>
                  <a:pt x="7619" y="1273810"/>
                </a:lnTo>
                <a:lnTo>
                  <a:pt x="7619" y="1304289"/>
                </a:lnTo>
                <a:close/>
              </a:path>
              <a:path w="5594984" h="2694940">
                <a:moveTo>
                  <a:pt x="7619" y="1250950"/>
                </a:moveTo>
                <a:lnTo>
                  <a:pt x="0" y="1250950"/>
                </a:lnTo>
                <a:lnTo>
                  <a:pt x="0" y="1220470"/>
                </a:lnTo>
                <a:lnTo>
                  <a:pt x="7619" y="1220470"/>
                </a:lnTo>
                <a:lnTo>
                  <a:pt x="7619" y="1250950"/>
                </a:lnTo>
                <a:close/>
              </a:path>
              <a:path w="5594984" h="2694940">
                <a:moveTo>
                  <a:pt x="7619" y="1197610"/>
                </a:moveTo>
                <a:lnTo>
                  <a:pt x="0" y="1197610"/>
                </a:lnTo>
                <a:lnTo>
                  <a:pt x="0" y="1167130"/>
                </a:lnTo>
                <a:lnTo>
                  <a:pt x="7619" y="1167130"/>
                </a:lnTo>
                <a:lnTo>
                  <a:pt x="7619" y="1197610"/>
                </a:lnTo>
                <a:close/>
              </a:path>
              <a:path w="5594984" h="2694940">
                <a:moveTo>
                  <a:pt x="7619" y="1144270"/>
                </a:moveTo>
                <a:lnTo>
                  <a:pt x="0" y="1144270"/>
                </a:lnTo>
                <a:lnTo>
                  <a:pt x="0" y="1113789"/>
                </a:lnTo>
                <a:lnTo>
                  <a:pt x="7619" y="1113789"/>
                </a:lnTo>
                <a:lnTo>
                  <a:pt x="7619" y="1144270"/>
                </a:lnTo>
                <a:close/>
              </a:path>
              <a:path w="5594984" h="2694940">
                <a:moveTo>
                  <a:pt x="7619" y="1090930"/>
                </a:moveTo>
                <a:lnTo>
                  <a:pt x="0" y="1090930"/>
                </a:lnTo>
                <a:lnTo>
                  <a:pt x="0" y="1060450"/>
                </a:lnTo>
                <a:lnTo>
                  <a:pt x="7619" y="1060450"/>
                </a:lnTo>
                <a:lnTo>
                  <a:pt x="7619" y="1090930"/>
                </a:lnTo>
                <a:close/>
              </a:path>
              <a:path w="5594984" h="2694940">
                <a:moveTo>
                  <a:pt x="7619" y="1037589"/>
                </a:moveTo>
                <a:lnTo>
                  <a:pt x="0" y="1037589"/>
                </a:lnTo>
                <a:lnTo>
                  <a:pt x="0" y="1007110"/>
                </a:lnTo>
                <a:lnTo>
                  <a:pt x="7619" y="1007110"/>
                </a:lnTo>
                <a:lnTo>
                  <a:pt x="7619" y="1037589"/>
                </a:lnTo>
                <a:close/>
              </a:path>
              <a:path w="5594984" h="2694940">
                <a:moveTo>
                  <a:pt x="7619" y="984250"/>
                </a:moveTo>
                <a:lnTo>
                  <a:pt x="0" y="984250"/>
                </a:lnTo>
                <a:lnTo>
                  <a:pt x="0" y="953769"/>
                </a:lnTo>
                <a:lnTo>
                  <a:pt x="7619" y="953769"/>
                </a:lnTo>
                <a:lnTo>
                  <a:pt x="7619" y="984250"/>
                </a:lnTo>
                <a:close/>
              </a:path>
              <a:path w="5594984" h="2694940">
                <a:moveTo>
                  <a:pt x="7619" y="930910"/>
                </a:moveTo>
                <a:lnTo>
                  <a:pt x="0" y="930910"/>
                </a:lnTo>
                <a:lnTo>
                  <a:pt x="0" y="900430"/>
                </a:lnTo>
                <a:lnTo>
                  <a:pt x="7619" y="900430"/>
                </a:lnTo>
                <a:lnTo>
                  <a:pt x="7619" y="930910"/>
                </a:lnTo>
                <a:close/>
              </a:path>
              <a:path w="5594984" h="2694940">
                <a:moveTo>
                  <a:pt x="7619" y="877569"/>
                </a:moveTo>
                <a:lnTo>
                  <a:pt x="0" y="877569"/>
                </a:lnTo>
                <a:lnTo>
                  <a:pt x="0" y="847089"/>
                </a:lnTo>
                <a:lnTo>
                  <a:pt x="7619" y="847089"/>
                </a:lnTo>
                <a:lnTo>
                  <a:pt x="7619" y="877569"/>
                </a:lnTo>
                <a:close/>
              </a:path>
              <a:path w="5594984" h="2694940">
                <a:moveTo>
                  <a:pt x="7619" y="824230"/>
                </a:moveTo>
                <a:lnTo>
                  <a:pt x="0" y="824230"/>
                </a:lnTo>
                <a:lnTo>
                  <a:pt x="0" y="793750"/>
                </a:lnTo>
                <a:lnTo>
                  <a:pt x="7619" y="793750"/>
                </a:lnTo>
                <a:lnTo>
                  <a:pt x="7619" y="824230"/>
                </a:lnTo>
                <a:close/>
              </a:path>
              <a:path w="5594984" h="2694940">
                <a:moveTo>
                  <a:pt x="7619" y="770889"/>
                </a:moveTo>
                <a:lnTo>
                  <a:pt x="0" y="770889"/>
                </a:lnTo>
                <a:lnTo>
                  <a:pt x="0" y="740410"/>
                </a:lnTo>
                <a:lnTo>
                  <a:pt x="7619" y="740410"/>
                </a:lnTo>
                <a:lnTo>
                  <a:pt x="7619" y="770889"/>
                </a:lnTo>
                <a:close/>
              </a:path>
              <a:path w="5594984" h="2694940">
                <a:moveTo>
                  <a:pt x="7619" y="717550"/>
                </a:moveTo>
                <a:lnTo>
                  <a:pt x="0" y="717550"/>
                </a:lnTo>
                <a:lnTo>
                  <a:pt x="0" y="687069"/>
                </a:lnTo>
                <a:lnTo>
                  <a:pt x="7619" y="687069"/>
                </a:lnTo>
                <a:lnTo>
                  <a:pt x="7619" y="717550"/>
                </a:lnTo>
                <a:close/>
              </a:path>
              <a:path w="5594984" h="2694940">
                <a:moveTo>
                  <a:pt x="7619" y="664210"/>
                </a:moveTo>
                <a:lnTo>
                  <a:pt x="0" y="664210"/>
                </a:lnTo>
                <a:lnTo>
                  <a:pt x="0" y="633730"/>
                </a:lnTo>
                <a:lnTo>
                  <a:pt x="7619" y="633730"/>
                </a:lnTo>
                <a:lnTo>
                  <a:pt x="7619" y="664210"/>
                </a:lnTo>
                <a:close/>
              </a:path>
              <a:path w="5594984" h="2694940">
                <a:moveTo>
                  <a:pt x="7619" y="610869"/>
                </a:moveTo>
                <a:lnTo>
                  <a:pt x="0" y="610869"/>
                </a:lnTo>
                <a:lnTo>
                  <a:pt x="0" y="580389"/>
                </a:lnTo>
                <a:lnTo>
                  <a:pt x="7619" y="580389"/>
                </a:lnTo>
                <a:lnTo>
                  <a:pt x="7619" y="610869"/>
                </a:lnTo>
                <a:close/>
              </a:path>
              <a:path w="5594984" h="2694940">
                <a:moveTo>
                  <a:pt x="7619" y="557530"/>
                </a:moveTo>
                <a:lnTo>
                  <a:pt x="0" y="557530"/>
                </a:lnTo>
                <a:lnTo>
                  <a:pt x="0" y="527050"/>
                </a:lnTo>
                <a:lnTo>
                  <a:pt x="7619" y="527050"/>
                </a:lnTo>
                <a:lnTo>
                  <a:pt x="7619" y="557530"/>
                </a:lnTo>
                <a:close/>
              </a:path>
              <a:path w="5594984" h="2694940">
                <a:moveTo>
                  <a:pt x="7619" y="504189"/>
                </a:moveTo>
                <a:lnTo>
                  <a:pt x="0" y="504189"/>
                </a:lnTo>
                <a:lnTo>
                  <a:pt x="0" y="473710"/>
                </a:lnTo>
                <a:lnTo>
                  <a:pt x="7619" y="473710"/>
                </a:lnTo>
                <a:lnTo>
                  <a:pt x="7619" y="504189"/>
                </a:lnTo>
                <a:close/>
              </a:path>
              <a:path w="5594984" h="2694940">
                <a:moveTo>
                  <a:pt x="7619" y="450850"/>
                </a:moveTo>
                <a:lnTo>
                  <a:pt x="0" y="450850"/>
                </a:lnTo>
                <a:lnTo>
                  <a:pt x="0" y="420369"/>
                </a:lnTo>
                <a:lnTo>
                  <a:pt x="7619" y="420369"/>
                </a:lnTo>
                <a:lnTo>
                  <a:pt x="7619" y="450850"/>
                </a:lnTo>
                <a:close/>
              </a:path>
              <a:path w="5594984" h="2694940">
                <a:moveTo>
                  <a:pt x="7619" y="397510"/>
                </a:moveTo>
                <a:lnTo>
                  <a:pt x="0" y="397510"/>
                </a:lnTo>
                <a:lnTo>
                  <a:pt x="0" y="367030"/>
                </a:lnTo>
                <a:lnTo>
                  <a:pt x="7619" y="367030"/>
                </a:lnTo>
                <a:lnTo>
                  <a:pt x="7619" y="397510"/>
                </a:lnTo>
                <a:close/>
              </a:path>
              <a:path w="5594984" h="2694940">
                <a:moveTo>
                  <a:pt x="7619" y="344169"/>
                </a:moveTo>
                <a:lnTo>
                  <a:pt x="0" y="344169"/>
                </a:lnTo>
                <a:lnTo>
                  <a:pt x="0" y="313689"/>
                </a:lnTo>
                <a:lnTo>
                  <a:pt x="7619" y="313689"/>
                </a:lnTo>
                <a:lnTo>
                  <a:pt x="7619" y="344169"/>
                </a:lnTo>
                <a:close/>
              </a:path>
              <a:path w="5594984" h="2694940">
                <a:moveTo>
                  <a:pt x="7619" y="290830"/>
                </a:moveTo>
                <a:lnTo>
                  <a:pt x="0" y="290830"/>
                </a:lnTo>
                <a:lnTo>
                  <a:pt x="0" y="260350"/>
                </a:lnTo>
                <a:lnTo>
                  <a:pt x="7619" y="260350"/>
                </a:lnTo>
                <a:lnTo>
                  <a:pt x="7619" y="290830"/>
                </a:lnTo>
                <a:close/>
              </a:path>
              <a:path w="5594984" h="2694940">
                <a:moveTo>
                  <a:pt x="7619" y="237489"/>
                </a:moveTo>
                <a:lnTo>
                  <a:pt x="0" y="237489"/>
                </a:lnTo>
                <a:lnTo>
                  <a:pt x="0" y="207010"/>
                </a:lnTo>
                <a:lnTo>
                  <a:pt x="7619" y="207010"/>
                </a:lnTo>
                <a:lnTo>
                  <a:pt x="7619" y="237489"/>
                </a:lnTo>
                <a:close/>
              </a:path>
              <a:path w="5594984" h="2694940">
                <a:moveTo>
                  <a:pt x="7619" y="184150"/>
                </a:moveTo>
                <a:lnTo>
                  <a:pt x="0" y="184150"/>
                </a:lnTo>
                <a:lnTo>
                  <a:pt x="0" y="153669"/>
                </a:lnTo>
                <a:lnTo>
                  <a:pt x="7619" y="153669"/>
                </a:lnTo>
                <a:lnTo>
                  <a:pt x="7619" y="184150"/>
                </a:lnTo>
                <a:close/>
              </a:path>
              <a:path w="5594984" h="2694940">
                <a:moveTo>
                  <a:pt x="7619" y="130810"/>
                </a:moveTo>
                <a:lnTo>
                  <a:pt x="0" y="130810"/>
                </a:lnTo>
                <a:lnTo>
                  <a:pt x="0" y="100330"/>
                </a:lnTo>
                <a:lnTo>
                  <a:pt x="7619" y="100330"/>
                </a:lnTo>
                <a:lnTo>
                  <a:pt x="7619" y="130810"/>
                </a:lnTo>
                <a:close/>
              </a:path>
              <a:path w="5594984" h="2694940">
                <a:moveTo>
                  <a:pt x="7619" y="77469"/>
                </a:moveTo>
                <a:lnTo>
                  <a:pt x="0" y="77469"/>
                </a:lnTo>
                <a:lnTo>
                  <a:pt x="0" y="46989"/>
                </a:lnTo>
                <a:lnTo>
                  <a:pt x="7619" y="46989"/>
                </a:lnTo>
                <a:lnTo>
                  <a:pt x="7619" y="77469"/>
                </a:lnTo>
                <a:close/>
              </a:path>
              <a:path w="5594984" h="2694940">
                <a:moveTo>
                  <a:pt x="7619" y="24130"/>
                </a:moveTo>
                <a:lnTo>
                  <a:pt x="0" y="24130"/>
                </a:lnTo>
                <a:lnTo>
                  <a:pt x="0" y="0"/>
                </a:lnTo>
                <a:lnTo>
                  <a:pt x="13969" y="0"/>
                </a:lnTo>
                <a:lnTo>
                  <a:pt x="13969" y="3810"/>
                </a:lnTo>
                <a:lnTo>
                  <a:pt x="7619" y="3810"/>
                </a:lnTo>
                <a:lnTo>
                  <a:pt x="3810" y="7619"/>
                </a:lnTo>
                <a:lnTo>
                  <a:pt x="7619" y="7619"/>
                </a:lnTo>
                <a:lnTo>
                  <a:pt x="7619" y="24130"/>
                </a:lnTo>
                <a:close/>
              </a:path>
              <a:path w="5594984" h="2694940">
                <a:moveTo>
                  <a:pt x="7619" y="7619"/>
                </a:moveTo>
                <a:lnTo>
                  <a:pt x="3810" y="7619"/>
                </a:lnTo>
                <a:lnTo>
                  <a:pt x="7619" y="3810"/>
                </a:lnTo>
                <a:lnTo>
                  <a:pt x="7619" y="7619"/>
                </a:lnTo>
                <a:close/>
              </a:path>
              <a:path w="5594984" h="2694940">
                <a:moveTo>
                  <a:pt x="13969" y="7619"/>
                </a:moveTo>
                <a:lnTo>
                  <a:pt x="7619" y="7619"/>
                </a:lnTo>
                <a:lnTo>
                  <a:pt x="7619" y="3810"/>
                </a:lnTo>
                <a:lnTo>
                  <a:pt x="13969" y="3810"/>
                </a:lnTo>
                <a:lnTo>
                  <a:pt x="13969" y="7619"/>
                </a:lnTo>
                <a:close/>
              </a:path>
              <a:path w="5594984" h="2694940">
                <a:moveTo>
                  <a:pt x="67310" y="7619"/>
                </a:moveTo>
                <a:lnTo>
                  <a:pt x="36829" y="7619"/>
                </a:lnTo>
                <a:lnTo>
                  <a:pt x="36829" y="0"/>
                </a:lnTo>
                <a:lnTo>
                  <a:pt x="67310" y="0"/>
                </a:lnTo>
                <a:lnTo>
                  <a:pt x="67310" y="7619"/>
                </a:lnTo>
                <a:close/>
              </a:path>
              <a:path w="5594984" h="2694940">
                <a:moveTo>
                  <a:pt x="120650" y="7619"/>
                </a:moveTo>
                <a:lnTo>
                  <a:pt x="90169" y="7619"/>
                </a:lnTo>
                <a:lnTo>
                  <a:pt x="90169" y="0"/>
                </a:lnTo>
                <a:lnTo>
                  <a:pt x="120650" y="0"/>
                </a:lnTo>
                <a:lnTo>
                  <a:pt x="120650" y="7619"/>
                </a:lnTo>
                <a:close/>
              </a:path>
              <a:path w="5594984" h="2694940">
                <a:moveTo>
                  <a:pt x="173989" y="7619"/>
                </a:moveTo>
                <a:lnTo>
                  <a:pt x="143510" y="7619"/>
                </a:lnTo>
                <a:lnTo>
                  <a:pt x="143510" y="0"/>
                </a:lnTo>
                <a:lnTo>
                  <a:pt x="173989" y="0"/>
                </a:lnTo>
                <a:lnTo>
                  <a:pt x="173989" y="7619"/>
                </a:lnTo>
                <a:close/>
              </a:path>
              <a:path w="5594984" h="2694940">
                <a:moveTo>
                  <a:pt x="227329" y="7619"/>
                </a:moveTo>
                <a:lnTo>
                  <a:pt x="196850" y="7619"/>
                </a:lnTo>
                <a:lnTo>
                  <a:pt x="196850" y="0"/>
                </a:lnTo>
                <a:lnTo>
                  <a:pt x="227329" y="0"/>
                </a:lnTo>
                <a:lnTo>
                  <a:pt x="227329" y="7619"/>
                </a:lnTo>
                <a:close/>
              </a:path>
              <a:path w="5594984" h="2694940">
                <a:moveTo>
                  <a:pt x="280669" y="7619"/>
                </a:moveTo>
                <a:lnTo>
                  <a:pt x="250189" y="7619"/>
                </a:lnTo>
                <a:lnTo>
                  <a:pt x="250189" y="0"/>
                </a:lnTo>
                <a:lnTo>
                  <a:pt x="280669" y="0"/>
                </a:lnTo>
                <a:lnTo>
                  <a:pt x="280669" y="7619"/>
                </a:lnTo>
                <a:close/>
              </a:path>
              <a:path w="5594984" h="2694940">
                <a:moveTo>
                  <a:pt x="334010" y="7619"/>
                </a:moveTo>
                <a:lnTo>
                  <a:pt x="303530" y="7619"/>
                </a:lnTo>
                <a:lnTo>
                  <a:pt x="303530" y="0"/>
                </a:lnTo>
                <a:lnTo>
                  <a:pt x="334010" y="0"/>
                </a:lnTo>
                <a:lnTo>
                  <a:pt x="334010" y="7619"/>
                </a:lnTo>
                <a:close/>
              </a:path>
              <a:path w="5594984" h="2694940">
                <a:moveTo>
                  <a:pt x="387349" y="7619"/>
                </a:moveTo>
                <a:lnTo>
                  <a:pt x="356869" y="7619"/>
                </a:lnTo>
                <a:lnTo>
                  <a:pt x="356869" y="0"/>
                </a:lnTo>
                <a:lnTo>
                  <a:pt x="387349" y="0"/>
                </a:lnTo>
                <a:lnTo>
                  <a:pt x="387349" y="7619"/>
                </a:lnTo>
                <a:close/>
              </a:path>
              <a:path w="5594984" h="2694940">
                <a:moveTo>
                  <a:pt x="440689" y="7619"/>
                </a:moveTo>
                <a:lnTo>
                  <a:pt x="410210" y="7619"/>
                </a:lnTo>
                <a:lnTo>
                  <a:pt x="410210" y="0"/>
                </a:lnTo>
                <a:lnTo>
                  <a:pt x="440689" y="0"/>
                </a:lnTo>
                <a:lnTo>
                  <a:pt x="440689" y="7619"/>
                </a:lnTo>
                <a:close/>
              </a:path>
              <a:path w="5594984" h="2694940">
                <a:moveTo>
                  <a:pt x="494030" y="7619"/>
                </a:moveTo>
                <a:lnTo>
                  <a:pt x="463549" y="7619"/>
                </a:lnTo>
                <a:lnTo>
                  <a:pt x="463549" y="0"/>
                </a:lnTo>
                <a:lnTo>
                  <a:pt x="494030" y="0"/>
                </a:lnTo>
                <a:lnTo>
                  <a:pt x="494030" y="7619"/>
                </a:lnTo>
                <a:close/>
              </a:path>
              <a:path w="5594984" h="2694940">
                <a:moveTo>
                  <a:pt x="547369" y="7619"/>
                </a:moveTo>
                <a:lnTo>
                  <a:pt x="516889" y="7619"/>
                </a:lnTo>
                <a:lnTo>
                  <a:pt x="516889" y="0"/>
                </a:lnTo>
                <a:lnTo>
                  <a:pt x="547369" y="0"/>
                </a:lnTo>
                <a:lnTo>
                  <a:pt x="547369" y="7619"/>
                </a:lnTo>
                <a:close/>
              </a:path>
              <a:path w="5594984" h="2694940">
                <a:moveTo>
                  <a:pt x="600710" y="7619"/>
                </a:moveTo>
                <a:lnTo>
                  <a:pt x="570230" y="7619"/>
                </a:lnTo>
                <a:lnTo>
                  <a:pt x="570230" y="0"/>
                </a:lnTo>
                <a:lnTo>
                  <a:pt x="600710" y="0"/>
                </a:lnTo>
                <a:lnTo>
                  <a:pt x="600710" y="7619"/>
                </a:lnTo>
                <a:close/>
              </a:path>
              <a:path w="5594984" h="2694940">
                <a:moveTo>
                  <a:pt x="654049" y="7619"/>
                </a:moveTo>
                <a:lnTo>
                  <a:pt x="623569" y="7619"/>
                </a:lnTo>
                <a:lnTo>
                  <a:pt x="623569" y="0"/>
                </a:lnTo>
                <a:lnTo>
                  <a:pt x="654049" y="0"/>
                </a:lnTo>
                <a:lnTo>
                  <a:pt x="654049" y="7619"/>
                </a:lnTo>
                <a:close/>
              </a:path>
              <a:path w="5594984" h="2694940">
                <a:moveTo>
                  <a:pt x="707389" y="7619"/>
                </a:moveTo>
                <a:lnTo>
                  <a:pt x="676910" y="7619"/>
                </a:lnTo>
                <a:lnTo>
                  <a:pt x="676910" y="0"/>
                </a:lnTo>
                <a:lnTo>
                  <a:pt x="707389" y="0"/>
                </a:lnTo>
                <a:lnTo>
                  <a:pt x="707389" y="7619"/>
                </a:lnTo>
                <a:close/>
              </a:path>
              <a:path w="5594984" h="2694940">
                <a:moveTo>
                  <a:pt x="760730" y="7619"/>
                </a:moveTo>
                <a:lnTo>
                  <a:pt x="730249" y="7619"/>
                </a:lnTo>
                <a:lnTo>
                  <a:pt x="730249" y="0"/>
                </a:lnTo>
                <a:lnTo>
                  <a:pt x="760730" y="0"/>
                </a:lnTo>
                <a:lnTo>
                  <a:pt x="760730" y="7619"/>
                </a:lnTo>
                <a:close/>
              </a:path>
              <a:path w="5594984" h="2694940">
                <a:moveTo>
                  <a:pt x="814069" y="7619"/>
                </a:moveTo>
                <a:lnTo>
                  <a:pt x="783589" y="7619"/>
                </a:lnTo>
                <a:lnTo>
                  <a:pt x="783589" y="0"/>
                </a:lnTo>
                <a:lnTo>
                  <a:pt x="814069" y="0"/>
                </a:lnTo>
                <a:lnTo>
                  <a:pt x="814069" y="7619"/>
                </a:lnTo>
                <a:close/>
              </a:path>
              <a:path w="5594984" h="2694940">
                <a:moveTo>
                  <a:pt x="867410" y="7619"/>
                </a:moveTo>
                <a:lnTo>
                  <a:pt x="836930" y="7619"/>
                </a:lnTo>
                <a:lnTo>
                  <a:pt x="836930" y="0"/>
                </a:lnTo>
                <a:lnTo>
                  <a:pt x="867410" y="0"/>
                </a:lnTo>
                <a:lnTo>
                  <a:pt x="867410" y="7619"/>
                </a:lnTo>
                <a:close/>
              </a:path>
              <a:path w="5594984" h="2694940">
                <a:moveTo>
                  <a:pt x="920749" y="7619"/>
                </a:moveTo>
                <a:lnTo>
                  <a:pt x="890269" y="7619"/>
                </a:lnTo>
                <a:lnTo>
                  <a:pt x="890269" y="0"/>
                </a:lnTo>
                <a:lnTo>
                  <a:pt x="920749" y="0"/>
                </a:lnTo>
                <a:lnTo>
                  <a:pt x="920749" y="7619"/>
                </a:lnTo>
                <a:close/>
              </a:path>
              <a:path w="5594984" h="2694940">
                <a:moveTo>
                  <a:pt x="974089" y="7619"/>
                </a:moveTo>
                <a:lnTo>
                  <a:pt x="943610" y="7619"/>
                </a:lnTo>
                <a:lnTo>
                  <a:pt x="943610" y="0"/>
                </a:lnTo>
                <a:lnTo>
                  <a:pt x="974089" y="0"/>
                </a:lnTo>
                <a:lnTo>
                  <a:pt x="974089" y="7619"/>
                </a:lnTo>
                <a:close/>
              </a:path>
              <a:path w="5594984" h="2694940">
                <a:moveTo>
                  <a:pt x="1027430" y="7619"/>
                </a:moveTo>
                <a:lnTo>
                  <a:pt x="996949" y="7619"/>
                </a:lnTo>
                <a:lnTo>
                  <a:pt x="996949" y="0"/>
                </a:lnTo>
                <a:lnTo>
                  <a:pt x="1027430" y="0"/>
                </a:lnTo>
                <a:lnTo>
                  <a:pt x="1027430" y="7619"/>
                </a:lnTo>
                <a:close/>
              </a:path>
              <a:path w="5594984" h="2694940">
                <a:moveTo>
                  <a:pt x="1080769" y="7619"/>
                </a:moveTo>
                <a:lnTo>
                  <a:pt x="1050289" y="7619"/>
                </a:lnTo>
                <a:lnTo>
                  <a:pt x="1050289" y="0"/>
                </a:lnTo>
                <a:lnTo>
                  <a:pt x="1080769" y="0"/>
                </a:lnTo>
                <a:lnTo>
                  <a:pt x="1080769" y="7619"/>
                </a:lnTo>
                <a:close/>
              </a:path>
              <a:path w="5594984" h="2694940">
                <a:moveTo>
                  <a:pt x="1134110" y="7619"/>
                </a:moveTo>
                <a:lnTo>
                  <a:pt x="1103630" y="7619"/>
                </a:lnTo>
                <a:lnTo>
                  <a:pt x="1103630" y="0"/>
                </a:lnTo>
                <a:lnTo>
                  <a:pt x="1134110" y="0"/>
                </a:lnTo>
                <a:lnTo>
                  <a:pt x="1134110" y="7619"/>
                </a:lnTo>
                <a:close/>
              </a:path>
              <a:path w="5594984" h="2694940">
                <a:moveTo>
                  <a:pt x="1187449" y="7619"/>
                </a:moveTo>
                <a:lnTo>
                  <a:pt x="1156969" y="7619"/>
                </a:lnTo>
                <a:lnTo>
                  <a:pt x="1156969" y="0"/>
                </a:lnTo>
                <a:lnTo>
                  <a:pt x="1187449" y="0"/>
                </a:lnTo>
                <a:lnTo>
                  <a:pt x="1187449" y="7619"/>
                </a:lnTo>
                <a:close/>
              </a:path>
              <a:path w="5594984" h="2694940">
                <a:moveTo>
                  <a:pt x="1240789" y="7619"/>
                </a:moveTo>
                <a:lnTo>
                  <a:pt x="1210310" y="7619"/>
                </a:lnTo>
                <a:lnTo>
                  <a:pt x="1210310" y="0"/>
                </a:lnTo>
                <a:lnTo>
                  <a:pt x="1240789" y="0"/>
                </a:lnTo>
                <a:lnTo>
                  <a:pt x="1240789" y="7619"/>
                </a:lnTo>
                <a:close/>
              </a:path>
              <a:path w="5594984" h="2694940">
                <a:moveTo>
                  <a:pt x="1294130" y="7619"/>
                </a:moveTo>
                <a:lnTo>
                  <a:pt x="1263649" y="7619"/>
                </a:lnTo>
                <a:lnTo>
                  <a:pt x="1263649" y="0"/>
                </a:lnTo>
                <a:lnTo>
                  <a:pt x="1294130" y="0"/>
                </a:lnTo>
                <a:lnTo>
                  <a:pt x="1294130" y="7619"/>
                </a:lnTo>
                <a:close/>
              </a:path>
              <a:path w="5594984" h="2694940">
                <a:moveTo>
                  <a:pt x="1347469" y="7619"/>
                </a:moveTo>
                <a:lnTo>
                  <a:pt x="1316989" y="7619"/>
                </a:lnTo>
                <a:lnTo>
                  <a:pt x="1316989" y="0"/>
                </a:lnTo>
                <a:lnTo>
                  <a:pt x="1347469" y="0"/>
                </a:lnTo>
                <a:lnTo>
                  <a:pt x="1347469" y="7619"/>
                </a:lnTo>
                <a:close/>
              </a:path>
              <a:path w="5594984" h="2694940">
                <a:moveTo>
                  <a:pt x="1400810" y="7619"/>
                </a:moveTo>
                <a:lnTo>
                  <a:pt x="1370330" y="7619"/>
                </a:lnTo>
                <a:lnTo>
                  <a:pt x="1370330" y="0"/>
                </a:lnTo>
                <a:lnTo>
                  <a:pt x="1400810" y="0"/>
                </a:lnTo>
                <a:lnTo>
                  <a:pt x="1400810" y="7619"/>
                </a:lnTo>
                <a:close/>
              </a:path>
              <a:path w="5594984" h="2694940">
                <a:moveTo>
                  <a:pt x="1454149" y="7619"/>
                </a:moveTo>
                <a:lnTo>
                  <a:pt x="1423669" y="7619"/>
                </a:lnTo>
                <a:lnTo>
                  <a:pt x="1423669" y="0"/>
                </a:lnTo>
                <a:lnTo>
                  <a:pt x="1454149" y="0"/>
                </a:lnTo>
                <a:lnTo>
                  <a:pt x="1454149" y="7619"/>
                </a:lnTo>
                <a:close/>
              </a:path>
              <a:path w="5594984" h="2694940">
                <a:moveTo>
                  <a:pt x="1507489" y="7619"/>
                </a:moveTo>
                <a:lnTo>
                  <a:pt x="1477010" y="7619"/>
                </a:lnTo>
                <a:lnTo>
                  <a:pt x="1477010" y="0"/>
                </a:lnTo>
                <a:lnTo>
                  <a:pt x="1507489" y="0"/>
                </a:lnTo>
                <a:lnTo>
                  <a:pt x="1507489" y="7619"/>
                </a:lnTo>
                <a:close/>
              </a:path>
              <a:path w="5594984" h="2694940">
                <a:moveTo>
                  <a:pt x="1560830" y="7619"/>
                </a:moveTo>
                <a:lnTo>
                  <a:pt x="1530349" y="7619"/>
                </a:lnTo>
                <a:lnTo>
                  <a:pt x="1530349" y="0"/>
                </a:lnTo>
                <a:lnTo>
                  <a:pt x="1560830" y="0"/>
                </a:lnTo>
                <a:lnTo>
                  <a:pt x="1560830" y="7619"/>
                </a:lnTo>
                <a:close/>
              </a:path>
              <a:path w="5594984" h="2694940">
                <a:moveTo>
                  <a:pt x="1614169" y="7619"/>
                </a:moveTo>
                <a:lnTo>
                  <a:pt x="1583689" y="7619"/>
                </a:lnTo>
                <a:lnTo>
                  <a:pt x="1583689" y="0"/>
                </a:lnTo>
                <a:lnTo>
                  <a:pt x="1614169" y="0"/>
                </a:lnTo>
                <a:lnTo>
                  <a:pt x="1614169" y="7619"/>
                </a:lnTo>
                <a:close/>
              </a:path>
              <a:path w="5594984" h="2694940">
                <a:moveTo>
                  <a:pt x="1667510" y="7619"/>
                </a:moveTo>
                <a:lnTo>
                  <a:pt x="1637030" y="7619"/>
                </a:lnTo>
                <a:lnTo>
                  <a:pt x="1637030" y="0"/>
                </a:lnTo>
                <a:lnTo>
                  <a:pt x="1667510" y="0"/>
                </a:lnTo>
                <a:lnTo>
                  <a:pt x="1667510" y="7619"/>
                </a:lnTo>
                <a:close/>
              </a:path>
              <a:path w="5594984" h="2694940">
                <a:moveTo>
                  <a:pt x="1720849" y="7619"/>
                </a:moveTo>
                <a:lnTo>
                  <a:pt x="1690369" y="7619"/>
                </a:lnTo>
                <a:lnTo>
                  <a:pt x="1690369" y="0"/>
                </a:lnTo>
                <a:lnTo>
                  <a:pt x="1720849" y="0"/>
                </a:lnTo>
                <a:lnTo>
                  <a:pt x="1720849" y="7619"/>
                </a:lnTo>
                <a:close/>
              </a:path>
              <a:path w="5594984" h="2694940">
                <a:moveTo>
                  <a:pt x="1774189" y="7619"/>
                </a:moveTo>
                <a:lnTo>
                  <a:pt x="1743710" y="7619"/>
                </a:lnTo>
                <a:lnTo>
                  <a:pt x="1743710" y="0"/>
                </a:lnTo>
                <a:lnTo>
                  <a:pt x="1774189" y="0"/>
                </a:lnTo>
                <a:lnTo>
                  <a:pt x="1774189" y="7619"/>
                </a:lnTo>
                <a:close/>
              </a:path>
              <a:path w="5594984" h="2694940">
                <a:moveTo>
                  <a:pt x="1827530" y="7619"/>
                </a:moveTo>
                <a:lnTo>
                  <a:pt x="1797049" y="7619"/>
                </a:lnTo>
                <a:lnTo>
                  <a:pt x="1797049" y="0"/>
                </a:lnTo>
                <a:lnTo>
                  <a:pt x="1827530" y="0"/>
                </a:lnTo>
                <a:lnTo>
                  <a:pt x="1827530" y="7619"/>
                </a:lnTo>
                <a:close/>
              </a:path>
              <a:path w="5594984" h="2694940">
                <a:moveTo>
                  <a:pt x="1880869" y="7619"/>
                </a:moveTo>
                <a:lnTo>
                  <a:pt x="1850389" y="7619"/>
                </a:lnTo>
                <a:lnTo>
                  <a:pt x="1850389" y="0"/>
                </a:lnTo>
                <a:lnTo>
                  <a:pt x="1880869" y="0"/>
                </a:lnTo>
                <a:lnTo>
                  <a:pt x="1880869" y="7619"/>
                </a:lnTo>
                <a:close/>
              </a:path>
              <a:path w="5594984" h="2694940">
                <a:moveTo>
                  <a:pt x="1934210" y="7619"/>
                </a:moveTo>
                <a:lnTo>
                  <a:pt x="1903730" y="7619"/>
                </a:lnTo>
                <a:lnTo>
                  <a:pt x="1903730" y="0"/>
                </a:lnTo>
                <a:lnTo>
                  <a:pt x="1934210" y="0"/>
                </a:lnTo>
                <a:lnTo>
                  <a:pt x="1934210" y="7619"/>
                </a:lnTo>
                <a:close/>
              </a:path>
              <a:path w="5594984" h="2694940">
                <a:moveTo>
                  <a:pt x="1987549" y="7619"/>
                </a:moveTo>
                <a:lnTo>
                  <a:pt x="1957069" y="7619"/>
                </a:lnTo>
                <a:lnTo>
                  <a:pt x="1957069" y="0"/>
                </a:lnTo>
                <a:lnTo>
                  <a:pt x="1987549" y="0"/>
                </a:lnTo>
                <a:lnTo>
                  <a:pt x="1987549" y="7619"/>
                </a:lnTo>
                <a:close/>
              </a:path>
              <a:path w="5594984" h="2694940">
                <a:moveTo>
                  <a:pt x="2040889" y="7619"/>
                </a:moveTo>
                <a:lnTo>
                  <a:pt x="2010410" y="7619"/>
                </a:lnTo>
                <a:lnTo>
                  <a:pt x="2010410" y="0"/>
                </a:lnTo>
                <a:lnTo>
                  <a:pt x="2040889" y="0"/>
                </a:lnTo>
                <a:lnTo>
                  <a:pt x="2040889" y="7619"/>
                </a:lnTo>
                <a:close/>
              </a:path>
              <a:path w="5594984" h="2694940">
                <a:moveTo>
                  <a:pt x="2094230" y="7619"/>
                </a:moveTo>
                <a:lnTo>
                  <a:pt x="2063749" y="7619"/>
                </a:lnTo>
                <a:lnTo>
                  <a:pt x="2063749" y="0"/>
                </a:lnTo>
                <a:lnTo>
                  <a:pt x="2094230" y="0"/>
                </a:lnTo>
                <a:lnTo>
                  <a:pt x="2094230" y="7619"/>
                </a:lnTo>
                <a:close/>
              </a:path>
              <a:path w="5594984" h="2694940">
                <a:moveTo>
                  <a:pt x="2147569" y="7619"/>
                </a:moveTo>
                <a:lnTo>
                  <a:pt x="2117090" y="7619"/>
                </a:lnTo>
                <a:lnTo>
                  <a:pt x="2117090" y="0"/>
                </a:lnTo>
                <a:lnTo>
                  <a:pt x="2147569" y="0"/>
                </a:lnTo>
                <a:lnTo>
                  <a:pt x="2147569" y="7619"/>
                </a:lnTo>
                <a:close/>
              </a:path>
              <a:path w="5594984" h="2694940">
                <a:moveTo>
                  <a:pt x="2200910" y="7619"/>
                </a:moveTo>
                <a:lnTo>
                  <a:pt x="2170430" y="7619"/>
                </a:lnTo>
                <a:lnTo>
                  <a:pt x="2170430" y="0"/>
                </a:lnTo>
                <a:lnTo>
                  <a:pt x="2200910" y="0"/>
                </a:lnTo>
                <a:lnTo>
                  <a:pt x="2200910" y="7619"/>
                </a:lnTo>
                <a:close/>
              </a:path>
              <a:path w="5594984" h="2694940">
                <a:moveTo>
                  <a:pt x="2254249" y="7619"/>
                </a:moveTo>
                <a:lnTo>
                  <a:pt x="2223769" y="7619"/>
                </a:lnTo>
                <a:lnTo>
                  <a:pt x="2223769" y="0"/>
                </a:lnTo>
                <a:lnTo>
                  <a:pt x="2254249" y="0"/>
                </a:lnTo>
                <a:lnTo>
                  <a:pt x="2254249" y="7619"/>
                </a:lnTo>
                <a:close/>
              </a:path>
              <a:path w="5594984" h="2694940">
                <a:moveTo>
                  <a:pt x="2307590" y="7619"/>
                </a:moveTo>
                <a:lnTo>
                  <a:pt x="2277110" y="7619"/>
                </a:lnTo>
                <a:lnTo>
                  <a:pt x="2277110" y="0"/>
                </a:lnTo>
                <a:lnTo>
                  <a:pt x="2307590" y="0"/>
                </a:lnTo>
                <a:lnTo>
                  <a:pt x="2307590" y="7619"/>
                </a:lnTo>
                <a:close/>
              </a:path>
              <a:path w="5594984" h="2694940">
                <a:moveTo>
                  <a:pt x="2360930" y="7619"/>
                </a:moveTo>
                <a:lnTo>
                  <a:pt x="2330449" y="7619"/>
                </a:lnTo>
                <a:lnTo>
                  <a:pt x="2330449" y="0"/>
                </a:lnTo>
                <a:lnTo>
                  <a:pt x="2360930" y="0"/>
                </a:lnTo>
                <a:lnTo>
                  <a:pt x="2360930" y="7619"/>
                </a:lnTo>
                <a:close/>
              </a:path>
              <a:path w="5594984" h="2694940">
                <a:moveTo>
                  <a:pt x="2414269" y="7619"/>
                </a:moveTo>
                <a:lnTo>
                  <a:pt x="2383790" y="7619"/>
                </a:lnTo>
                <a:lnTo>
                  <a:pt x="2383790" y="0"/>
                </a:lnTo>
                <a:lnTo>
                  <a:pt x="2414269" y="0"/>
                </a:lnTo>
                <a:lnTo>
                  <a:pt x="2414269" y="7619"/>
                </a:lnTo>
                <a:close/>
              </a:path>
              <a:path w="5594984" h="2694940">
                <a:moveTo>
                  <a:pt x="2467610" y="7619"/>
                </a:moveTo>
                <a:lnTo>
                  <a:pt x="2437130" y="7619"/>
                </a:lnTo>
                <a:lnTo>
                  <a:pt x="2437130" y="0"/>
                </a:lnTo>
                <a:lnTo>
                  <a:pt x="2467610" y="0"/>
                </a:lnTo>
                <a:lnTo>
                  <a:pt x="2467610" y="7619"/>
                </a:lnTo>
                <a:close/>
              </a:path>
              <a:path w="5594984" h="2694940">
                <a:moveTo>
                  <a:pt x="2520949" y="7619"/>
                </a:moveTo>
                <a:lnTo>
                  <a:pt x="2490469" y="7619"/>
                </a:lnTo>
                <a:lnTo>
                  <a:pt x="2490469" y="0"/>
                </a:lnTo>
                <a:lnTo>
                  <a:pt x="2520949" y="0"/>
                </a:lnTo>
                <a:lnTo>
                  <a:pt x="2520949" y="7619"/>
                </a:lnTo>
                <a:close/>
              </a:path>
              <a:path w="5594984" h="2694940">
                <a:moveTo>
                  <a:pt x="2574290" y="7619"/>
                </a:moveTo>
                <a:lnTo>
                  <a:pt x="2543810" y="7619"/>
                </a:lnTo>
                <a:lnTo>
                  <a:pt x="2543810" y="0"/>
                </a:lnTo>
                <a:lnTo>
                  <a:pt x="2574290" y="0"/>
                </a:lnTo>
                <a:lnTo>
                  <a:pt x="2574290" y="7619"/>
                </a:lnTo>
                <a:close/>
              </a:path>
              <a:path w="5594984" h="2694940">
                <a:moveTo>
                  <a:pt x="2627630" y="7619"/>
                </a:moveTo>
                <a:lnTo>
                  <a:pt x="2597149" y="7619"/>
                </a:lnTo>
                <a:lnTo>
                  <a:pt x="2597149" y="0"/>
                </a:lnTo>
                <a:lnTo>
                  <a:pt x="2627630" y="0"/>
                </a:lnTo>
                <a:lnTo>
                  <a:pt x="2627630" y="7619"/>
                </a:lnTo>
                <a:close/>
              </a:path>
              <a:path w="5594984" h="2694940">
                <a:moveTo>
                  <a:pt x="2680969" y="7619"/>
                </a:moveTo>
                <a:lnTo>
                  <a:pt x="2650490" y="7619"/>
                </a:lnTo>
                <a:lnTo>
                  <a:pt x="2650490" y="0"/>
                </a:lnTo>
                <a:lnTo>
                  <a:pt x="2680969" y="0"/>
                </a:lnTo>
                <a:lnTo>
                  <a:pt x="2680969" y="7619"/>
                </a:lnTo>
                <a:close/>
              </a:path>
              <a:path w="5594984" h="2694940">
                <a:moveTo>
                  <a:pt x="2734310" y="7619"/>
                </a:moveTo>
                <a:lnTo>
                  <a:pt x="2703830" y="7619"/>
                </a:lnTo>
                <a:lnTo>
                  <a:pt x="2703830" y="0"/>
                </a:lnTo>
                <a:lnTo>
                  <a:pt x="2734310" y="0"/>
                </a:lnTo>
                <a:lnTo>
                  <a:pt x="2734310" y="7619"/>
                </a:lnTo>
                <a:close/>
              </a:path>
              <a:path w="5594984" h="2694940">
                <a:moveTo>
                  <a:pt x="2787649" y="7619"/>
                </a:moveTo>
                <a:lnTo>
                  <a:pt x="2757169" y="7619"/>
                </a:lnTo>
                <a:lnTo>
                  <a:pt x="2757169" y="0"/>
                </a:lnTo>
                <a:lnTo>
                  <a:pt x="2787649" y="0"/>
                </a:lnTo>
                <a:lnTo>
                  <a:pt x="2787649" y="7619"/>
                </a:lnTo>
                <a:close/>
              </a:path>
              <a:path w="5594984" h="2694940">
                <a:moveTo>
                  <a:pt x="2840990" y="7619"/>
                </a:moveTo>
                <a:lnTo>
                  <a:pt x="2810510" y="7619"/>
                </a:lnTo>
                <a:lnTo>
                  <a:pt x="2810510" y="0"/>
                </a:lnTo>
                <a:lnTo>
                  <a:pt x="2840990" y="0"/>
                </a:lnTo>
                <a:lnTo>
                  <a:pt x="2840990" y="7619"/>
                </a:lnTo>
                <a:close/>
              </a:path>
              <a:path w="5594984" h="2694940">
                <a:moveTo>
                  <a:pt x="2894330" y="7619"/>
                </a:moveTo>
                <a:lnTo>
                  <a:pt x="2863849" y="7619"/>
                </a:lnTo>
                <a:lnTo>
                  <a:pt x="2863849" y="0"/>
                </a:lnTo>
                <a:lnTo>
                  <a:pt x="2894330" y="0"/>
                </a:lnTo>
                <a:lnTo>
                  <a:pt x="2894330" y="7619"/>
                </a:lnTo>
                <a:close/>
              </a:path>
              <a:path w="5594984" h="2694940">
                <a:moveTo>
                  <a:pt x="2947669" y="7619"/>
                </a:moveTo>
                <a:lnTo>
                  <a:pt x="2917190" y="7619"/>
                </a:lnTo>
                <a:lnTo>
                  <a:pt x="2917190" y="0"/>
                </a:lnTo>
                <a:lnTo>
                  <a:pt x="2947669" y="0"/>
                </a:lnTo>
                <a:lnTo>
                  <a:pt x="2947669" y="7619"/>
                </a:lnTo>
                <a:close/>
              </a:path>
              <a:path w="5594984" h="2694940">
                <a:moveTo>
                  <a:pt x="3001010" y="7619"/>
                </a:moveTo>
                <a:lnTo>
                  <a:pt x="2970530" y="7619"/>
                </a:lnTo>
                <a:lnTo>
                  <a:pt x="2970530" y="0"/>
                </a:lnTo>
                <a:lnTo>
                  <a:pt x="3001010" y="0"/>
                </a:lnTo>
                <a:lnTo>
                  <a:pt x="3001010" y="7619"/>
                </a:lnTo>
                <a:close/>
              </a:path>
              <a:path w="5594984" h="2694940">
                <a:moveTo>
                  <a:pt x="3054349" y="7619"/>
                </a:moveTo>
                <a:lnTo>
                  <a:pt x="3023869" y="7619"/>
                </a:lnTo>
                <a:lnTo>
                  <a:pt x="3023869" y="0"/>
                </a:lnTo>
                <a:lnTo>
                  <a:pt x="3054349" y="0"/>
                </a:lnTo>
                <a:lnTo>
                  <a:pt x="3054349" y="7619"/>
                </a:lnTo>
                <a:close/>
              </a:path>
              <a:path w="5594984" h="2694940">
                <a:moveTo>
                  <a:pt x="3107690" y="7619"/>
                </a:moveTo>
                <a:lnTo>
                  <a:pt x="3077210" y="7619"/>
                </a:lnTo>
                <a:lnTo>
                  <a:pt x="3077210" y="0"/>
                </a:lnTo>
                <a:lnTo>
                  <a:pt x="3107690" y="0"/>
                </a:lnTo>
                <a:lnTo>
                  <a:pt x="3107690" y="7619"/>
                </a:lnTo>
                <a:close/>
              </a:path>
              <a:path w="5594984" h="2694940">
                <a:moveTo>
                  <a:pt x="3161030" y="7619"/>
                </a:moveTo>
                <a:lnTo>
                  <a:pt x="3130549" y="7619"/>
                </a:lnTo>
                <a:lnTo>
                  <a:pt x="3130549" y="0"/>
                </a:lnTo>
                <a:lnTo>
                  <a:pt x="3161030" y="0"/>
                </a:lnTo>
                <a:lnTo>
                  <a:pt x="3161030" y="7619"/>
                </a:lnTo>
                <a:close/>
              </a:path>
              <a:path w="5594984" h="2694940">
                <a:moveTo>
                  <a:pt x="3214369" y="7619"/>
                </a:moveTo>
                <a:lnTo>
                  <a:pt x="3183890" y="7619"/>
                </a:lnTo>
                <a:lnTo>
                  <a:pt x="3183890" y="0"/>
                </a:lnTo>
                <a:lnTo>
                  <a:pt x="3214369" y="0"/>
                </a:lnTo>
                <a:lnTo>
                  <a:pt x="3214369" y="7619"/>
                </a:lnTo>
                <a:close/>
              </a:path>
              <a:path w="5594984" h="2694940">
                <a:moveTo>
                  <a:pt x="3267710" y="7619"/>
                </a:moveTo>
                <a:lnTo>
                  <a:pt x="3237230" y="7619"/>
                </a:lnTo>
                <a:lnTo>
                  <a:pt x="3237230" y="0"/>
                </a:lnTo>
                <a:lnTo>
                  <a:pt x="3267710" y="0"/>
                </a:lnTo>
                <a:lnTo>
                  <a:pt x="3267710" y="7619"/>
                </a:lnTo>
                <a:close/>
              </a:path>
              <a:path w="5594984" h="2694940">
                <a:moveTo>
                  <a:pt x="3321049" y="7619"/>
                </a:moveTo>
                <a:lnTo>
                  <a:pt x="3290569" y="7619"/>
                </a:lnTo>
                <a:lnTo>
                  <a:pt x="3290569" y="0"/>
                </a:lnTo>
                <a:lnTo>
                  <a:pt x="3321049" y="0"/>
                </a:lnTo>
                <a:lnTo>
                  <a:pt x="3321049" y="7619"/>
                </a:lnTo>
                <a:close/>
              </a:path>
              <a:path w="5594984" h="2694940">
                <a:moveTo>
                  <a:pt x="3374390" y="7619"/>
                </a:moveTo>
                <a:lnTo>
                  <a:pt x="3343910" y="7619"/>
                </a:lnTo>
                <a:lnTo>
                  <a:pt x="3343910" y="0"/>
                </a:lnTo>
                <a:lnTo>
                  <a:pt x="3374390" y="0"/>
                </a:lnTo>
                <a:lnTo>
                  <a:pt x="3374390" y="7619"/>
                </a:lnTo>
                <a:close/>
              </a:path>
              <a:path w="5594984" h="2694940">
                <a:moveTo>
                  <a:pt x="3427730" y="7619"/>
                </a:moveTo>
                <a:lnTo>
                  <a:pt x="3397249" y="7619"/>
                </a:lnTo>
                <a:lnTo>
                  <a:pt x="3397249" y="0"/>
                </a:lnTo>
                <a:lnTo>
                  <a:pt x="3427730" y="0"/>
                </a:lnTo>
                <a:lnTo>
                  <a:pt x="3427730" y="7619"/>
                </a:lnTo>
                <a:close/>
              </a:path>
              <a:path w="5594984" h="2694940">
                <a:moveTo>
                  <a:pt x="3481069" y="7619"/>
                </a:moveTo>
                <a:lnTo>
                  <a:pt x="3450590" y="7619"/>
                </a:lnTo>
                <a:lnTo>
                  <a:pt x="3450590" y="0"/>
                </a:lnTo>
                <a:lnTo>
                  <a:pt x="3481069" y="0"/>
                </a:lnTo>
                <a:lnTo>
                  <a:pt x="3481069" y="7619"/>
                </a:lnTo>
                <a:close/>
              </a:path>
              <a:path w="5594984" h="2694940">
                <a:moveTo>
                  <a:pt x="3534410" y="7619"/>
                </a:moveTo>
                <a:lnTo>
                  <a:pt x="3503930" y="7619"/>
                </a:lnTo>
                <a:lnTo>
                  <a:pt x="3503930" y="0"/>
                </a:lnTo>
                <a:lnTo>
                  <a:pt x="3534410" y="0"/>
                </a:lnTo>
                <a:lnTo>
                  <a:pt x="3534410" y="7619"/>
                </a:lnTo>
                <a:close/>
              </a:path>
              <a:path w="5594984" h="2694940">
                <a:moveTo>
                  <a:pt x="3587749" y="7619"/>
                </a:moveTo>
                <a:lnTo>
                  <a:pt x="3557269" y="7619"/>
                </a:lnTo>
                <a:lnTo>
                  <a:pt x="3557269" y="0"/>
                </a:lnTo>
                <a:lnTo>
                  <a:pt x="3587749" y="0"/>
                </a:lnTo>
                <a:lnTo>
                  <a:pt x="3587749" y="7619"/>
                </a:lnTo>
                <a:close/>
              </a:path>
              <a:path w="5594984" h="2694940">
                <a:moveTo>
                  <a:pt x="3641090" y="7619"/>
                </a:moveTo>
                <a:lnTo>
                  <a:pt x="3610610" y="7619"/>
                </a:lnTo>
                <a:lnTo>
                  <a:pt x="3610610" y="0"/>
                </a:lnTo>
                <a:lnTo>
                  <a:pt x="3641090" y="0"/>
                </a:lnTo>
                <a:lnTo>
                  <a:pt x="3641090" y="7619"/>
                </a:lnTo>
                <a:close/>
              </a:path>
              <a:path w="5594984" h="2694940">
                <a:moveTo>
                  <a:pt x="3694430" y="7619"/>
                </a:moveTo>
                <a:lnTo>
                  <a:pt x="3663949" y="7619"/>
                </a:lnTo>
                <a:lnTo>
                  <a:pt x="3663949" y="0"/>
                </a:lnTo>
                <a:lnTo>
                  <a:pt x="3694430" y="0"/>
                </a:lnTo>
                <a:lnTo>
                  <a:pt x="3694430" y="7619"/>
                </a:lnTo>
                <a:close/>
              </a:path>
              <a:path w="5594984" h="2694940">
                <a:moveTo>
                  <a:pt x="3747769" y="7619"/>
                </a:moveTo>
                <a:lnTo>
                  <a:pt x="3717290" y="7619"/>
                </a:lnTo>
                <a:lnTo>
                  <a:pt x="3717290" y="0"/>
                </a:lnTo>
                <a:lnTo>
                  <a:pt x="3747769" y="0"/>
                </a:lnTo>
                <a:lnTo>
                  <a:pt x="3747769" y="7619"/>
                </a:lnTo>
                <a:close/>
              </a:path>
              <a:path w="5594984" h="2694940">
                <a:moveTo>
                  <a:pt x="3801110" y="7619"/>
                </a:moveTo>
                <a:lnTo>
                  <a:pt x="3770630" y="7619"/>
                </a:lnTo>
                <a:lnTo>
                  <a:pt x="3770630" y="0"/>
                </a:lnTo>
                <a:lnTo>
                  <a:pt x="3801110" y="0"/>
                </a:lnTo>
                <a:lnTo>
                  <a:pt x="3801110" y="7619"/>
                </a:lnTo>
                <a:close/>
              </a:path>
              <a:path w="5594984" h="2694940">
                <a:moveTo>
                  <a:pt x="3854449" y="7619"/>
                </a:moveTo>
                <a:lnTo>
                  <a:pt x="3823969" y="7619"/>
                </a:lnTo>
                <a:lnTo>
                  <a:pt x="3823969" y="0"/>
                </a:lnTo>
                <a:lnTo>
                  <a:pt x="3854449" y="0"/>
                </a:lnTo>
                <a:lnTo>
                  <a:pt x="3854449" y="7619"/>
                </a:lnTo>
                <a:close/>
              </a:path>
              <a:path w="5594984" h="2694940">
                <a:moveTo>
                  <a:pt x="3907790" y="7619"/>
                </a:moveTo>
                <a:lnTo>
                  <a:pt x="3877310" y="7619"/>
                </a:lnTo>
                <a:lnTo>
                  <a:pt x="3877310" y="0"/>
                </a:lnTo>
                <a:lnTo>
                  <a:pt x="3907790" y="0"/>
                </a:lnTo>
                <a:lnTo>
                  <a:pt x="3907790" y="7619"/>
                </a:lnTo>
                <a:close/>
              </a:path>
              <a:path w="5594984" h="2694940">
                <a:moveTo>
                  <a:pt x="3961130" y="7619"/>
                </a:moveTo>
                <a:lnTo>
                  <a:pt x="3930649" y="7619"/>
                </a:lnTo>
                <a:lnTo>
                  <a:pt x="3930649" y="0"/>
                </a:lnTo>
                <a:lnTo>
                  <a:pt x="3961130" y="0"/>
                </a:lnTo>
                <a:lnTo>
                  <a:pt x="3961130" y="7619"/>
                </a:lnTo>
                <a:close/>
              </a:path>
              <a:path w="5594984" h="2694940">
                <a:moveTo>
                  <a:pt x="4014469" y="7619"/>
                </a:moveTo>
                <a:lnTo>
                  <a:pt x="3983990" y="7619"/>
                </a:lnTo>
                <a:lnTo>
                  <a:pt x="3983990" y="0"/>
                </a:lnTo>
                <a:lnTo>
                  <a:pt x="4014469" y="0"/>
                </a:lnTo>
                <a:lnTo>
                  <a:pt x="4014469" y="7619"/>
                </a:lnTo>
                <a:close/>
              </a:path>
              <a:path w="5594984" h="2694940">
                <a:moveTo>
                  <a:pt x="4067810" y="7619"/>
                </a:moveTo>
                <a:lnTo>
                  <a:pt x="4037330" y="7619"/>
                </a:lnTo>
                <a:lnTo>
                  <a:pt x="4037330" y="0"/>
                </a:lnTo>
                <a:lnTo>
                  <a:pt x="4067810" y="0"/>
                </a:lnTo>
                <a:lnTo>
                  <a:pt x="4067810" y="7619"/>
                </a:lnTo>
                <a:close/>
              </a:path>
              <a:path w="5594984" h="2694940">
                <a:moveTo>
                  <a:pt x="4121149" y="7619"/>
                </a:moveTo>
                <a:lnTo>
                  <a:pt x="4090669" y="7619"/>
                </a:lnTo>
                <a:lnTo>
                  <a:pt x="4090669" y="0"/>
                </a:lnTo>
                <a:lnTo>
                  <a:pt x="4121149" y="0"/>
                </a:lnTo>
                <a:lnTo>
                  <a:pt x="4121149" y="7619"/>
                </a:lnTo>
                <a:close/>
              </a:path>
              <a:path w="5594984" h="2694940">
                <a:moveTo>
                  <a:pt x="4174490" y="7619"/>
                </a:moveTo>
                <a:lnTo>
                  <a:pt x="4144010" y="7619"/>
                </a:lnTo>
                <a:lnTo>
                  <a:pt x="4144010" y="0"/>
                </a:lnTo>
                <a:lnTo>
                  <a:pt x="4174490" y="0"/>
                </a:lnTo>
                <a:lnTo>
                  <a:pt x="4174490" y="7619"/>
                </a:lnTo>
                <a:close/>
              </a:path>
              <a:path w="5594984" h="2694940">
                <a:moveTo>
                  <a:pt x="4227830" y="7619"/>
                </a:moveTo>
                <a:lnTo>
                  <a:pt x="4197349" y="7619"/>
                </a:lnTo>
                <a:lnTo>
                  <a:pt x="4197349" y="0"/>
                </a:lnTo>
                <a:lnTo>
                  <a:pt x="4227830" y="0"/>
                </a:lnTo>
                <a:lnTo>
                  <a:pt x="4227830" y="7619"/>
                </a:lnTo>
                <a:close/>
              </a:path>
              <a:path w="5594984" h="2694940">
                <a:moveTo>
                  <a:pt x="4281170" y="7619"/>
                </a:moveTo>
                <a:lnTo>
                  <a:pt x="4250690" y="7619"/>
                </a:lnTo>
                <a:lnTo>
                  <a:pt x="4250690" y="0"/>
                </a:lnTo>
                <a:lnTo>
                  <a:pt x="4281170" y="0"/>
                </a:lnTo>
                <a:lnTo>
                  <a:pt x="4281170" y="7619"/>
                </a:lnTo>
                <a:close/>
              </a:path>
              <a:path w="5594984" h="2694940">
                <a:moveTo>
                  <a:pt x="4334510" y="7619"/>
                </a:moveTo>
                <a:lnTo>
                  <a:pt x="4304030" y="7619"/>
                </a:lnTo>
                <a:lnTo>
                  <a:pt x="4304030" y="0"/>
                </a:lnTo>
                <a:lnTo>
                  <a:pt x="4334510" y="0"/>
                </a:lnTo>
                <a:lnTo>
                  <a:pt x="4334510" y="7619"/>
                </a:lnTo>
                <a:close/>
              </a:path>
              <a:path w="5594984" h="2694940">
                <a:moveTo>
                  <a:pt x="4387849" y="7619"/>
                </a:moveTo>
                <a:lnTo>
                  <a:pt x="4357370" y="7619"/>
                </a:lnTo>
                <a:lnTo>
                  <a:pt x="4357370" y="0"/>
                </a:lnTo>
                <a:lnTo>
                  <a:pt x="4387849" y="0"/>
                </a:lnTo>
                <a:lnTo>
                  <a:pt x="4387849" y="7619"/>
                </a:lnTo>
                <a:close/>
              </a:path>
              <a:path w="5594984" h="2694940">
                <a:moveTo>
                  <a:pt x="4441190" y="7619"/>
                </a:moveTo>
                <a:lnTo>
                  <a:pt x="4410710" y="7619"/>
                </a:lnTo>
                <a:lnTo>
                  <a:pt x="4410710" y="0"/>
                </a:lnTo>
                <a:lnTo>
                  <a:pt x="4441190" y="0"/>
                </a:lnTo>
                <a:lnTo>
                  <a:pt x="4441190" y="7619"/>
                </a:lnTo>
                <a:close/>
              </a:path>
              <a:path w="5594984" h="2694940">
                <a:moveTo>
                  <a:pt x="4494530" y="7619"/>
                </a:moveTo>
                <a:lnTo>
                  <a:pt x="4464049" y="7619"/>
                </a:lnTo>
                <a:lnTo>
                  <a:pt x="4464049" y="0"/>
                </a:lnTo>
                <a:lnTo>
                  <a:pt x="4494530" y="0"/>
                </a:lnTo>
                <a:lnTo>
                  <a:pt x="4494530" y="7619"/>
                </a:lnTo>
                <a:close/>
              </a:path>
              <a:path w="5594984" h="2694940">
                <a:moveTo>
                  <a:pt x="4547870" y="7619"/>
                </a:moveTo>
                <a:lnTo>
                  <a:pt x="4517390" y="7619"/>
                </a:lnTo>
                <a:lnTo>
                  <a:pt x="4517390" y="0"/>
                </a:lnTo>
                <a:lnTo>
                  <a:pt x="4547870" y="0"/>
                </a:lnTo>
                <a:lnTo>
                  <a:pt x="4547870" y="7619"/>
                </a:lnTo>
                <a:close/>
              </a:path>
              <a:path w="5594984" h="2694940">
                <a:moveTo>
                  <a:pt x="4601210" y="7619"/>
                </a:moveTo>
                <a:lnTo>
                  <a:pt x="4570730" y="7619"/>
                </a:lnTo>
                <a:lnTo>
                  <a:pt x="4570730" y="0"/>
                </a:lnTo>
                <a:lnTo>
                  <a:pt x="4601210" y="0"/>
                </a:lnTo>
                <a:lnTo>
                  <a:pt x="4601210" y="7619"/>
                </a:lnTo>
                <a:close/>
              </a:path>
              <a:path w="5594984" h="2694940">
                <a:moveTo>
                  <a:pt x="4654549" y="7619"/>
                </a:moveTo>
                <a:lnTo>
                  <a:pt x="4624070" y="7619"/>
                </a:lnTo>
                <a:lnTo>
                  <a:pt x="4624070" y="0"/>
                </a:lnTo>
                <a:lnTo>
                  <a:pt x="4654549" y="0"/>
                </a:lnTo>
                <a:lnTo>
                  <a:pt x="4654549" y="7619"/>
                </a:lnTo>
                <a:close/>
              </a:path>
              <a:path w="5594984" h="2694940">
                <a:moveTo>
                  <a:pt x="4707890" y="7619"/>
                </a:moveTo>
                <a:lnTo>
                  <a:pt x="4677410" y="7619"/>
                </a:lnTo>
                <a:lnTo>
                  <a:pt x="4677410" y="0"/>
                </a:lnTo>
                <a:lnTo>
                  <a:pt x="4707890" y="0"/>
                </a:lnTo>
                <a:lnTo>
                  <a:pt x="4707890" y="7619"/>
                </a:lnTo>
                <a:close/>
              </a:path>
              <a:path w="5594984" h="2694940">
                <a:moveTo>
                  <a:pt x="4761230" y="7619"/>
                </a:moveTo>
                <a:lnTo>
                  <a:pt x="4730749" y="7619"/>
                </a:lnTo>
                <a:lnTo>
                  <a:pt x="4730749" y="0"/>
                </a:lnTo>
                <a:lnTo>
                  <a:pt x="4761230" y="0"/>
                </a:lnTo>
                <a:lnTo>
                  <a:pt x="4761230" y="7619"/>
                </a:lnTo>
                <a:close/>
              </a:path>
              <a:path w="5594984" h="2694940">
                <a:moveTo>
                  <a:pt x="4814570" y="7619"/>
                </a:moveTo>
                <a:lnTo>
                  <a:pt x="4784090" y="7619"/>
                </a:lnTo>
                <a:lnTo>
                  <a:pt x="4784090" y="0"/>
                </a:lnTo>
                <a:lnTo>
                  <a:pt x="4814570" y="0"/>
                </a:lnTo>
                <a:lnTo>
                  <a:pt x="4814570" y="7619"/>
                </a:lnTo>
                <a:close/>
              </a:path>
              <a:path w="5594984" h="2694940">
                <a:moveTo>
                  <a:pt x="4867910" y="7619"/>
                </a:moveTo>
                <a:lnTo>
                  <a:pt x="4837430" y="7619"/>
                </a:lnTo>
                <a:lnTo>
                  <a:pt x="4837430" y="0"/>
                </a:lnTo>
                <a:lnTo>
                  <a:pt x="4867910" y="0"/>
                </a:lnTo>
                <a:lnTo>
                  <a:pt x="4867910" y="7619"/>
                </a:lnTo>
                <a:close/>
              </a:path>
              <a:path w="5594984" h="2694940">
                <a:moveTo>
                  <a:pt x="4921249" y="7619"/>
                </a:moveTo>
                <a:lnTo>
                  <a:pt x="4890770" y="7619"/>
                </a:lnTo>
                <a:lnTo>
                  <a:pt x="4890770" y="0"/>
                </a:lnTo>
                <a:lnTo>
                  <a:pt x="4921249" y="0"/>
                </a:lnTo>
                <a:lnTo>
                  <a:pt x="4921249" y="7619"/>
                </a:lnTo>
                <a:close/>
              </a:path>
              <a:path w="5594984" h="2694940">
                <a:moveTo>
                  <a:pt x="4974590" y="7619"/>
                </a:moveTo>
                <a:lnTo>
                  <a:pt x="4944110" y="7619"/>
                </a:lnTo>
                <a:lnTo>
                  <a:pt x="4944110" y="0"/>
                </a:lnTo>
                <a:lnTo>
                  <a:pt x="4974590" y="0"/>
                </a:lnTo>
                <a:lnTo>
                  <a:pt x="4974590" y="7619"/>
                </a:lnTo>
                <a:close/>
              </a:path>
              <a:path w="5594984" h="2694940">
                <a:moveTo>
                  <a:pt x="5027930" y="7619"/>
                </a:moveTo>
                <a:lnTo>
                  <a:pt x="4997449" y="7619"/>
                </a:lnTo>
                <a:lnTo>
                  <a:pt x="4997449" y="0"/>
                </a:lnTo>
                <a:lnTo>
                  <a:pt x="5027930" y="0"/>
                </a:lnTo>
                <a:lnTo>
                  <a:pt x="5027930" y="7619"/>
                </a:lnTo>
                <a:close/>
              </a:path>
              <a:path w="5594984" h="2694940">
                <a:moveTo>
                  <a:pt x="5081270" y="7619"/>
                </a:moveTo>
                <a:lnTo>
                  <a:pt x="5050790" y="7619"/>
                </a:lnTo>
                <a:lnTo>
                  <a:pt x="5050790" y="0"/>
                </a:lnTo>
                <a:lnTo>
                  <a:pt x="5081270" y="0"/>
                </a:lnTo>
                <a:lnTo>
                  <a:pt x="5081270" y="7619"/>
                </a:lnTo>
                <a:close/>
              </a:path>
              <a:path w="5594984" h="2694940">
                <a:moveTo>
                  <a:pt x="5134610" y="7619"/>
                </a:moveTo>
                <a:lnTo>
                  <a:pt x="5104130" y="7619"/>
                </a:lnTo>
                <a:lnTo>
                  <a:pt x="5104130" y="0"/>
                </a:lnTo>
                <a:lnTo>
                  <a:pt x="5134610" y="0"/>
                </a:lnTo>
                <a:lnTo>
                  <a:pt x="5134610" y="7619"/>
                </a:lnTo>
                <a:close/>
              </a:path>
              <a:path w="5594984" h="2694940">
                <a:moveTo>
                  <a:pt x="5187949" y="7619"/>
                </a:moveTo>
                <a:lnTo>
                  <a:pt x="5157470" y="7619"/>
                </a:lnTo>
                <a:lnTo>
                  <a:pt x="5157470" y="0"/>
                </a:lnTo>
                <a:lnTo>
                  <a:pt x="5187949" y="0"/>
                </a:lnTo>
                <a:lnTo>
                  <a:pt x="5187949" y="7619"/>
                </a:lnTo>
                <a:close/>
              </a:path>
              <a:path w="5594984" h="2694940">
                <a:moveTo>
                  <a:pt x="5241290" y="7619"/>
                </a:moveTo>
                <a:lnTo>
                  <a:pt x="5210810" y="7619"/>
                </a:lnTo>
                <a:lnTo>
                  <a:pt x="5210810" y="0"/>
                </a:lnTo>
                <a:lnTo>
                  <a:pt x="5241290" y="0"/>
                </a:lnTo>
                <a:lnTo>
                  <a:pt x="5241290" y="7619"/>
                </a:lnTo>
                <a:close/>
              </a:path>
              <a:path w="5594984" h="2694940">
                <a:moveTo>
                  <a:pt x="5294630" y="7619"/>
                </a:moveTo>
                <a:lnTo>
                  <a:pt x="5264149" y="7619"/>
                </a:lnTo>
                <a:lnTo>
                  <a:pt x="5264149" y="0"/>
                </a:lnTo>
                <a:lnTo>
                  <a:pt x="5294630" y="0"/>
                </a:lnTo>
                <a:lnTo>
                  <a:pt x="5294630" y="7619"/>
                </a:lnTo>
                <a:close/>
              </a:path>
              <a:path w="5594984" h="2694940">
                <a:moveTo>
                  <a:pt x="5347970" y="7619"/>
                </a:moveTo>
                <a:lnTo>
                  <a:pt x="5317490" y="7619"/>
                </a:lnTo>
                <a:lnTo>
                  <a:pt x="5317490" y="0"/>
                </a:lnTo>
                <a:lnTo>
                  <a:pt x="5347970" y="0"/>
                </a:lnTo>
                <a:lnTo>
                  <a:pt x="5347970" y="7619"/>
                </a:lnTo>
                <a:close/>
              </a:path>
              <a:path w="5594984" h="2694940">
                <a:moveTo>
                  <a:pt x="5401310" y="7619"/>
                </a:moveTo>
                <a:lnTo>
                  <a:pt x="5370830" y="7619"/>
                </a:lnTo>
                <a:lnTo>
                  <a:pt x="5370830" y="0"/>
                </a:lnTo>
                <a:lnTo>
                  <a:pt x="5401310" y="0"/>
                </a:lnTo>
                <a:lnTo>
                  <a:pt x="5401310" y="7619"/>
                </a:lnTo>
                <a:close/>
              </a:path>
              <a:path w="5594984" h="2694940">
                <a:moveTo>
                  <a:pt x="5454649" y="7619"/>
                </a:moveTo>
                <a:lnTo>
                  <a:pt x="5424170" y="7619"/>
                </a:lnTo>
                <a:lnTo>
                  <a:pt x="5424170" y="0"/>
                </a:lnTo>
                <a:lnTo>
                  <a:pt x="5454649" y="0"/>
                </a:lnTo>
                <a:lnTo>
                  <a:pt x="5454649" y="7619"/>
                </a:lnTo>
                <a:close/>
              </a:path>
              <a:path w="5594984" h="2694940">
                <a:moveTo>
                  <a:pt x="5507990" y="7619"/>
                </a:moveTo>
                <a:lnTo>
                  <a:pt x="5477510" y="7619"/>
                </a:lnTo>
                <a:lnTo>
                  <a:pt x="5477510" y="0"/>
                </a:lnTo>
                <a:lnTo>
                  <a:pt x="5507990" y="0"/>
                </a:lnTo>
                <a:lnTo>
                  <a:pt x="5507990" y="7619"/>
                </a:lnTo>
                <a:close/>
              </a:path>
              <a:path w="5594984" h="2694940">
                <a:moveTo>
                  <a:pt x="5561330" y="7619"/>
                </a:moveTo>
                <a:lnTo>
                  <a:pt x="5530849" y="7619"/>
                </a:lnTo>
                <a:lnTo>
                  <a:pt x="5530849" y="0"/>
                </a:lnTo>
                <a:lnTo>
                  <a:pt x="5561330" y="0"/>
                </a:lnTo>
                <a:lnTo>
                  <a:pt x="5561330" y="7619"/>
                </a:lnTo>
                <a:close/>
              </a:path>
              <a:path w="5594984" h="2694940">
                <a:moveTo>
                  <a:pt x="5587365" y="7619"/>
                </a:moveTo>
                <a:lnTo>
                  <a:pt x="5584190" y="7619"/>
                </a:lnTo>
                <a:lnTo>
                  <a:pt x="5584190" y="0"/>
                </a:lnTo>
                <a:lnTo>
                  <a:pt x="5594985" y="0"/>
                </a:lnTo>
                <a:lnTo>
                  <a:pt x="5594985" y="3810"/>
                </a:lnTo>
                <a:lnTo>
                  <a:pt x="5587365" y="3810"/>
                </a:lnTo>
                <a:lnTo>
                  <a:pt x="5587365" y="7619"/>
                </a:lnTo>
                <a:close/>
              </a:path>
              <a:path w="5594984" h="2694940">
                <a:moveTo>
                  <a:pt x="5594985" y="27305"/>
                </a:moveTo>
                <a:lnTo>
                  <a:pt x="5587365" y="27305"/>
                </a:lnTo>
                <a:lnTo>
                  <a:pt x="5587365" y="3810"/>
                </a:lnTo>
                <a:lnTo>
                  <a:pt x="5591174" y="7619"/>
                </a:lnTo>
                <a:lnTo>
                  <a:pt x="5594985" y="7619"/>
                </a:lnTo>
                <a:lnTo>
                  <a:pt x="5594985" y="27305"/>
                </a:lnTo>
                <a:close/>
              </a:path>
              <a:path w="5594984" h="2694940">
                <a:moveTo>
                  <a:pt x="5594985" y="7619"/>
                </a:moveTo>
                <a:lnTo>
                  <a:pt x="5591174" y="7619"/>
                </a:lnTo>
                <a:lnTo>
                  <a:pt x="5587365" y="3810"/>
                </a:lnTo>
                <a:lnTo>
                  <a:pt x="5594985" y="3810"/>
                </a:lnTo>
                <a:lnTo>
                  <a:pt x="5594985" y="7619"/>
                </a:lnTo>
                <a:close/>
              </a:path>
              <a:path w="5594984" h="2694940">
                <a:moveTo>
                  <a:pt x="5594985" y="80644"/>
                </a:moveTo>
                <a:lnTo>
                  <a:pt x="5587365" y="80644"/>
                </a:lnTo>
                <a:lnTo>
                  <a:pt x="5587365" y="50164"/>
                </a:lnTo>
                <a:lnTo>
                  <a:pt x="5594985" y="50164"/>
                </a:lnTo>
                <a:lnTo>
                  <a:pt x="5594985" y="80644"/>
                </a:lnTo>
                <a:close/>
              </a:path>
              <a:path w="5594984" h="2694940">
                <a:moveTo>
                  <a:pt x="5594985" y="133985"/>
                </a:moveTo>
                <a:lnTo>
                  <a:pt x="5587365" y="133985"/>
                </a:lnTo>
                <a:lnTo>
                  <a:pt x="5587365" y="103505"/>
                </a:lnTo>
                <a:lnTo>
                  <a:pt x="5594985" y="103505"/>
                </a:lnTo>
                <a:lnTo>
                  <a:pt x="5594985" y="133985"/>
                </a:lnTo>
                <a:close/>
              </a:path>
              <a:path w="5594984" h="2694940">
                <a:moveTo>
                  <a:pt x="5594985" y="187325"/>
                </a:moveTo>
                <a:lnTo>
                  <a:pt x="5587365" y="187325"/>
                </a:lnTo>
                <a:lnTo>
                  <a:pt x="5587365" y="156844"/>
                </a:lnTo>
                <a:lnTo>
                  <a:pt x="5594985" y="156844"/>
                </a:lnTo>
                <a:lnTo>
                  <a:pt x="5594985" y="187325"/>
                </a:lnTo>
                <a:close/>
              </a:path>
              <a:path w="5594984" h="2694940">
                <a:moveTo>
                  <a:pt x="5594985" y="240664"/>
                </a:moveTo>
                <a:lnTo>
                  <a:pt x="5587365" y="240664"/>
                </a:lnTo>
                <a:lnTo>
                  <a:pt x="5587365" y="210185"/>
                </a:lnTo>
                <a:lnTo>
                  <a:pt x="5594985" y="210185"/>
                </a:lnTo>
                <a:lnTo>
                  <a:pt x="5594985" y="240664"/>
                </a:lnTo>
                <a:close/>
              </a:path>
              <a:path w="5594984" h="2694940">
                <a:moveTo>
                  <a:pt x="5594985" y="294005"/>
                </a:moveTo>
                <a:lnTo>
                  <a:pt x="5587365" y="294005"/>
                </a:lnTo>
                <a:lnTo>
                  <a:pt x="5587365" y="263525"/>
                </a:lnTo>
                <a:lnTo>
                  <a:pt x="5594985" y="263525"/>
                </a:lnTo>
                <a:lnTo>
                  <a:pt x="5594985" y="294005"/>
                </a:lnTo>
                <a:close/>
              </a:path>
              <a:path w="5594984" h="2694940">
                <a:moveTo>
                  <a:pt x="5594985" y="347344"/>
                </a:moveTo>
                <a:lnTo>
                  <a:pt x="5587365" y="347344"/>
                </a:lnTo>
                <a:lnTo>
                  <a:pt x="5587365" y="316864"/>
                </a:lnTo>
                <a:lnTo>
                  <a:pt x="5594985" y="316864"/>
                </a:lnTo>
                <a:lnTo>
                  <a:pt x="5594985" y="347344"/>
                </a:lnTo>
                <a:close/>
              </a:path>
              <a:path w="5594984" h="2694940">
                <a:moveTo>
                  <a:pt x="5594985" y="400685"/>
                </a:moveTo>
                <a:lnTo>
                  <a:pt x="5587365" y="400685"/>
                </a:lnTo>
                <a:lnTo>
                  <a:pt x="5587365" y="370205"/>
                </a:lnTo>
                <a:lnTo>
                  <a:pt x="5594985" y="370205"/>
                </a:lnTo>
                <a:lnTo>
                  <a:pt x="5594985" y="400685"/>
                </a:lnTo>
                <a:close/>
              </a:path>
              <a:path w="5594984" h="2694940">
                <a:moveTo>
                  <a:pt x="5594985" y="454025"/>
                </a:moveTo>
                <a:lnTo>
                  <a:pt x="5587365" y="454025"/>
                </a:lnTo>
                <a:lnTo>
                  <a:pt x="5587365" y="423544"/>
                </a:lnTo>
                <a:lnTo>
                  <a:pt x="5594985" y="423544"/>
                </a:lnTo>
                <a:lnTo>
                  <a:pt x="5594985" y="454025"/>
                </a:lnTo>
                <a:close/>
              </a:path>
              <a:path w="5594984" h="2694940">
                <a:moveTo>
                  <a:pt x="5594985" y="507364"/>
                </a:moveTo>
                <a:lnTo>
                  <a:pt x="5587365" y="507364"/>
                </a:lnTo>
                <a:lnTo>
                  <a:pt x="5587365" y="476885"/>
                </a:lnTo>
                <a:lnTo>
                  <a:pt x="5594985" y="476885"/>
                </a:lnTo>
                <a:lnTo>
                  <a:pt x="5594985" y="507364"/>
                </a:lnTo>
                <a:close/>
              </a:path>
              <a:path w="5594984" h="2694940">
                <a:moveTo>
                  <a:pt x="5594985" y="560705"/>
                </a:moveTo>
                <a:lnTo>
                  <a:pt x="5587365" y="560705"/>
                </a:lnTo>
                <a:lnTo>
                  <a:pt x="5587365" y="530225"/>
                </a:lnTo>
                <a:lnTo>
                  <a:pt x="5594985" y="530225"/>
                </a:lnTo>
                <a:lnTo>
                  <a:pt x="5594985" y="560705"/>
                </a:lnTo>
                <a:close/>
              </a:path>
              <a:path w="5594984" h="2694940">
                <a:moveTo>
                  <a:pt x="5594985" y="614044"/>
                </a:moveTo>
                <a:lnTo>
                  <a:pt x="5587365" y="614044"/>
                </a:lnTo>
                <a:lnTo>
                  <a:pt x="5587365" y="583564"/>
                </a:lnTo>
                <a:lnTo>
                  <a:pt x="5594985" y="583564"/>
                </a:lnTo>
                <a:lnTo>
                  <a:pt x="5594985" y="614044"/>
                </a:lnTo>
                <a:close/>
              </a:path>
              <a:path w="5594984" h="2694940">
                <a:moveTo>
                  <a:pt x="5594985" y="667385"/>
                </a:moveTo>
                <a:lnTo>
                  <a:pt x="5587365" y="667385"/>
                </a:lnTo>
                <a:lnTo>
                  <a:pt x="5587365" y="636905"/>
                </a:lnTo>
                <a:lnTo>
                  <a:pt x="5594985" y="636905"/>
                </a:lnTo>
                <a:lnTo>
                  <a:pt x="5594985" y="667385"/>
                </a:lnTo>
                <a:close/>
              </a:path>
              <a:path w="5594984" h="2694940">
                <a:moveTo>
                  <a:pt x="5594985" y="720725"/>
                </a:moveTo>
                <a:lnTo>
                  <a:pt x="5587365" y="720725"/>
                </a:lnTo>
                <a:lnTo>
                  <a:pt x="5587365" y="690244"/>
                </a:lnTo>
                <a:lnTo>
                  <a:pt x="5594985" y="690244"/>
                </a:lnTo>
                <a:lnTo>
                  <a:pt x="5594985" y="720725"/>
                </a:lnTo>
                <a:close/>
              </a:path>
              <a:path w="5594984" h="2694940">
                <a:moveTo>
                  <a:pt x="5594985" y="774064"/>
                </a:moveTo>
                <a:lnTo>
                  <a:pt x="5587365" y="774064"/>
                </a:lnTo>
                <a:lnTo>
                  <a:pt x="5587365" y="743585"/>
                </a:lnTo>
                <a:lnTo>
                  <a:pt x="5594985" y="743585"/>
                </a:lnTo>
                <a:lnTo>
                  <a:pt x="5594985" y="774064"/>
                </a:lnTo>
                <a:close/>
              </a:path>
              <a:path w="5594984" h="2694940">
                <a:moveTo>
                  <a:pt x="5594985" y="827405"/>
                </a:moveTo>
                <a:lnTo>
                  <a:pt x="5587365" y="827405"/>
                </a:lnTo>
                <a:lnTo>
                  <a:pt x="5587365" y="796925"/>
                </a:lnTo>
                <a:lnTo>
                  <a:pt x="5594985" y="796925"/>
                </a:lnTo>
                <a:lnTo>
                  <a:pt x="5594985" y="827405"/>
                </a:lnTo>
                <a:close/>
              </a:path>
              <a:path w="5594984" h="2694940">
                <a:moveTo>
                  <a:pt x="5594985" y="880744"/>
                </a:moveTo>
                <a:lnTo>
                  <a:pt x="5587365" y="880744"/>
                </a:lnTo>
                <a:lnTo>
                  <a:pt x="5587365" y="850264"/>
                </a:lnTo>
                <a:lnTo>
                  <a:pt x="5594985" y="850264"/>
                </a:lnTo>
                <a:lnTo>
                  <a:pt x="5594985" y="880744"/>
                </a:lnTo>
                <a:close/>
              </a:path>
              <a:path w="5594984" h="2694940">
                <a:moveTo>
                  <a:pt x="5594985" y="934085"/>
                </a:moveTo>
                <a:lnTo>
                  <a:pt x="5587365" y="934085"/>
                </a:lnTo>
                <a:lnTo>
                  <a:pt x="5587365" y="903605"/>
                </a:lnTo>
                <a:lnTo>
                  <a:pt x="5594985" y="903605"/>
                </a:lnTo>
                <a:lnTo>
                  <a:pt x="5594985" y="934085"/>
                </a:lnTo>
                <a:close/>
              </a:path>
              <a:path w="5594984" h="2694940">
                <a:moveTo>
                  <a:pt x="5594985" y="987425"/>
                </a:moveTo>
                <a:lnTo>
                  <a:pt x="5587365" y="987425"/>
                </a:lnTo>
                <a:lnTo>
                  <a:pt x="5587365" y="956944"/>
                </a:lnTo>
                <a:lnTo>
                  <a:pt x="5594985" y="956944"/>
                </a:lnTo>
                <a:lnTo>
                  <a:pt x="5594985" y="987425"/>
                </a:lnTo>
                <a:close/>
              </a:path>
              <a:path w="5594984" h="2694940">
                <a:moveTo>
                  <a:pt x="5594985" y="1040764"/>
                </a:moveTo>
                <a:lnTo>
                  <a:pt x="5587365" y="1040764"/>
                </a:lnTo>
                <a:lnTo>
                  <a:pt x="5587365" y="1010285"/>
                </a:lnTo>
                <a:lnTo>
                  <a:pt x="5594985" y="1010285"/>
                </a:lnTo>
                <a:lnTo>
                  <a:pt x="5594985" y="1040764"/>
                </a:lnTo>
                <a:close/>
              </a:path>
              <a:path w="5594984" h="2694940">
                <a:moveTo>
                  <a:pt x="5594985" y="1094105"/>
                </a:moveTo>
                <a:lnTo>
                  <a:pt x="5587365" y="1094105"/>
                </a:lnTo>
                <a:lnTo>
                  <a:pt x="5587365" y="1063625"/>
                </a:lnTo>
                <a:lnTo>
                  <a:pt x="5594985" y="1063625"/>
                </a:lnTo>
                <a:lnTo>
                  <a:pt x="5594985" y="1094105"/>
                </a:lnTo>
                <a:close/>
              </a:path>
              <a:path w="5594984" h="2694940">
                <a:moveTo>
                  <a:pt x="5594985" y="1147445"/>
                </a:moveTo>
                <a:lnTo>
                  <a:pt x="5587365" y="1147445"/>
                </a:lnTo>
                <a:lnTo>
                  <a:pt x="5587365" y="1116964"/>
                </a:lnTo>
                <a:lnTo>
                  <a:pt x="5594985" y="1116964"/>
                </a:lnTo>
                <a:lnTo>
                  <a:pt x="5594985" y="1147445"/>
                </a:lnTo>
                <a:close/>
              </a:path>
              <a:path w="5594984" h="2694940">
                <a:moveTo>
                  <a:pt x="5594985" y="1200785"/>
                </a:moveTo>
                <a:lnTo>
                  <a:pt x="5587365" y="1200785"/>
                </a:lnTo>
                <a:lnTo>
                  <a:pt x="5587365" y="1170305"/>
                </a:lnTo>
                <a:lnTo>
                  <a:pt x="5594985" y="1170305"/>
                </a:lnTo>
                <a:lnTo>
                  <a:pt x="5594985" y="1200785"/>
                </a:lnTo>
                <a:close/>
              </a:path>
              <a:path w="5594984" h="2694940">
                <a:moveTo>
                  <a:pt x="5594985" y="1254125"/>
                </a:moveTo>
                <a:lnTo>
                  <a:pt x="5587365" y="1254125"/>
                </a:lnTo>
                <a:lnTo>
                  <a:pt x="5587365" y="1223645"/>
                </a:lnTo>
                <a:lnTo>
                  <a:pt x="5594985" y="1223645"/>
                </a:lnTo>
                <a:lnTo>
                  <a:pt x="5594985" y="1254125"/>
                </a:lnTo>
                <a:close/>
              </a:path>
              <a:path w="5594984" h="2694940">
                <a:moveTo>
                  <a:pt x="5594985" y="1307464"/>
                </a:moveTo>
                <a:lnTo>
                  <a:pt x="5587365" y="1307464"/>
                </a:lnTo>
                <a:lnTo>
                  <a:pt x="5587365" y="1276985"/>
                </a:lnTo>
                <a:lnTo>
                  <a:pt x="5594985" y="1276985"/>
                </a:lnTo>
                <a:lnTo>
                  <a:pt x="5594985" y="1307464"/>
                </a:lnTo>
                <a:close/>
              </a:path>
              <a:path w="5594984" h="2694940">
                <a:moveTo>
                  <a:pt x="5594985" y="1360804"/>
                </a:moveTo>
                <a:lnTo>
                  <a:pt x="5587365" y="1360804"/>
                </a:lnTo>
                <a:lnTo>
                  <a:pt x="5587365" y="1330325"/>
                </a:lnTo>
                <a:lnTo>
                  <a:pt x="5594985" y="1330325"/>
                </a:lnTo>
                <a:lnTo>
                  <a:pt x="5594985" y="1360804"/>
                </a:lnTo>
                <a:close/>
              </a:path>
              <a:path w="5594984" h="2694940">
                <a:moveTo>
                  <a:pt x="5594985" y="1414145"/>
                </a:moveTo>
                <a:lnTo>
                  <a:pt x="5587365" y="1414145"/>
                </a:lnTo>
                <a:lnTo>
                  <a:pt x="5587365" y="1383664"/>
                </a:lnTo>
                <a:lnTo>
                  <a:pt x="5594985" y="1383664"/>
                </a:lnTo>
                <a:lnTo>
                  <a:pt x="5594985" y="1414145"/>
                </a:lnTo>
                <a:close/>
              </a:path>
              <a:path w="5594984" h="2694940">
                <a:moveTo>
                  <a:pt x="5594985" y="1467485"/>
                </a:moveTo>
                <a:lnTo>
                  <a:pt x="5587365" y="1467485"/>
                </a:lnTo>
                <a:lnTo>
                  <a:pt x="5587365" y="1437004"/>
                </a:lnTo>
                <a:lnTo>
                  <a:pt x="5594985" y="1437004"/>
                </a:lnTo>
                <a:lnTo>
                  <a:pt x="5594985" y="1467485"/>
                </a:lnTo>
                <a:close/>
              </a:path>
              <a:path w="5594984" h="2694940">
                <a:moveTo>
                  <a:pt x="5594985" y="1520825"/>
                </a:moveTo>
                <a:lnTo>
                  <a:pt x="5587365" y="1520825"/>
                </a:lnTo>
                <a:lnTo>
                  <a:pt x="5587365" y="1490345"/>
                </a:lnTo>
                <a:lnTo>
                  <a:pt x="5594985" y="1490345"/>
                </a:lnTo>
                <a:lnTo>
                  <a:pt x="5594985" y="1520825"/>
                </a:lnTo>
                <a:close/>
              </a:path>
              <a:path w="5594984" h="2694940">
                <a:moveTo>
                  <a:pt x="5594985" y="1574164"/>
                </a:moveTo>
                <a:lnTo>
                  <a:pt x="5587365" y="1574164"/>
                </a:lnTo>
                <a:lnTo>
                  <a:pt x="5587365" y="1543685"/>
                </a:lnTo>
                <a:lnTo>
                  <a:pt x="5594985" y="1543685"/>
                </a:lnTo>
                <a:lnTo>
                  <a:pt x="5594985" y="1574164"/>
                </a:lnTo>
                <a:close/>
              </a:path>
              <a:path w="5594984" h="2694940">
                <a:moveTo>
                  <a:pt x="5594985" y="1627504"/>
                </a:moveTo>
                <a:lnTo>
                  <a:pt x="5587365" y="1627504"/>
                </a:lnTo>
                <a:lnTo>
                  <a:pt x="5587365" y="1597025"/>
                </a:lnTo>
                <a:lnTo>
                  <a:pt x="5594985" y="1597025"/>
                </a:lnTo>
                <a:lnTo>
                  <a:pt x="5594985" y="1627504"/>
                </a:lnTo>
                <a:close/>
              </a:path>
              <a:path w="5594984" h="2694940">
                <a:moveTo>
                  <a:pt x="5594985" y="1680845"/>
                </a:moveTo>
                <a:lnTo>
                  <a:pt x="5587365" y="1680845"/>
                </a:lnTo>
                <a:lnTo>
                  <a:pt x="5587365" y="1650364"/>
                </a:lnTo>
                <a:lnTo>
                  <a:pt x="5594985" y="1650364"/>
                </a:lnTo>
                <a:lnTo>
                  <a:pt x="5594985" y="1680845"/>
                </a:lnTo>
                <a:close/>
              </a:path>
              <a:path w="5594984" h="2694940">
                <a:moveTo>
                  <a:pt x="5594985" y="1734185"/>
                </a:moveTo>
                <a:lnTo>
                  <a:pt x="5587365" y="1734185"/>
                </a:lnTo>
                <a:lnTo>
                  <a:pt x="5587365" y="1703704"/>
                </a:lnTo>
                <a:lnTo>
                  <a:pt x="5594985" y="1703704"/>
                </a:lnTo>
                <a:lnTo>
                  <a:pt x="5594985" y="1734185"/>
                </a:lnTo>
                <a:close/>
              </a:path>
              <a:path w="5594984" h="2694940">
                <a:moveTo>
                  <a:pt x="5594985" y="1787525"/>
                </a:moveTo>
                <a:lnTo>
                  <a:pt x="5587365" y="1787525"/>
                </a:lnTo>
                <a:lnTo>
                  <a:pt x="5587365" y="1757045"/>
                </a:lnTo>
                <a:lnTo>
                  <a:pt x="5594985" y="1757045"/>
                </a:lnTo>
                <a:lnTo>
                  <a:pt x="5594985" y="1787525"/>
                </a:lnTo>
                <a:close/>
              </a:path>
              <a:path w="5594984" h="2694940">
                <a:moveTo>
                  <a:pt x="5594985" y="1840864"/>
                </a:moveTo>
                <a:lnTo>
                  <a:pt x="5587365" y="1840864"/>
                </a:lnTo>
                <a:lnTo>
                  <a:pt x="5587365" y="1810385"/>
                </a:lnTo>
                <a:lnTo>
                  <a:pt x="5594985" y="1810385"/>
                </a:lnTo>
                <a:lnTo>
                  <a:pt x="5594985" y="1840864"/>
                </a:lnTo>
                <a:close/>
              </a:path>
              <a:path w="5594984" h="2694940">
                <a:moveTo>
                  <a:pt x="5594985" y="1894204"/>
                </a:moveTo>
                <a:lnTo>
                  <a:pt x="5587365" y="1894204"/>
                </a:lnTo>
                <a:lnTo>
                  <a:pt x="5587365" y="1863725"/>
                </a:lnTo>
                <a:lnTo>
                  <a:pt x="5594985" y="1863725"/>
                </a:lnTo>
                <a:lnTo>
                  <a:pt x="5594985" y="1894204"/>
                </a:lnTo>
                <a:close/>
              </a:path>
              <a:path w="5594984" h="2694940">
                <a:moveTo>
                  <a:pt x="5594985" y="1947545"/>
                </a:moveTo>
                <a:lnTo>
                  <a:pt x="5587365" y="1947545"/>
                </a:lnTo>
                <a:lnTo>
                  <a:pt x="5587365" y="1917064"/>
                </a:lnTo>
                <a:lnTo>
                  <a:pt x="5594985" y="1917064"/>
                </a:lnTo>
                <a:lnTo>
                  <a:pt x="5594985" y="1947545"/>
                </a:lnTo>
                <a:close/>
              </a:path>
              <a:path w="5594984" h="2694940">
                <a:moveTo>
                  <a:pt x="5594985" y="2000885"/>
                </a:moveTo>
                <a:lnTo>
                  <a:pt x="5587365" y="2000885"/>
                </a:lnTo>
                <a:lnTo>
                  <a:pt x="5587365" y="1970404"/>
                </a:lnTo>
                <a:lnTo>
                  <a:pt x="5594985" y="1970404"/>
                </a:lnTo>
                <a:lnTo>
                  <a:pt x="5594985" y="2000885"/>
                </a:lnTo>
                <a:close/>
              </a:path>
              <a:path w="5594984" h="2694940">
                <a:moveTo>
                  <a:pt x="5594985" y="2054225"/>
                </a:moveTo>
                <a:lnTo>
                  <a:pt x="5587365" y="2054225"/>
                </a:lnTo>
                <a:lnTo>
                  <a:pt x="5587365" y="2023745"/>
                </a:lnTo>
                <a:lnTo>
                  <a:pt x="5594985" y="2023745"/>
                </a:lnTo>
                <a:lnTo>
                  <a:pt x="5594985" y="2054225"/>
                </a:lnTo>
                <a:close/>
              </a:path>
              <a:path w="5594984" h="2694940">
                <a:moveTo>
                  <a:pt x="5594985" y="2107565"/>
                </a:moveTo>
                <a:lnTo>
                  <a:pt x="5587365" y="2107565"/>
                </a:lnTo>
                <a:lnTo>
                  <a:pt x="5587365" y="2077085"/>
                </a:lnTo>
                <a:lnTo>
                  <a:pt x="5594985" y="2077085"/>
                </a:lnTo>
                <a:lnTo>
                  <a:pt x="5594985" y="2107565"/>
                </a:lnTo>
                <a:close/>
              </a:path>
              <a:path w="5594984" h="2694940">
                <a:moveTo>
                  <a:pt x="5594985" y="2160904"/>
                </a:moveTo>
                <a:lnTo>
                  <a:pt x="5587365" y="2160904"/>
                </a:lnTo>
                <a:lnTo>
                  <a:pt x="5587365" y="2130425"/>
                </a:lnTo>
                <a:lnTo>
                  <a:pt x="5594985" y="2130425"/>
                </a:lnTo>
                <a:lnTo>
                  <a:pt x="5594985" y="2160904"/>
                </a:lnTo>
                <a:close/>
              </a:path>
              <a:path w="5594984" h="2694940">
                <a:moveTo>
                  <a:pt x="5594985" y="2214245"/>
                </a:moveTo>
                <a:lnTo>
                  <a:pt x="5587365" y="2214245"/>
                </a:lnTo>
                <a:lnTo>
                  <a:pt x="5587365" y="2183765"/>
                </a:lnTo>
                <a:lnTo>
                  <a:pt x="5594985" y="2183765"/>
                </a:lnTo>
                <a:lnTo>
                  <a:pt x="5594985" y="2214245"/>
                </a:lnTo>
                <a:close/>
              </a:path>
              <a:path w="5594984" h="2694940">
                <a:moveTo>
                  <a:pt x="5594985" y="2267585"/>
                </a:moveTo>
                <a:lnTo>
                  <a:pt x="5587365" y="2267585"/>
                </a:lnTo>
                <a:lnTo>
                  <a:pt x="5587365" y="2237104"/>
                </a:lnTo>
                <a:lnTo>
                  <a:pt x="5594985" y="2237104"/>
                </a:lnTo>
                <a:lnTo>
                  <a:pt x="5594985" y="2267585"/>
                </a:lnTo>
                <a:close/>
              </a:path>
              <a:path w="5594984" h="2694940">
                <a:moveTo>
                  <a:pt x="5594985" y="2320925"/>
                </a:moveTo>
                <a:lnTo>
                  <a:pt x="5587365" y="2320925"/>
                </a:lnTo>
                <a:lnTo>
                  <a:pt x="5587365" y="2290445"/>
                </a:lnTo>
                <a:lnTo>
                  <a:pt x="5594985" y="2290445"/>
                </a:lnTo>
                <a:lnTo>
                  <a:pt x="5594985" y="2320925"/>
                </a:lnTo>
                <a:close/>
              </a:path>
              <a:path w="5594984" h="2694940">
                <a:moveTo>
                  <a:pt x="5594985" y="2374265"/>
                </a:moveTo>
                <a:lnTo>
                  <a:pt x="5587365" y="2374265"/>
                </a:lnTo>
                <a:lnTo>
                  <a:pt x="5587365" y="2343785"/>
                </a:lnTo>
                <a:lnTo>
                  <a:pt x="5594985" y="2343785"/>
                </a:lnTo>
                <a:lnTo>
                  <a:pt x="5594985" y="2374265"/>
                </a:lnTo>
                <a:close/>
              </a:path>
              <a:path w="5594984" h="2694940">
                <a:moveTo>
                  <a:pt x="5594985" y="2427604"/>
                </a:moveTo>
                <a:lnTo>
                  <a:pt x="5587365" y="2427604"/>
                </a:lnTo>
                <a:lnTo>
                  <a:pt x="5587365" y="2397125"/>
                </a:lnTo>
                <a:lnTo>
                  <a:pt x="5594985" y="2397125"/>
                </a:lnTo>
                <a:lnTo>
                  <a:pt x="5594985" y="2427604"/>
                </a:lnTo>
                <a:close/>
              </a:path>
              <a:path w="5594984" h="2694940">
                <a:moveTo>
                  <a:pt x="5594985" y="2480945"/>
                </a:moveTo>
                <a:lnTo>
                  <a:pt x="5587365" y="2480945"/>
                </a:lnTo>
                <a:lnTo>
                  <a:pt x="5587365" y="2450465"/>
                </a:lnTo>
                <a:lnTo>
                  <a:pt x="5594985" y="2450465"/>
                </a:lnTo>
                <a:lnTo>
                  <a:pt x="5594985" y="2480945"/>
                </a:lnTo>
                <a:close/>
              </a:path>
              <a:path w="5594984" h="2694940">
                <a:moveTo>
                  <a:pt x="5594985" y="2534285"/>
                </a:moveTo>
                <a:lnTo>
                  <a:pt x="5587365" y="2534285"/>
                </a:lnTo>
                <a:lnTo>
                  <a:pt x="5587365" y="2503804"/>
                </a:lnTo>
                <a:lnTo>
                  <a:pt x="5594985" y="2503804"/>
                </a:lnTo>
                <a:lnTo>
                  <a:pt x="5594985" y="2534285"/>
                </a:lnTo>
                <a:close/>
              </a:path>
              <a:path w="5594984" h="2694940">
                <a:moveTo>
                  <a:pt x="5594985" y="2587625"/>
                </a:moveTo>
                <a:lnTo>
                  <a:pt x="5587365" y="2587625"/>
                </a:lnTo>
                <a:lnTo>
                  <a:pt x="5587365" y="2557145"/>
                </a:lnTo>
                <a:lnTo>
                  <a:pt x="5594985" y="2557145"/>
                </a:lnTo>
                <a:lnTo>
                  <a:pt x="5594985" y="2587625"/>
                </a:lnTo>
                <a:close/>
              </a:path>
              <a:path w="5594984" h="2694940">
                <a:moveTo>
                  <a:pt x="5594985" y="2640965"/>
                </a:moveTo>
                <a:lnTo>
                  <a:pt x="5587365" y="2640965"/>
                </a:lnTo>
                <a:lnTo>
                  <a:pt x="5587365" y="2610485"/>
                </a:lnTo>
                <a:lnTo>
                  <a:pt x="5594985" y="2610485"/>
                </a:lnTo>
                <a:lnTo>
                  <a:pt x="5594985" y="2640965"/>
                </a:lnTo>
                <a:close/>
              </a:path>
              <a:path w="5594984" h="2694940">
                <a:moveTo>
                  <a:pt x="5587365" y="2691129"/>
                </a:moveTo>
                <a:lnTo>
                  <a:pt x="5587365" y="2663825"/>
                </a:lnTo>
                <a:lnTo>
                  <a:pt x="5594985" y="2663825"/>
                </a:lnTo>
                <a:lnTo>
                  <a:pt x="5594985" y="2687320"/>
                </a:lnTo>
                <a:lnTo>
                  <a:pt x="5587999" y="2687320"/>
                </a:lnTo>
                <a:lnTo>
                  <a:pt x="5587999" y="2690495"/>
                </a:lnTo>
                <a:lnTo>
                  <a:pt x="5587365" y="2691129"/>
                </a:lnTo>
                <a:close/>
              </a:path>
              <a:path w="5594984" h="2694940">
                <a:moveTo>
                  <a:pt x="5587999" y="2690495"/>
                </a:moveTo>
                <a:lnTo>
                  <a:pt x="5587999" y="2687320"/>
                </a:lnTo>
                <a:lnTo>
                  <a:pt x="5591174" y="2687320"/>
                </a:lnTo>
                <a:lnTo>
                  <a:pt x="5587999" y="2690495"/>
                </a:lnTo>
                <a:close/>
              </a:path>
              <a:path w="5594984" h="2694940">
                <a:moveTo>
                  <a:pt x="5594985" y="2694940"/>
                </a:moveTo>
                <a:lnTo>
                  <a:pt x="5587999" y="2694940"/>
                </a:lnTo>
                <a:lnTo>
                  <a:pt x="5587999" y="2690495"/>
                </a:lnTo>
                <a:lnTo>
                  <a:pt x="5591174" y="2687320"/>
                </a:lnTo>
                <a:lnTo>
                  <a:pt x="5594985" y="2687320"/>
                </a:lnTo>
                <a:lnTo>
                  <a:pt x="5594985" y="2694940"/>
                </a:lnTo>
                <a:close/>
              </a:path>
              <a:path w="5594984" h="2694940">
                <a:moveTo>
                  <a:pt x="5565140" y="2694940"/>
                </a:moveTo>
                <a:lnTo>
                  <a:pt x="5534660" y="2694940"/>
                </a:lnTo>
                <a:lnTo>
                  <a:pt x="5534660" y="2687320"/>
                </a:lnTo>
                <a:lnTo>
                  <a:pt x="5565140" y="2687320"/>
                </a:lnTo>
                <a:lnTo>
                  <a:pt x="5565140" y="2694940"/>
                </a:lnTo>
                <a:close/>
              </a:path>
              <a:path w="5594984" h="2694940">
                <a:moveTo>
                  <a:pt x="5511799" y="2694940"/>
                </a:moveTo>
                <a:lnTo>
                  <a:pt x="5481320" y="2694940"/>
                </a:lnTo>
                <a:lnTo>
                  <a:pt x="5481320" y="2687320"/>
                </a:lnTo>
                <a:lnTo>
                  <a:pt x="5511799" y="2687320"/>
                </a:lnTo>
                <a:lnTo>
                  <a:pt x="5511799" y="2694940"/>
                </a:lnTo>
                <a:close/>
              </a:path>
              <a:path w="5594984" h="2694940">
                <a:moveTo>
                  <a:pt x="5458460" y="2694940"/>
                </a:moveTo>
                <a:lnTo>
                  <a:pt x="5427980" y="2694940"/>
                </a:lnTo>
                <a:lnTo>
                  <a:pt x="5427980" y="2687320"/>
                </a:lnTo>
                <a:lnTo>
                  <a:pt x="5458460" y="2687320"/>
                </a:lnTo>
                <a:lnTo>
                  <a:pt x="5458460" y="2694940"/>
                </a:lnTo>
                <a:close/>
              </a:path>
              <a:path w="5594984" h="2694940">
                <a:moveTo>
                  <a:pt x="5405120" y="2694940"/>
                </a:moveTo>
                <a:lnTo>
                  <a:pt x="5374640" y="2694940"/>
                </a:lnTo>
                <a:lnTo>
                  <a:pt x="5374640" y="2687320"/>
                </a:lnTo>
                <a:lnTo>
                  <a:pt x="5405120" y="2687320"/>
                </a:lnTo>
                <a:lnTo>
                  <a:pt x="5405120" y="2694940"/>
                </a:lnTo>
                <a:close/>
              </a:path>
              <a:path w="5594984" h="2694940">
                <a:moveTo>
                  <a:pt x="5351780" y="2694940"/>
                </a:moveTo>
                <a:lnTo>
                  <a:pt x="5321299" y="2694940"/>
                </a:lnTo>
                <a:lnTo>
                  <a:pt x="5321299" y="2687320"/>
                </a:lnTo>
                <a:lnTo>
                  <a:pt x="5351780" y="2687320"/>
                </a:lnTo>
                <a:lnTo>
                  <a:pt x="5351780" y="2694940"/>
                </a:lnTo>
                <a:close/>
              </a:path>
              <a:path w="5594984" h="2694940">
                <a:moveTo>
                  <a:pt x="5298440" y="2694940"/>
                </a:moveTo>
                <a:lnTo>
                  <a:pt x="5267960" y="2694940"/>
                </a:lnTo>
                <a:lnTo>
                  <a:pt x="5267960" y="2687320"/>
                </a:lnTo>
                <a:lnTo>
                  <a:pt x="5298440" y="2687320"/>
                </a:lnTo>
                <a:lnTo>
                  <a:pt x="5298440" y="2694940"/>
                </a:lnTo>
                <a:close/>
              </a:path>
              <a:path w="5594984" h="2694940">
                <a:moveTo>
                  <a:pt x="5245099" y="2694940"/>
                </a:moveTo>
                <a:lnTo>
                  <a:pt x="5214620" y="2694940"/>
                </a:lnTo>
                <a:lnTo>
                  <a:pt x="5214620" y="2687320"/>
                </a:lnTo>
                <a:lnTo>
                  <a:pt x="5245099" y="2687320"/>
                </a:lnTo>
                <a:lnTo>
                  <a:pt x="5245099" y="2694940"/>
                </a:lnTo>
                <a:close/>
              </a:path>
              <a:path w="5594984" h="2694940">
                <a:moveTo>
                  <a:pt x="5191760" y="2694940"/>
                </a:moveTo>
                <a:lnTo>
                  <a:pt x="5161280" y="2694940"/>
                </a:lnTo>
                <a:lnTo>
                  <a:pt x="5161280" y="2687320"/>
                </a:lnTo>
                <a:lnTo>
                  <a:pt x="5191760" y="2687320"/>
                </a:lnTo>
                <a:lnTo>
                  <a:pt x="5191760" y="2694940"/>
                </a:lnTo>
                <a:close/>
              </a:path>
              <a:path w="5594984" h="2694940">
                <a:moveTo>
                  <a:pt x="5138420" y="2694940"/>
                </a:moveTo>
                <a:lnTo>
                  <a:pt x="5107940" y="2694940"/>
                </a:lnTo>
                <a:lnTo>
                  <a:pt x="5107940" y="2687320"/>
                </a:lnTo>
                <a:lnTo>
                  <a:pt x="5138420" y="2687320"/>
                </a:lnTo>
                <a:lnTo>
                  <a:pt x="5138420" y="2694940"/>
                </a:lnTo>
                <a:close/>
              </a:path>
              <a:path w="5594984" h="2694940">
                <a:moveTo>
                  <a:pt x="5085080" y="2694940"/>
                </a:moveTo>
                <a:lnTo>
                  <a:pt x="5054599" y="2694940"/>
                </a:lnTo>
                <a:lnTo>
                  <a:pt x="5054599" y="2687320"/>
                </a:lnTo>
                <a:lnTo>
                  <a:pt x="5085080" y="2687320"/>
                </a:lnTo>
                <a:lnTo>
                  <a:pt x="5085080" y="2694940"/>
                </a:lnTo>
                <a:close/>
              </a:path>
              <a:path w="5594984" h="2694940">
                <a:moveTo>
                  <a:pt x="5031740" y="2694940"/>
                </a:moveTo>
                <a:lnTo>
                  <a:pt x="5001260" y="2694940"/>
                </a:lnTo>
                <a:lnTo>
                  <a:pt x="5001260" y="2687320"/>
                </a:lnTo>
                <a:lnTo>
                  <a:pt x="5031740" y="2687320"/>
                </a:lnTo>
                <a:lnTo>
                  <a:pt x="5031740" y="2694940"/>
                </a:lnTo>
                <a:close/>
              </a:path>
              <a:path w="5594984" h="2694940">
                <a:moveTo>
                  <a:pt x="4978399" y="2694940"/>
                </a:moveTo>
                <a:lnTo>
                  <a:pt x="4947920" y="2694940"/>
                </a:lnTo>
                <a:lnTo>
                  <a:pt x="4947920" y="2687320"/>
                </a:lnTo>
                <a:lnTo>
                  <a:pt x="4978399" y="2687320"/>
                </a:lnTo>
                <a:lnTo>
                  <a:pt x="4978399" y="2694940"/>
                </a:lnTo>
                <a:close/>
              </a:path>
              <a:path w="5594984" h="2694940">
                <a:moveTo>
                  <a:pt x="4925060" y="2694940"/>
                </a:moveTo>
                <a:lnTo>
                  <a:pt x="4894580" y="2694940"/>
                </a:lnTo>
                <a:lnTo>
                  <a:pt x="4894580" y="2687320"/>
                </a:lnTo>
                <a:lnTo>
                  <a:pt x="4925060" y="2687320"/>
                </a:lnTo>
                <a:lnTo>
                  <a:pt x="4925060" y="2694940"/>
                </a:lnTo>
                <a:close/>
              </a:path>
              <a:path w="5594984" h="2694940">
                <a:moveTo>
                  <a:pt x="4871720" y="2694940"/>
                </a:moveTo>
                <a:lnTo>
                  <a:pt x="4841240" y="2694940"/>
                </a:lnTo>
                <a:lnTo>
                  <a:pt x="4841240" y="2687320"/>
                </a:lnTo>
                <a:lnTo>
                  <a:pt x="4871720" y="2687320"/>
                </a:lnTo>
                <a:lnTo>
                  <a:pt x="4871720" y="2694940"/>
                </a:lnTo>
                <a:close/>
              </a:path>
              <a:path w="5594984" h="2694940">
                <a:moveTo>
                  <a:pt x="4818380" y="2694940"/>
                </a:moveTo>
                <a:lnTo>
                  <a:pt x="4787899" y="2694940"/>
                </a:lnTo>
                <a:lnTo>
                  <a:pt x="4787899" y="2687320"/>
                </a:lnTo>
                <a:lnTo>
                  <a:pt x="4818380" y="2687320"/>
                </a:lnTo>
                <a:lnTo>
                  <a:pt x="4818380" y="2694940"/>
                </a:lnTo>
                <a:close/>
              </a:path>
              <a:path w="5594984" h="2694940">
                <a:moveTo>
                  <a:pt x="4765040" y="2694940"/>
                </a:moveTo>
                <a:lnTo>
                  <a:pt x="4734560" y="2694940"/>
                </a:lnTo>
                <a:lnTo>
                  <a:pt x="4734560" y="2687320"/>
                </a:lnTo>
                <a:lnTo>
                  <a:pt x="4765040" y="2687320"/>
                </a:lnTo>
                <a:lnTo>
                  <a:pt x="4765040" y="2694940"/>
                </a:lnTo>
                <a:close/>
              </a:path>
              <a:path w="5594984" h="2694940">
                <a:moveTo>
                  <a:pt x="4711699" y="2694940"/>
                </a:moveTo>
                <a:lnTo>
                  <a:pt x="4681220" y="2694940"/>
                </a:lnTo>
                <a:lnTo>
                  <a:pt x="4681220" y="2687320"/>
                </a:lnTo>
                <a:lnTo>
                  <a:pt x="4711699" y="2687320"/>
                </a:lnTo>
                <a:lnTo>
                  <a:pt x="4711699" y="2694940"/>
                </a:lnTo>
                <a:close/>
              </a:path>
              <a:path w="5594984" h="2694940">
                <a:moveTo>
                  <a:pt x="4658360" y="2694940"/>
                </a:moveTo>
                <a:lnTo>
                  <a:pt x="4627880" y="2694940"/>
                </a:lnTo>
                <a:lnTo>
                  <a:pt x="4627880" y="2687320"/>
                </a:lnTo>
                <a:lnTo>
                  <a:pt x="4658360" y="2687320"/>
                </a:lnTo>
                <a:lnTo>
                  <a:pt x="4658360" y="2694940"/>
                </a:lnTo>
                <a:close/>
              </a:path>
              <a:path w="5594984" h="2694940">
                <a:moveTo>
                  <a:pt x="4605020" y="2694940"/>
                </a:moveTo>
                <a:lnTo>
                  <a:pt x="4574540" y="2694940"/>
                </a:lnTo>
                <a:lnTo>
                  <a:pt x="4574540" y="2687320"/>
                </a:lnTo>
                <a:lnTo>
                  <a:pt x="4605020" y="2687320"/>
                </a:lnTo>
                <a:lnTo>
                  <a:pt x="4605020" y="2694940"/>
                </a:lnTo>
                <a:close/>
              </a:path>
              <a:path w="5594984" h="2694940">
                <a:moveTo>
                  <a:pt x="4551680" y="2694940"/>
                </a:moveTo>
                <a:lnTo>
                  <a:pt x="4521199" y="2694940"/>
                </a:lnTo>
                <a:lnTo>
                  <a:pt x="4521199" y="2687320"/>
                </a:lnTo>
                <a:lnTo>
                  <a:pt x="4551680" y="2687320"/>
                </a:lnTo>
                <a:lnTo>
                  <a:pt x="4551680" y="2694940"/>
                </a:lnTo>
                <a:close/>
              </a:path>
              <a:path w="5594984" h="2694940">
                <a:moveTo>
                  <a:pt x="4498340" y="2694940"/>
                </a:moveTo>
                <a:lnTo>
                  <a:pt x="4467860" y="2694940"/>
                </a:lnTo>
                <a:lnTo>
                  <a:pt x="4467860" y="2687320"/>
                </a:lnTo>
                <a:lnTo>
                  <a:pt x="4498340" y="2687320"/>
                </a:lnTo>
                <a:lnTo>
                  <a:pt x="4498340" y="2694940"/>
                </a:lnTo>
                <a:close/>
              </a:path>
              <a:path w="5594984" h="2694940">
                <a:moveTo>
                  <a:pt x="4444999" y="2694940"/>
                </a:moveTo>
                <a:lnTo>
                  <a:pt x="4414520" y="2694940"/>
                </a:lnTo>
                <a:lnTo>
                  <a:pt x="4414520" y="2687320"/>
                </a:lnTo>
                <a:lnTo>
                  <a:pt x="4444999" y="2687320"/>
                </a:lnTo>
                <a:lnTo>
                  <a:pt x="4444999" y="2694940"/>
                </a:lnTo>
                <a:close/>
              </a:path>
              <a:path w="5594984" h="2694940">
                <a:moveTo>
                  <a:pt x="4391660" y="2694940"/>
                </a:moveTo>
                <a:lnTo>
                  <a:pt x="4361180" y="2694940"/>
                </a:lnTo>
                <a:lnTo>
                  <a:pt x="4361180" y="2687320"/>
                </a:lnTo>
                <a:lnTo>
                  <a:pt x="4391660" y="2687320"/>
                </a:lnTo>
                <a:lnTo>
                  <a:pt x="4391660" y="2694940"/>
                </a:lnTo>
                <a:close/>
              </a:path>
              <a:path w="5594984" h="2694940">
                <a:moveTo>
                  <a:pt x="4338320" y="2694940"/>
                </a:moveTo>
                <a:lnTo>
                  <a:pt x="4307840" y="2694940"/>
                </a:lnTo>
                <a:lnTo>
                  <a:pt x="4307840" y="2687320"/>
                </a:lnTo>
                <a:lnTo>
                  <a:pt x="4338320" y="2687320"/>
                </a:lnTo>
                <a:lnTo>
                  <a:pt x="4338320" y="2694940"/>
                </a:lnTo>
                <a:close/>
              </a:path>
              <a:path w="5594984" h="2694940">
                <a:moveTo>
                  <a:pt x="4284980" y="2694940"/>
                </a:moveTo>
                <a:lnTo>
                  <a:pt x="4254499" y="2694940"/>
                </a:lnTo>
                <a:lnTo>
                  <a:pt x="4254499" y="2687320"/>
                </a:lnTo>
                <a:lnTo>
                  <a:pt x="4284980" y="2687320"/>
                </a:lnTo>
                <a:lnTo>
                  <a:pt x="4284980" y="2694940"/>
                </a:lnTo>
                <a:close/>
              </a:path>
              <a:path w="5594984" h="2694940">
                <a:moveTo>
                  <a:pt x="4231640" y="2694940"/>
                </a:moveTo>
                <a:lnTo>
                  <a:pt x="4201160" y="2694940"/>
                </a:lnTo>
                <a:lnTo>
                  <a:pt x="4201160" y="2687320"/>
                </a:lnTo>
                <a:lnTo>
                  <a:pt x="4231640" y="2687320"/>
                </a:lnTo>
                <a:lnTo>
                  <a:pt x="4231640" y="2694940"/>
                </a:lnTo>
                <a:close/>
              </a:path>
              <a:path w="5594984" h="2694940">
                <a:moveTo>
                  <a:pt x="4178299" y="2694940"/>
                </a:moveTo>
                <a:lnTo>
                  <a:pt x="4147819" y="2694940"/>
                </a:lnTo>
                <a:lnTo>
                  <a:pt x="4147819" y="2687320"/>
                </a:lnTo>
                <a:lnTo>
                  <a:pt x="4178299" y="2687320"/>
                </a:lnTo>
                <a:lnTo>
                  <a:pt x="4178299" y="2694940"/>
                </a:lnTo>
                <a:close/>
              </a:path>
              <a:path w="5594984" h="2694940">
                <a:moveTo>
                  <a:pt x="4124960" y="2694940"/>
                </a:moveTo>
                <a:lnTo>
                  <a:pt x="4094480" y="2694940"/>
                </a:lnTo>
                <a:lnTo>
                  <a:pt x="4094480" y="2687320"/>
                </a:lnTo>
                <a:lnTo>
                  <a:pt x="4124960" y="2687320"/>
                </a:lnTo>
                <a:lnTo>
                  <a:pt x="4124960" y="2694940"/>
                </a:lnTo>
                <a:close/>
              </a:path>
              <a:path w="5594984" h="2694940">
                <a:moveTo>
                  <a:pt x="4071619" y="2694940"/>
                </a:moveTo>
                <a:lnTo>
                  <a:pt x="4041140" y="2694940"/>
                </a:lnTo>
                <a:lnTo>
                  <a:pt x="4041140" y="2687320"/>
                </a:lnTo>
                <a:lnTo>
                  <a:pt x="4071619" y="2687320"/>
                </a:lnTo>
                <a:lnTo>
                  <a:pt x="4071619" y="2694940"/>
                </a:lnTo>
                <a:close/>
              </a:path>
              <a:path w="5594984" h="2694940">
                <a:moveTo>
                  <a:pt x="4018280" y="2694940"/>
                </a:moveTo>
                <a:lnTo>
                  <a:pt x="3987799" y="2694940"/>
                </a:lnTo>
                <a:lnTo>
                  <a:pt x="3987799" y="2687320"/>
                </a:lnTo>
                <a:lnTo>
                  <a:pt x="4018280" y="2687320"/>
                </a:lnTo>
                <a:lnTo>
                  <a:pt x="4018280" y="2694940"/>
                </a:lnTo>
                <a:close/>
              </a:path>
              <a:path w="5594984" h="2694940">
                <a:moveTo>
                  <a:pt x="3964940" y="2694940"/>
                </a:moveTo>
                <a:lnTo>
                  <a:pt x="3934460" y="2694940"/>
                </a:lnTo>
                <a:lnTo>
                  <a:pt x="3934460" y="2687320"/>
                </a:lnTo>
                <a:lnTo>
                  <a:pt x="3964940" y="2687320"/>
                </a:lnTo>
                <a:lnTo>
                  <a:pt x="3964940" y="2694940"/>
                </a:lnTo>
                <a:close/>
              </a:path>
              <a:path w="5594984" h="2694940">
                <a:moveTo>
                  <a:pt x="3911599" y="2694940"/>
                </a:moveTo>
                <a:lnTo>
                  <a:pt x="3881119" y="2694940"/>
                </a:lnTo>
                <a:lnTo>
                  <a:pt x="3881119" y="2687320"/>
                </a:lnTo>
                <a:lnTo>
                  <a:pt x="3911599" y="2687320"/>
                </a:lnTo>
                <a:lnTo>
                  <a:pt x="3911599" y="2694940"/>
                </a:lnTo>
                <a:close/>
              </a:path>
              <a:path w="5594984" h="2694940">
                <a:moveTo>
                  <a:pt x="3858260" y="2694940"/>
                </a:moveTo>
                <a:lnTo>
                  <a:pt x="3827780" y="2694940"/>
                </a:lnTo>
                <a:lnTo>
                  <a:pt x="3827780" y="2687320"/>
                </a:lnTo>
                <a:lnTo>
                  <a:pt x="3858260" y="2687320"/>
                </a:lnTo>
                <a:lnTo>
                  <a:pt x="3858260" y="2694940"/>
                </a:lnTo>
                <a:close/>
              </a:path>
              <a:path w="5594984" h="2694940">
                <a:moveTo>
                  <a:pt x="3804919" y="2694940"/>
                </a:moveTo>
                <a:lnTo>
                  <a:pt x="3774440" y="2694940"/>
                </a:lnTo>
                <a:lnTo>
                  <a:pt x="3774440" y="2687320"/>
                </a:lnTo>
                <a:lnTo>
                  <a:pt x="3804919" y="2687320"/>
                </a:lnTo>
                <a:lnTo>
                  <a:pt x="3804919" y="2694940"/>
                </a:lnTo>
                <a:close/>
              </a:path>
              <a:path w="5594984" h="2694940">
                <a:moveTo>
                  <a:pt x="3751580" y="2694940"/>
                </a:moveTo>
                <a:lnTo>
                  <a:pt x="3721099" y="2694940"/>
                </a:lnTo>
                <a:lnTo>
                  <a:pt x="3721099" y="2687320"/>
                </a:lnTo>
                <a:lnTo>
                  <a:pt x="3751580" y="2687320"/>
                </a:lnTo>
                <a:lnTo>
                  <a:pt x="3751580" y="2694940"/>
                </a:lnTo>
                <a:close/>
              </a:path>
              <a:path w="5594984" h="2694940">
                <a:moveTo>
                  <a:pt x="3698240" y="2694940"/>
                </a:moveTo>
                <a:lnTo>
                  <a:pt x="3667760" y="2694940"/>
                </a:lnTo>
                <a:lnTo>
                  <a:pt x="3667760" y="2687320"/>
                </a:lnTo>
                <a:lnTo>
                  <a:pt x="3698240" y="2687320"/>
                </a:lnTo>
                <a:lnTo>
                  <a:pt x="3698240" y="2694940"/>
                </a:lnTo>
                <a:close/>
              </a:path>
              <a:path w="5594984" h="2694940">
                <a:moveTo>
                  <a:pt x="3644899" y="2694940"/>
                </a:moveTo>
                <a:lnTo>
                  <a:pt x="3614419" y="2694940"/>
                </a:lnTo>
                <a:lnTo>
                  <a:pt x="3614419" y="2687320"/>
                </a:lnTo>
                <a:lnTo>
                  <a:pt x="3644899" y="2687320"/>
                </a:lnTo>
                <a:lnTo>
                  <a:pt x="3644899" y="2694940"/>
                </a:lnTo>
                <a:close/>
              </a:path>
              <a:path w="5594984" h="2694940">
                <a:moveTo>
                  <a:pt x="3591560" y="2694940"/>
                </a:moveTo>
                <a:lnTo>
                  <a:pt x="3561080" y="2694940"/>
                </a:lnTo>
                <a:lnTo>
                  <a:pt x="3561080" y="2687320"/>
                </a:lnTo>
                <a:lnTo>
                  <a:pt x="3591560" y="2687320"/>
                </a:lnTo>
                <a:lnTo>
                  <a:pt x="3591560" y="2694940"/>
                </a:lnTo>
                <a:close/>
              </a:path>
              <a:path w="5594984" h="2694940">
                <a:moveTo>
                  <a:pt x="3538219" y="2694940"/>
                </a:moveTo>
                <a:lnTo>
                  <a:pt x="3507740" y="2694940"/>
                </a:lnTo>
                <a:lnTo>
                  <a:pt x="3507740" y="2687320"/>
                </a:lnTo>
                <a:lnTo>
                  <a:pt x="3538219" y="2687320"/>
                </a:lnTo>
                <a:lnTo>
                  <a:pt x="3538219" y="2694940"/>
                </a:lnTo>
                <a:close/>
              </a:path>
              <a:path w="5594984" h="2694940">
                <a:moveTo>
                  <a:pt x="3484880" y="2694940"/>
                </a:moveTo>
                <a:lnTo>
                  <a:pt x="3454399" y="2694940"/>
                </a:lnTo>
                <a:lnTo>
                  <a:pt x="3454399" y="2687320"/>
                </a:lnTo>
                <a:lnTo>
                  <a:pt x="3484880" y="2687320"/>
                </a:lnTo>
                <a:lnTo>
                  <a:pt x="3484880" y="2694940"/>
                </a:lnTo>
                <a:close/>
              </a:path>
              <a:path w="5594984" h="2694940">
                <a:moveTo>
                  <a:pt x="3431540" y="2694940"/>
                </a:moveTo>
                <a:lnTo>
                  <a:pt x="3401060" y="2694940"/>
                </a:lnTo>
                <a:lnTo>
                  <a:pt x="3401060" y="2687320"/>
                </a:lnTo>
                <a:lnTo>
                  <a:pt x="3431540" y="2687320"/>
                </a:lnTo>
                <a:lnTo>
                  <a:pt x="3431540" y="2694940"/>
                </a:lnTo>
                <a:close/>
              </a:path>
              <a:path w="5594984" h="2694940">
                <a:moveTo>
                  <a:pt x="3378199" y="2694940"/>
                </a:moveTo>
                <a:lnTo>
                  <a:pt x="3347719" y="2694940"/>
                </a:lnTo>
                <a:lnTo>
                  <a:pt x="3347719" y="2687320"/>
                </a:lnTo>
                <a:lnTo>
                  <a:pt x="3378199" y="2687320"/>
                </a:lnTo>
                <a:lnTo>
                  <a:pt x="3378199" y="2694940"/>
                </a:lnTo>
                <a:close/>
              </a:path>
              <a:path w="5594984" h="2694940">
                <a:moveTo>
                  <a:pt x="3324860" y="2694940"/>
                </a:moveTo>
                <a:lnTo>
                  <a:pt x="3294380" y="2694940"/>
                </a:lnTo>
                <a:lnTo>
                  <a:pt x="3294380" y="2687320"/>
                </a:lnTo>
                <a:lnTo>
                  <a:pt x="3324860" y="2687320"/>
                </a:lnTo>
                <a:lnTo>
                  <a:pt x="3324860" y="2694940"/>
                </a:lnTo>
                <a:close/>
              </a:path>
              <a:path w="5594984" h="2694940">
                <a:moveTo>
                  <a:pt x="3271519" y="2694940"/>
                </a:moveTo>
                <a:lnTo>
                  <a:pt x="3241040" y="2694940"/>
                </a:lnTo>
                <a:lnTo>
                  <a:pt x="3241040" y="2687320"/>
                </a:lnTo>
                <a:lnTo>
                  <a:pt x="3271519" y="2687320"/>
                </a:lnTo>
                <a:lnTo>
                  <a:pt x="3271519" y="2694940"/>
                </a:lnTo>
                <a:close/>
              </a:path>
              <a:path w="5594984" h="2694940">
                <a:moveTo>
                  <a:pt x="3218180" y="2694940"/>
                </a:moveTo>
                <a:lnTo>
                  <a:pt x="3187699" y="2694940"/>
                </a:lnTo>
                <a:lnTo>
                  <a:pt x="3187699" y="2687320"/>
                </a:lnTo>
                <a:lnTo>
                  <a:pt x="3218180" y="2687320"/>
                </a:lnTo>
                <a:lnTo>
                  <a:pt x="3218180" y="2694940"/>
                </a:lnTo>
                <a:close/>
              </a:path>
              <a:path w="5594984" h="2694940">
                <a:moveTo>
                  <a:pt x="3164840" y="2694940"/>
                </a:moveTo>
                <a:lnTo>
                  <a:pt x="3134360" y="2694940"/>
                </a:lnTo>
                <a:lnTo>
                  <a:pt x="3134360" y="2687320"/>
                </a:lnTo>
                <a:lnTo>
                  <a:pt x="3164840" y="2687320"/>
                </a:lnTo>
                <a:lnTo>
                  <a:pt x="3164840" y="2694940"/>
                </a:lnTo>
                <a:close/>
              </a:path>
              <a:path w="5594984" h="2694940">
                <a:moveTo>
                  <a:pt x="3111499" y="2694940"/>
                </a:moveTo>
                <a:lnTo>
                  <a:pt x="3081019" y="2694940"/>
                </a:lnTo>
                <a:lnTo>
                  <a:pt x="3081019" y="2687320"/>
                </a:lnTo>
                <a:lnTo>
                  <a:pt x="3111499" y="2687320"/>
                </a:lnTo>
                <a:lnTo>
                  <a:pt x="3111499" y="2694940"/>
                </a:lnTo>
                <a:close/>
              </a:path>
              <a:path w="5594984" h="2694940">
                <a:moveTo>
                  <a:pt x="3058160" y="2694940"/>
                </a:moveTo>
                <a:lnTo>
                  <a:pt x="3027680" y="2694940"/>
                </a:lnTo>
                <a:lnTo>
                  <a:pt x="3027680" y="2687320"/>
                </a:lnTo>
                <a:lnTo>
                  <a:pt x="3058160" y="2687320"/>
                </a:lnTo>
                <a:lnTo>
                  <a:pt x="3058160" y="2694940"/>
                </a:lnTo>
                <a:close/>
              </a:path>
              <a:path w="5594984" h="2694940">
                <a:moveTo>
                  <a:pt x="3004819" y="2694940"/>
                </a:moveTo>
                <a:lnTo>
                  <a:pt x="2974340" y="2694940"/>
                </a:lnTo>
                <a:lnTo>
                  <a:pt x="2974340" y="2687320"/>
                </a:lnTo>
                <a:lnTo>
                  <a:pt x="3004819" y="2687320"/>
                </a:lnTo>
                <a:lnTo>
                  <a:pt x="3004819" y="2694940"/>
                </a:lnTo>
                <a:close/>
              </a:path>
              <a:path w="5594984" h="2694940">
                <a:moveTo>
                  <a:pt x="2951480" y="2694940"/>
                </a:moveTo>
                <a:lnTo>
                  <a:pt x="2920999" y="2694940"/>
                </a:lnTo>
                <a:lnTo>
                  <a:pt x="2920999" y="2687320"/>
                </a:lnTo>
                <a:lnTo>
                  <a:pt x="2951480" y="2687320"/>
                </a:lnTo>
                <a:lnTo>
                  <a:pt x="2951480" y="2694940"/>
                </a:lnTo>
                <a:close/>
              </a:path>
              <a:path w="5594984" h="2694940">
                <a:moveTo>
                  <a:pt x="2898140" y="2694940"/>
                </a:moveTo>
                <a:lnTo>
                  <a:pt x="2867660" y="2694940"/>
                </a:lnTo>
                <a:lnTo>
                  <a:pt x="2867660" y="2687320"/>
                </a:lnTo>
                <a:lnTo>
                  <a:pt x="2898140" y="2687320"/>
                </a:lnTo>
                <a:lnTo>
                  <a:pt x="2898140" y="2694940"/>
                </a:lnTo>
                <a:close/>
              </a:path>
              <a:path w="5594984" h="2694940">
                <a:moveTo>
                  <a:pt x="2844799" y="2694940"/>
                </a:moveTo>
                <a:lnTo>
                  <a:pt x="2814319" y="2694940"/>
                </a:lnTo>
                <a:lnTo>
                  <a:pt x="2814319" y="2687320"/>
                </a:lnTo>
                <a:lnTo>
                  <a:pt x="2844799" y="2687320"/>
                </a:lnTo>
                <a:lnTo>
                  <a:pt x="2844799" y="2694940"/>
                </a:lnTo>
                <a:close/>
              </a:path>
              <a:path w="5594984" h="2694940">
                <a:moveTo>
                  <a:pt x="2791460" y="2694940"/>
                </a:moveTo>
                <a:lnTo>
                  <a:pt x="2760980" y="2694940"/>
                </a:lnTo>
                <a:lnTo>
                  <a:pt x="2760980" y="2687320"/>
                </a:lnTo>
                <a:lnTo>
                  <a:pt x="2791460" y="2687320"/>
                </a:lnTo>
                <a:lnTo>
                  <a:pt x="2791460" y="2694940"/>
                </a:lnTo>
                <a:close/>
              </a:path>
              <a:path w="5594984" h="2694940">
                <a:moveTo>
                  <a:pt x="2738119" y="2694940"/>
                </a:moveTo>
                <a:lnTo>
                  <a:pt x="2707640" y="2694940"/>
                </a:lnTo>
                <a:lnTo>
                  <a:pt x="2707640" y="2687320"/>
                </a:lnTo>
                <a:lnTo>
                  <a:pt x="2738119" y="2687320"/>
                </a:lnTo>
                <a:lnTo>
                  <a:pt x="2738119" y="2694940"/>
                </a:lnTo>
                <a:close/>
              </a:path>
              <a:path w="5594984" h="2694940">
                <a:moveTo>
                  <a:pt x="2684780" y="2694940"/>
                </a:moveTo>
                <a:lnTo>
                  <a:pt x="2654299" y="2694940"/>
                </a:lnTo>
                <a:lnTo>
                  <a:pt x="2654299" y="2687320"/>
                </a:lnTo>
                <a:lnTo>
                  <a:pt x="2684780" y="2687320"/>
                </a:lnTo>
                <a:lnTo>
                  <a:pt x="2684780" y="2694940"/>
                </a:lnTo>
                <a:close/>
              </a:path>
              <a:path w="5594984" h="2694940">
                <a:moveTo>
                  <a:pt x="2631440" y="2694940"/>
                </a:moveTo>
                <a:lnTo>
                  <a:pt x="2600960" y="2694940"/>
                </a:lnTo>
                <a:lnTo>
                  <a:pt x="2600960" y="2687320"/>
                </a:lnTo>
                <a:lnTo>
                  <a:pt x="2631440" y="2687320"/>
                </a:lnTo>
                <a:lnTo>
                  <a:pt x="2631440" y="2694940"/>
                </a:lnTo>
                <a:close/>
              </a:path>
              <a:path w="5594984" h="2694940">
                <a:moveTo>
                  <a:pt x="2578099" y="2694940"/>
                </a:moveTo>
                <a:lnTo>
                  <a:pt x="2547619" y="2694940"/>
                </a:lnTo>
                <a:lnTo>
                  <a:pt x="2547619" y="2687320"/>
                </a:lnTo>
                <a:lnTo>
                  <a:pt x="2578099" y="2687320"/>
                </a:lnTo>
                <a:lnTo>
                  <a:pt x="2578099" y="2694940"/>
                </a:lnTo>
                <a:close/>
              </a:path>
              <a:path w="5594984" h="2694940">
                <a:moveTo>
                  <a:pt x="2524760" y="2694940"/>
                </a:moveTo>
                <a:lnTo>
                  <a:pt x="2494280" y="2694940"/>
                </a:lnTo>
                <a:lnTo>
                  <a:pt x="2494280" y="2687320"/>
                </a:lnTo>
                <a:lnTo>
                  <a:pt x="2524760" y="2687320"/>
                </a:lnTo>
                <a:lnTo>
                  <a:pt x="2524760" y="2694940"/>
                </a:lnTo>
                <a:close/>
              </a:path>
              <a:path w="5594984" h="2694940">
                <a:moveTo>
                  <a:pt x="2471419" y="2694940"/>
                </a:moveTo>
                <a:lnTo>
                  <a:pt x="2440940" y="2694940"/>
                </a:lnTo>
                <a:lnTo>
                  <a:pt x="2440940" y="2687320"/>
                </a:lnTo>
                <a:lnTo>
                  <a:pt x="2471419" y="2687320"/>
                </a:lnTo>
                <a:lnTo>
                  <a:pt x="2471419" y="2694940"/>
                </a:lnTo>
                <a:close/>
              </a:path>
              <a:path w="5594984" h="2694940">
                <a:moveTo>
                  <a:pt x="2418080" y="2694940"/>
                </a:moveTo>
                <a:lnTo>
                  <a:pt x="2387599" y="2694940"/>
                </a:lnTo>
                <a:lnTo>
                  <a:pt x="2387599" y="2687320"/>
                </a:lnTo>
                <a:lnTo>
                  <a:pt x="2418080" y="2687320"/>
                </a:lnTo>
                <a:lnTo>
                  <a:pt x="2418080" y="2694940"/>
                </a:lnTo>
                <a:close/>
              </a:path>
              <a:path w="5594984" h="2694940">
                <a:moveTo>
                  <a:pt x="2364740" y="2694940"/>
                </a:moveTo>
                <a:lnTo>
                  <a:pt x="2334260" y="2694940"/>
                </a:lnTo>
                <a:lnTo>
                  <a:pt x="2334260" y="2687320"/>
                </a:lnTo>
                <a:lnTo>
                  <a:pt x="2364740" y="2687320"/>
                </a:lnTo>
                <a:lnTo>
                  <a:pt x="2364740" y="2694940"/>
                </a:lnTo>
                <a:close/>
              </a:path>
              <a:path w="5594984" h="2694940">
                <a:moveTo>
                  <a:pt x="2311399" y="2694940"/>
                </a:moveTo>
                <a:lnTo>
                  <a:pt x="2280919" y="2694940"/>
                </a:lnTo>
                <a:lnTo>
                  <a:pt x="2280919" y="2687320"/>
                </a:lnTo>
                <a:lnTo>
                  <a:pt x="2311399" y="2687320"/>
                </a:lnTo>
                <a:lnTo>
                  <a:pt x="2311399" y="2694940"/>
                </a:lnTo>
                <a:close/>
              </a:path>
              <a:path w="5594984" h="2694940">
                <a:moveTo>
                  <a:pt x="2258060" y="2694940"/>
                </a:moveTo>
                <a:lnTo>
                  <a:pt x="2227580" y="2694940"/>
                </a:lnTo>
                <a:lnTo>
                  <a:pt x="2227580" y="2687320"/>
                </a:lnTo>
                <a:lnTo>
                  <a:pt x="2258060" y="2687320"/>
                </a:lnTo>
                <a:lnTo>
                  <a:pt x="2258060" y="2694940"/>
                </a:lnTo>
                <a:close/>
              </a:path>
              <a:path w="5594984" h="2694940">
                <a:moveTo>
                  <a:pt x="2204719" y="2694940"/>
                </a:moveTo>
                <a:lnTo>
                  <a:pt x="2174240" y="2694940"/>
                </a:lnTo>
                <a:lnTo>
                  <a:pt x="2174240" y="2687320"/>
                </a:lnTo>
                <a:lnTo>
                  <a:pt x="2204719" y="2687320"/>
                </a:lnTo>
                <a:lnTo>
                  <a:pt x="2204719" y="2694940"/>
                </a:lnTo>
                <a:close/>
              </a:path>
              <a:path w="5594984" h="2694940">
                <a:moveTo>
                  <a:pt x="2151380" y="2694940"/>
                </a:moveTo>
                <a:lnTo>
                  <a:pt x="2120899" y="2694940"/>
                </a:lnTo>
                <a:lnTo>
                  <a:pt x="2120899" y="2687320"/>
                </a:lnTo>
                <a:lnTo>
                  <a:pt x="2151380" y="2687320"/>
                </a:lnTo>
                <a:lnTo>
                  <a:pt x="2151380" y="2694940"/>
                </a:lnTo>
                <a:close/>
              </a:path>
              <a:path w="5594984" h="2694940">
                <a:moveTo>
                  <a:pt x="2098040" y="2694940"/>
                </a:moveTo>
                <a:lnTo>
                  <a:pt x="2067560" y="2694940"/>
                </a:lnTo>
                <a:lnTo>
                  <a:pt x="2067560" y="2687320"/>
                </a:lnTo>
                <a:lnTo>
                  <a:pt x="2098040" y="2687320"/>
                </a:lnTo>
                <a:lnTo>
                  <a:pt x="2098040" y="2694940"/>
                </a:lnTo>
                <a:close/>
              </a:path>
              <a:path w="5594984" h="2694940">
                <a:moveTo>
                  <a:pt x="2044699" y="2694940"/>
                </a:moveTo>
                <a:lnTo>
                  <a:pt x="2014219" y="2694940"/>
                </a:lnTo>
                <a:lnTo>
                  <a:pt x="2014219" y="2687320"/>
                </a:lnTo>
                <a:lnTo>
                  <a:pt x="2044699" y="2687320"/>
                </a:lnTo>
                <a:lnTo>
                  <a:pt x="2044699" y="2694940"/>
                </a:lnTo>
                <a:close/>
              </a:path>
              <a:path w="5594984" h="2694940">
                <a:moveTo>
                  <a:pt x="1991360" y="2694940"/>
                </a:moveTo>
                <a:lnTo>
                  <a:pt x="1960880" y="2694940"/>
                </a:lnTo>
                <a:lnTo>
                  <a:pt x="1960880" y="2687320"/>
                </a:lnTo>
                <a:lnTo>
                  <a:pt x="1991360" y="2687320"/>
                </a:lnTo>
                <a:lnTo>
                  <a:pt x="1991360" y="2694940"/>
                </a:lnTo>
                <a:close/>
              </a:path>
              <a:path w="5594984" h="2694940">
                <a:moveTo>
                  <a:pt x="1938019" y="2694940"/>
                </a:moveTo>
                <a:lnTo>
                  <a:pt x="1907539" y="2694940"/>
                </a:lnTo>
                <a:lnTo>
                  <a:pt x="1907539" y="2687320"/>
                </a:lnTo>
                <a:lnTo>
                  <a:pt x="1938019" y="2687320"/>
                </a:lnTo>
                <a:lnTo>
                  <a:pt x="1938019" y="2694940"/>
                </a:lnTo>
                <a:close/>
              </a:path>
              <a:path w="5594984" h="2694940">
                <a:moveTo>
                  <a:pt x="1884680" y="2694940"/>
                </a:moveTo>
                <a:lnTo>
                  <a:pt x="1854199" y="2694940"/>
                </a:lnTo>
                <a:lnTo>
                  <a:pt x="1854199" y="2687320"/>
                </a:lnTo>
                <a:lnTo>
                  <a:pt x="1884680" y="2687320"/>
                </a:lnTo>
                <a:lnTo>
                  <a:pt x="1884680" y="2694940"/>
                </a:lnTo>
                <a:close/>
              </a:path>
              <a:path w="5594984" h="2694940">
                <a:moveTo>
                  <a:pt x="1831339" y="2694940"/>
                </a:moveTo>
                <a:lnTo>
                  <a:pt x="1800860" y="2694940"/>
                </a:lnTo>
                <a:lnTo>
                  <a:pt x="1800860" y="2687320"/>
                </a:lnTo>
                <a:lnTo>
                  <a:pt x="1831339" y="2687320"/>
                </a:lnTo>
                <a:lnTo>
                  <a:pt x="1831339" y="2694940"/>
                </a:lnTo>
                <a:close/>
              </a:path>
              <a:path w="5594984" h="2694940">
                <a:moveTo>
                  <a:pt x="1777999" y="2694940"/>
                </a:moveTo>
                <a:lnTo>
                  <a:pt x="1747519" y="2694940"/>
                </a:lnTo>
                <a:lnTo>
                  <a:pt x="1747519" y="2687320"/>
                </a:lnTo>
                <a:lnTo>
                  <a:pt x="1777999" y="2687320"/>
                </a:lnTo>
                <a:lnTo>
                  <a:pt x="1777999" y="2694940"/>
                </a:lnTo>
                <a:close/>
              </a:path>
              <a:path w="5594984" h="2694940">
                <a:moveTo>
                  <a:pt x="1724660" y="2694940"/>
                </a:moveTo>
                <a:lnTo>
                  <a:pt x="1694180" y="2694940"/>
                </a:lnTo>
                <a:lnTo>
                  <a:pt x="1694180" y="2687320"/>
                </a:lnTo>
                <a:lnTo>
                  <a:pt x="1724660" y="2687320"/>
                </a:lnTo>
                <a:lnTo>
                  <a:pt x="1724660" y="2694940"/>
                </a:lnTo>
                <a:close/>
              </a:path>
              <a:path w="5594984" h="2694940">
                <a:moveTo>
                  <a:pt x="1671319" y="2694940"/>
                </a:moveTo>
                <a:lnTo>
                  <a:pt x="1640839" y="2694940"/>
                </a:lnTo>
                <a:lnTo>
                  <a:pt x="1640839" y="2687320"/>
                </a:lnTo>
                <a:lnTo>
                  <a:pt x="1671319" y="2687320"/>
                </a:lnTo>
                <a:lnTo>
                  <a:pt x="1671319" y="2694940"/>
                </a:lnTo>
                <a:close/>
              </a:path>
              <a:path w="5594984" h="2694940">
                <a:moveTo>
                  <a:pt x="1617980" y="2694940"/>
                </a:moveTo>
                <a:lnTo>
                  <a:pt x="1587499" y="2694940"/>
                </a:lnTo>
                <a:lnTo>
                  <a:pt x="1587499" y="2687320"/>
                </a:lnTo>
                <a:lnTo>
                  <a:pt x="1617980" y="2687320"/>
                </a:lnTo>
                <a:lnTo>
                  <a:pt x="1617980" y="2694940"/>
                </a:lnTo>
                <a:close/>
              </a:path>
              <a:path w="5594984" h="2694940">
                <a:moveTo>
                  <a:pt x="1564639" y="2694940"/>
                </a:moveTo>
                <a:lnTo>
                  <a:pt x="1534160" y="2694940"/>
                </a:lnTo>
                <a:lnTo>
                  <a:pt x="1534160" y="2687320"/>
                </a:lnTo>
                <a:lnTo>
                  <a:pt x="1564639" y="2687320"/>
                </a:lnTo>
                <a:lnTo>
                  <a:pt x="1564639" y="2694940"/>
                </a:lnTo>
                <a:close/>
              </a:path>
              <a:path w="5594984" h="2694940">
                <a:moveTo>
                  <a:pt x="1511299" y="2694940"/>
                </a:moveTo>
                <a:lnTo>
                  <a:pt x="1480819" y="2694940"/>
                </a:lnTo>
                <a:lnTo>
                  <a:pt x="1480819" y="2687320"/>
                </a:lnTo>
                <a:lnTo>
                  <a:pt x="1511299" y="2687320"/>
                </a:lnTo>
                <a:lnTo>
                  <a:pt x="1511299" y="2694940"/>
                </a:lnTo>
                <a:close/>
              </a:path>
              <a:path w="5594984" h="2694940">
                <a:moveTo>
                  <a:pt x="1457960" y="2694940"/>
                </a:moveTo>
                <a:lnTo>
                  <a:pt x="1427480" y="2694940"/>
                </a:lnTo>
                <a:lnTo>
                  <a:pt x="1427480" y="2687320"/>
                </a:lnTo>
                <a:lnTo>
                  <a:pt x="1457960" y="2687320"/>
                </a:lnTo>
                <a:lnTo>
                  <a:pt x="1457960" y="2694940"/>
                </a:lnTo>
                <a:close/>
              </a:path>
              <a:path w="5594984" h="2694940">
                <a:moveTo>
                  <a:pt x="1404619" y="2694940"/>
                </a:moveTo>
                <a:lnTo>
                  <a:pt x="1374139" y="2694940"/>
                </a:lnTo>
                <a:lnTo>
                  <a:pt x="1374139" y="2687320"/>
                </a:lnTo>
                <a:lnTo>
                  <a:pt x="1404619" y="2687320"/>
                </a:lnTo>
                <a:lnTo>
                  <a:pt x="1404619" y="2694940"/>
                </a:lnTo>
                <a:close/>
              </a:path>
              <a:path w="5594984" h="2694940">
                <a:moveTo>
                  <a:pt x="1351280" y="2694940"/>
                </a:moveTo>
                <a:lnTo>
                  <a:pt x="1320799" y="2694940"/>
                </a:lnTo>
                <a:lnTo>
                  <a:pt x="1320799" y="2687320"/>
                </a:lnTo>
                <a:lnTo>
                  <a:pt x="1351280" y="2687320"/>
                </a:lnTo>
                <a:lnTo>
                  <a:pt x="1351280" y="2694940"/>
                </a:lnTo>
                <a:close/>
              </a:path>
              <a:path w="5594984" h="2694940">
                <a:moveTo>
                  <a:pt x="1297939" y="2694940"/>
                </a:moveTo>
                <a:lnTo>
                  <a:pt x="1267460" y="2694940"/>
                </a:lnTo>
                <a:lnTo>
                  <a:pt x="1267460" y="2687320"/>
                </a:lnTo>
                <a:lnTo>
                  <a:pt x="1297939" y="2687320"/>
                </a:lnTo>
                <a:lnTo>
                  <a:pt x="1297939" y="2694940"/>
                </a:lnTo>
                <a:close/>
              </a:path>
              <a:path w="5594984" h="2694940">
                <a:moveTo>
                  <a:pt x="1244599" y="2694940"/>
                </a:moveTo>
                <a:lnTo>
                  <a:pt x="1214119" y="2694940"/>
                </a:lnTo>
                <a:lnTo>
                  <a:pt x="1214119" y="2687320"/>
                </a:lnTo>
                <a:lnTo>
                  <a:pt x="1244599" y="2687320"/>
                </a:lnTo>
                <a:lnTo>
                  <a:pt x="1244599" y="2694940"/>
                </a:lnTo>
                <a:close/>
              </a:path>
              <a:path w="5594984" h="2694940">
                <a:moveTo>
                  <a:pt x="1191260" y="2694940"/>
                </a:moveTo>
                <a:lnTo>
                  <a:pt x="1160780" y="2694940"/>
                </a:lnTo>
                <a:lnTo>
                  <a:pt x="1160780" y="2687320"/>
                </a:lnTo>
                <a:lnTo>
                  <a:pt x="1191260" y="2687320"/>
                </a:lnTo>
                <a:lnTo>
                  <a:pt x="1191260" y="2694940"/>
                </a:lnTo>
                <a:close/>
              </a:path>
              <a:path w="5594984" h="2694940">
                <a:moveTo>
                  <a:pt x="1137919" y="2694940"/>
                </a:moveTo>
                <a:lnTo>
                  <a:pt x="1107439" y="2694940"/>
                </a:lnTo>
                <a:lnTo>
                  <a:pt x="1107439" y="2687320"/>
                </a:lnTo>
                <a:lnTo>
                  <a:pt x="1137919" y="2687320"/>
                </a:lnTo>
                <a:lnTo>
                  <a:pt x="1137919" y="2694940"/>
                </a:lnTo>
                <a:close/>
              </a:path>
              <a:path w="5594984" h="2694940">
                <a:moveTo>
                  <a:pt x="1084580" y="2694940"/>
                </a:moveTo>
                <a:lnTo>
                  <a:pt x="1054099" y="2694940"/>
                </a:lnTo>
                <a:lnTo>
                  <a:pt x="1054099" y="2687320"/>
                </a:lnTo>
                <a:lnTo>
                  <a:pt x="1084580" y="2687320"/>
                </a:lnTo>
                <a:lnTo>
                  <a:pt x="1084580" y="2694940"/>
                </a:lnTo>
                <a:close/>
              </a:path>
              <a:path w="5594984" h="2694940">
                <a:moveTo>
                  <a:pt x="1031239" y="2694940"/>
                </a:moveTo>
                <a:lnTo>
                  <a:pt x="1000760" y="2694940"/>
                </a:lnTo>
                <a:lnTo>
                  <a:pt x="1000760" y="2687320"/>
                </a:lnTo>
                <a:lnTo>
                  <a:pt x="1031239" y="2687320"/>
                </a:lnTo>
                <a:lnTo>
                  <a:pt x="1031239" y="2694940"/>
                </a:lnTo>
                <a:close/>
              </a:path>
              <a:path w="5594984" h="2694940">
                <a:moveTo>
                  <a:pt x="977899" y="2694940"/>
                </a:moveTo>
                <a:lnTo>
                  <a:pt x="947419" y="2694940"/>
                </a:lnTo>
                <a:lnTo>
                  <a:pt x="947419" y="2687320"/>
                </a:lnTo>
                <a:lnTo>
                  <a:pt x="977899" y="2687320"/>
                </a:lnTo>
                <a:lnTo>
                  <a:pt x="977899" y="2694940"/>
                </a:lnTo>
                <a:close/>
              </a:path>
              <a:path w="5594984" h="2694940">
                <a:moveTo>
                  <a:pt x="924560" y="2694940"/>
                </a:moveTo>
                <a:lnTo>
                  <a:pt x="894080" y="2694940"/>
                </a:lnTo>
                <a:lnTo>
                  <a:pt x="894080" y="2687320"/>
                </a:lnTo>
                <a:lnTo>
                  <a:pt x="924560" y="2687320"/>
                </a:lnTo>
                <a:lnTo>
                  <a:pt x="924560" y="2694940"/>
                </a:lnTo>
                <a:close/>
              </a:path>
              <a:path w="5594984" h="2694940">
                <a:moveTo>
                  <a:pt x="871219" y="2694940"/>
                </a:moveTo>
                <a:lnTo>
                  <a:pt x="840739" y="2694940"/>
                </a:lnTo>
                <a:lnTo>
                  <a:pt x="840739" y="2687320"/>
                </a:lnTo>
                <a:lnTo>
                  <a:pt x="871219" y="2687320"/>
                </a:lnTo>
                <a:lnTo>
                  <a:pt x="871219" y="2694940"/>
                </a:lnTo>
                <a:close/>
              </a:path>
              <a:path w="5594984" h="2694940">
                <a:moveTo>
                  <a:pt x="817880" y="2694940"/>
                </a:moveTo>
                <a:lnTo>
                  <a:pt x="787399" y="2694940"/>
                </a:lnTo>
                <a:lnTo>
                  <a:pt x="787399" y="2687320"/>
                </a:lnTo>
                <a:lnTo>
                  <a:pt x="817880" y="2687320"/>
                </a:lnTo>
                <a:lnTo>
                  <a:pt x="817880" y="2694940"/>
                </a:lnTo>
                <a:close/>
              </a:path>
              <a:path w="5594984" h="2694940">
                <a:moveTo>
                  <a:pt x="764539" y="2694940"/>
                </a:moveTo>
                <a:lnTo>
                  <a:pt x="734060" y="2694940"/>
                </a:lnTo>
                <a:lnTo>
                  <a:pt x="734060" y="2687320"/>
                </a:lnTo>
                <a:lnTo>
                  <a:pt x="764539" y="2687320"/>
                </a:lnTo>
                <a:lnTo>
                  <a:pt x="764539" y="2694940"/>
                </a:lnTo>
                <a:close/>
              </a:path>
              <a:path w="5594984" h="2694940">
                <a:moveTo>
                  <a:pt x="711199" y="2694940"/>
                </a:moveTo>
                <a:lnTo>
                  <a:pt x="680719" y="2694940"/>
                </a:lnTo>
                <a:lnTo>
                  <a:pt x="680719" y="2687320"/>
                </a:lnTo>
                <a:lnTo>
                  <a:pt x="711199" y="2687320"/>
                </a:lnTo>
                <a:lnTo>
                  <a:pt x="711199" y="2694940"/>
                </a:lnTo>
                <a:close/>
              </a:path>
              <a:path w="5594984" h="2694940">
                <a:moveTo>
                  <a:pt x="657860" y="2694940"/>
                </a:moveTo>
                <a:lnTo>
                  <a:pt x="627380" y="2694940"/>
                </a:lnTo>
                <a:lnTo>
                  <a:pt x="627380" y="2687320"/>
                </a:lnTo>
                <a:lnTo>
                  <a:pt x="657860" y="2687320"/>
                </a:lnTo>
                <a:lnTo>
                  <a:pt x="657860" y="2694940"/>
                </a:lnTo>
                <a:close/>
              </a:path>
              <a:path w="5594984" h="2694940">
                <a:moveTo>
                  <a:pt x="604519" y="2694940"/>
                </a:moveTo>
                <a:lnTo>
                  <a:pt x="574039" y="2694940"/>
                </a:lnTo>
                <a:lnTo>
                  <a:pt x="574039" y="2687320"/>
                </a:lnTo>
                <a:lnTo>
                  <a:pt x="604519" y="2687320"/>
                </a:lnTo>
                <a:lnTo>
                  <a:pt x="604519" y="2694940"/>
                </a:lnTo>
                <a:close/>
              </a:path>
              <a:path w="5594984" h="2694940">
                <a:moveTo>
                  <a:pt x="551180" y="2694940"/>
                </a:moveTo>
                <a:lnTo>
                  <a:pt x="520699" y="2694940"/>
                </a:lnTo>
                <a:lnTo>
                  <a:pt x="520699" y="2687320"/>
                </a:lnTo>
                <a:lnTo>
                  <a:pt x="551180" y="2687320"/>
                </a:lnTo>
                <a:lnTo>
                  <a:pt x="551180" y="2694940"/>
                </a:lnTo>
                <a:close/>
              </a:path>
              <a:path w="5594984" h="2694940">
                <a:moveTo>
                  <a:pt x="497839" y="2694940"/>
                </a:moveTo>
                <a:lnTo>
                  <a:pt x="467360" y="2694940"/>
                </a:lnTo>
                <a:lnTo>
                  <a:pt x="467360" y="2687320"/>
                </a:lnTo>
                <a:lnTo>
                  <a:pt x="497839" y="2687320"/>
                </a:lnTo>
                <a:lnTo>
                  <a:pt x="497839" y="2694940"/>
                </a:lnTo>
                <a:close/>
              </a:path>
              <a:path w="5594984" h="2694940">
                <a:moveTo>
                  <a:pt x="444499" y="2694940"/>
                </a:moveTo>
                <a:lnTo>
                  <a:pt x="414019" y="2694940"/>
                </a:lnTo>
                <a:lnTo>
                  <a:pt x="414019" y="2687320"/>
                </a:lnTo>
                <a:lnTo>
                  <a:pt x="444499" y="2687320"/>
                </a:lnTo>
                <a:lnTo>
                  <a:pt x="444499" y="2694940"/>
                </a:lnTo>
                <a:close/>
              </a:path>
              <a:path w="5594984" h="2694940">
                <a:moveTo>
                  <a:pt x="391160" y="2694940"/>
                </a:moveTo>
                <a:lnTo>
                  <a:pt x="360680" y="2694940"/>
                </a:lnTo>
                <a:lnTo>
                  <a:pt x="360680" y="2687320"/>
                </a:lnTo>
                <a:lnTo>
                  <a:pt x="391160" y="2687320"/>
                </a:lnTo>
                <a:lnTo>
                  <a:pt x="391160" y="2694940"/>
                </a:lnTo>
                <a:close/>
              </a:path>
              <a:path w="5594984" h="2694940">
                <a:moveTo>
                  <a:pt x="337819" y="2694940"/>
                </a:moveTo>
                <a:lnTo>
                  <a:pt x="307339" y="2694940"/>
                </a:lnTo>
                <a:lnTo>
                  <a:pt x="307339" y="2687320"/>
                </a:lnTo>
                <a:lnTo>
                  <a:pt x="337819" y="2687320"/>
                </a:lnTo>
                <a:lnTo>
                  <a:pt x="337819" y="2694940"/>
                </a:lnTo>
                <a:close/>
              </a:path>
              <a:path w="5594984" h="2694940">
                <a:moveTo>
                  <a:pt x="284480" y="2694940"/>
                </a:moveTo>
                <a:lnTo>
                  <a:pt x="254000" y="2694940"/>
                </a:lnTo>
                <a:lnTo>
                  <a:pt x="254000" y="2687320"/>
                </a:lnTo>
                <a:lnTo>
                  <a:pt x="284480" y="2687320"/>
                </a:lnTo>
                <a:lnTo>
                  <a:pt x="284480" y="2694940"/>
                </a:lnTo>
                <a:close/>
              </a:path>
              <a:path w="5594984" h="2694940">
                <a:moveTo>
                  <a:pt x="231139" y="2694940"/>
                </a:moveTo>
                <a:lnTo>
                  <a:pt x="200660" y="2694940"/>
                </a:lnTo>
                <a:lnTo>
                  <a:pt x="200660" y="2687320"/>
                </a:lnTo>
                <a:lnTo>
                  <a:pt x="231139" y="2687320"/>
                </a:lnTo>
                <a:lnTo>
                  <a:pt x="231139" y="2694940"/>
                </a:lnTo>
                <a:close/>
              </a:path>
              <a:path w="5594984" h="2694940">
                <a:moveTo>
                  <a:pt x="177800" y="2694940"/>
                </a:moveTo>
                <a:lnTo>
                  <a:pt x="147319" y="2694940"/>
                </a:lnTo>
                <a:lnTo>
                  <a:pt x="147319" y="2687320"/>
                </a:lnTo>
                <a:lnTo>
                  <a:pt x="177800" y="2687320"/>
                </a:lnTo>
                <a:lnTo>
                  <a:pt x="177800" y="2694940"/>
                </a:lnTo>
                <a:close/>
              </a:path>
              <a:path w="5594984" h="2694940">
                <a:moveTo>
                  <a:pt x="124460" y="2694940"/>
                </a:moveTo>
                <a:lnTo>
                  <a:pt x="93979" y="2694940"/>
                </a:lnTo>
                <a:lnTo>
                  <a:pt x="93979" y="2687320"/>
                </a:lnTo>
                <a:lnTo>
                  <a:pt x="124460" y="2687320"/>
                </a:lnTo>
                <a:lnTo>
                  <a:pt x="124460" y="2694940"/>
                </a:lnTo>
                <a:close/>
              </a:path>
              <a:path w="5594984" h="2694940">
                <a:moveTo>
                  <a:pt x="71119" y="2694940"/>
                </a:moveTo>
                <a:lnTo>
                  <a:pt x="40639" y="2694940"/>
                </a:lnTo>
                <a:lnTo>
                  <a:pt x="40639" y="2687320"/>
                </a:lnTo>
                <a:lnTo>
                  <a:pt x="71119" y="2687320"/>
                </a:lnTo>
                <a:lnTo>
                  <a:pt x="71119" y="2694940"/>
                </a:lnTo>
                <a:close/>
              </a:path>
            </a:pathLst>
          </a:custGeom>
          <a:solidFill>
            <a:srgbClr val="5F95E6"/>
          </a:solidFill>
        </p:spPr>
        <p:txBody>
          <a:bodyPr wrap="square" lIns="0" tIns="0" rIns="0" bIns="0" rtlCol="0"/>
          <a:lstStyle/>
          <a:p>
            <a:endParaRPr/>
          </a:p>
        </p:txBody>
      </p:sp>
      <p:sp>
        <p:nvSpPr>
          <p:cNvPr id="6" name="object 6"/>
          <p:cNvSpPr txBox="1"/>
          <p:nvPr/>
        </p:nvSpPr>
        <p:spPr>
          <a:xfrm>
            <a:off x="6414134" y="1217930"/>
            <a:ext cx="5137150" cy="3843654"/>
          </a:xfrm>
          <a:prstGeom prst="rect">
            <a:avLst/>
          </a:prstGeom>
        </p:spPr>
        <p:txBody>
          <a:bodyPr vert="horz" wrap="square" lIns="0" tIns="13335" rIns="0" bIns="0" rtlCol="0">
            <a:spAutoFit/>
          </a:bodyPr>
          <a:lstStyle/>
          <a:p>
            <a:pPr marL="291465" marR="2037080">
              <a:lnSpc>
                <a:spcPct val="100000"/>
              </a:lnSpc>
              <a:spcBef>
                <a:spcPts val="105"/>
              </a:spcBef>
            </a:pPr>
            <a:r>
              <a:rPr sz="2000" b="1" spc="-5" dirty="0">
                <a:latin typeface="Microsoft JhengHei"/>
                <a:cs typeface="Microsoft JhengHei"/>
              </a:rPr>
              <a:t>跨界思维的提示语链设计基于“</a:t>
            </a:r>
            <a:r>
              <a:rPr sz="2000" b="1" spc="-10" dirty="0">
                <a:latin typeface="Arial"/>
                <a:cs typeface="Arial"/>
              </a:rPr>
              <a:t>BRIDGE</a:t>
            </a:r>
            <a:r>
              <a:rPr sz="2000" b="1" spc="-20" dirty="0">
                <a:latin typeface="Microsoft JhengHei"/>
                <a:cs typeface="Microsoft JhengHei"/>
              </a:rPr>
              <a:t>”框架</a:t>
            </a:r>
            <a:endParaRPr sz="2000">
              <a:latin typeface="Microsoft JhengHei"/>
              <a:cs typeface="Microsoft JhengHei"/>
            </a:endParaRPr>
          </a:p>
          <a:p>
            <a:pPr marL="298450" indent="-285750">
              <a:lnSpc>
                <a:spcPct val="100000"/>
              </a:lnSpc>
              <a:spcBef>
                <a:spcPts val="2030"/>
              </a:spcBef>
              <a:buChar char="•"/>
              <a:tabLst>
                <a:tab pos="297815" algn="l"/>
                <a:tab pos="298450" algn="l"/>
              </a:tabLst>
            </a:pPr>
            <a:r>
              <a:rPr sz="1800" spc="-10" dirty="0">
                <a:latin typeface="Arial"/>
                <a:cs typeface="Arial"/>
              </a:rPr>
              <a:t>Blend</a:t>
            </a:r>
            <a:r>
              <a:rPr sz="1800" spc="-10" dirty="0">
                <a:latin typeface="宋体"/>
                <a:cs typeface="宋体"/>
              </a:rPr>
              <a:t>（</a:t>
            </a:r>
            <a:r>
              <a:rPr sz="1800" dirty="0">
                <a:latin typeface="宋体"/>
                <a:cs typeface="宋体"/>
              </a:rPr>
              <a:t>混合）：</a:t>
            </a:r>
            <a:r>
              <a:rPr sz="1800" spc="-10" dirty="0">
                <a:latin typeface="宋体"/>
                <a:cs typeface="宋体"/>
              </a:rPr>
              <a:t>融合不同领域的概念</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Reframe</a:t>
            </a:r>
            <a:r>
              <a:rPr sz="1800" spc="-10" dirty="0">
                <a:latin typeface="宋体"/>
                <a:cs typeface="宋体"/>
              </a:rPr>
              <a:t>（</a:t>
            </a:r>
            <a:r>
              <a:rPr sz="1800" dirty="0">
                <a:latin typeface="宋体"/>
                <a:cs typeface="宋体"/>
              </a:rPr>
              <a:t>重构）：</a:t>
            </a:r>
            <a:r>
              <a:rPr sz="1800" spc="-10" dirty="0">
                <a:latin typeface="宋体"/>
                <a:cs typeface="宋体"/>
              </a:rPr>
              <a:t>用新视角看待问题</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Interconnect</a:t>
            </a:r>
            <a:r>
              <a:rPr sz="1800" spc="-10" dirty="0">
                <a:latin typeface="宋体"/>
                <a:cs typeface="宋体"/>
              </a:rPr>
              <a:t>（</a:t>
            </a:r>
            <a:r>
              <a:rPr sz="1800" dirty="0">
                <a:latin typeface="宋体"/>
                <a:cs typeface="宋体"/>
              </a:rPr>
              <a:t>互联）：</a:t>
            </a:r>
            <a:r>
              <a:rPr sz="1800" spc="-10" dirty="0">
                <a:latin typeface="宋体"/>
                <a:cs typeface="宋体"/>
              </a:rPr>
              <a:t>建立领域间的联系</a:t>
            </a:r>
            <a:endParaRPr sz="1800">
              <a:latin typeface="宋体"/>
              <a:cs typeface="宋体"/>
            </a:endParaRPr>
          </a:p>
          <a:p>
            <a:pPr marL="297815" marR="5080" indent="-285750">
              <a:lnSpc>
                <a:spcPct val="129900"/>
              </a:lnSpc>
              <a:buChar char="•"/>
              <a:tabLst>
                <a:tab pos="297815" algn="l"/>
                <a:tab pos="298450" algn="l"/>
              </a:tabLst>
            </a:pPr>
            <a:r>
              <a:rPr sz="1800" spc="-10" dirty="0">
                <a:latin typeface="Arial"/>
                <a:cs typeface="Arial"/>
              </a:rPr>
              <a:t>Decontextualize</a:t>
            </a:r>
            <a:r>
              <a:rPr sz="1800" spc="-10" dirty="0">
                <a:latin typeface="宋体"/>
                <a:cs typeface="宋体"/>
              </a:rPr>
              <a:t>（</a:t>
            </a:r>
            <a:r>
              <a:rPr sz="1800" dirty="0">
                <a:latin typeface="宋体"/>
                <a:cs typeface="宋体"/>
              </a:rPr>
              <a:t>去情境化）：</a:t>
            </a:r>
            <a:r>
              <a:rPr sz="1800" spc="-10" dirty="0">
                <a:latin typeface="宋体"/>
                <a:cs typeface="宋体"/>
              </a:rPr>
              <a:t>将概念从原始环</a:t>
            </a:r>
            <a:r>
              <a:rPr sz="1800" spc="-15" dirty="0">
                <a:latin typeface="宋体"/>
                <a:cs typeface="宋体"/>
              </a:rPr>
              <a:t>境中抽离</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Generalize</a:t>
            </a:r>
            <a:r>
              <a:rPr sz="1800" spc="-10" dirty="0">
                <a:latin typeface="宋体"/>
                <a:cs typeface="宋体"/>
              </a:rPr>
              <a:t>（</a:t>
            </a:r>
            <a:r>
              <a:rPr sz="1800" dirty="0">
                <a:latin typeface="宋体"/>
                <a:cs typeface="宋体"/>
              </a:rPr>
              <a:t>泛化）：</a:t>
            </a:r>
            <a:r>
              <a:rPr sz="1800" spc="-10" dirty="0">
                <a:latin typeface="宋体"/>
                <a:cs typeface="宋体"/>
              </a:rPr>
              <a:t>寻找普适原则</a:t>
            </a:r>
            <a:endParaRPr sz="1800">
              <a:latin typeface="宋体"/>
              <a:cs typeface="宋体"/>
            </a:endParaRPr>
          </a:p>
          <a:p>
            <a:pPr marL="298450" indent="-285750">
              <a:lnSpc>
                <a:spcPct val="100000"/>
              </a:lnSpc>
              <a:spcBef>
                <a:spcPts val="645"/>
              </a:spcBef>
              <a:buChar char="•"/>
              <a:tabLst>
                <a:tab pos="297815" algn="l"/>
                <a:tab pos="298450" algn="l"/>
              </a:tabLst>
            </a:pPr>
            <a:r>
              <a:rPr sz="1800" spc="-10" dirty="0">
                <a:latin typeface="Arial"/>
                <a:cs typeface="Arial"/>
              </a:rPr>
              <a:t>Extrapolate</a:t>
            </a:r>
            <a:r>
              <a:rPr sz="1800" spc="-10" dirty="0">
                <a:latin typeface="宋体"/>
                <a:cs typeface="宋体"/>
              </a:rPr>
              <a:t>（</a:t>
            </a:r>
            <a:r>
              <a:rPr sz="1800" dirty="0">
                <a:latin typeface="宋体"/>
                <a:cs typeface="宋体"/>
              </a:rPr>
              <a:t>推演）：</a:t>
            </a:r>
            <a:r>
              <a:rPr sz="1800" spc="-10" dirty="0">
                <a:latin typeface="宋体"/>
                <a:cs typeface="宋体"/>
              </a:rPr>
              <a:t>将原理应用到新领域</a:t>
            </a:r>
            <a:endParaRPr sz="1800">
              <a:latin typeface="宋体"/>
              <a:cs typeface="宋体"/>
            </a:endParaRPr>
          </a:p>
          <a:p>
            <a:pPr>
              <a:lnSpc>
                <a:spcPct val="100000"/>
              </a:lnSpc>
              <a:spcBef>
                <a:spcPts val="25"/>
              </a:spcBef>
            </a:pPr>
            <a:endParaRPr sz="1600">
              <a:latin typeface="宋体"/>
              <a:cs typeface="宋体"/>
            </a:endParaRPr>
          </a:p>
          <a:p>
            <a:pPr marL="305435">
              <a:lnSpc>
                <a:spcPct val="100000"/>
              </a:lnSpc>
              <a:spcBef>
                <a:spcPts val="5"/>
              </a:spcBef>
            </a:pPr>
            <a:r>
              <a:rPr sz="1800" b="1" spc="-10" dirty="0">
                <a:latin typeface="Microsoft JhengHei"/>
                <a:cs typeface="Microsoft JhengHei"/>
              </a:rPr>
              <a:t>实战技巧：操作方法</a:t>
            </a:r>
            <a:endParaRPr sz="1800">
              <a:latin typeface="Microsoft JhengHei"/>
              <a:cs typeface="Microsoft JhengHei"/>
            </a:endParaRPr>
          </a:p>
        </p:txBody>
      </p:sp>
      <p:sp>
        <p:nvSpPr>
          <p:cNvPr id="7" name="object 7"/>
          <p:cNvSpPr/>
          <p:nvPr/>
        </p:nvSpPr>
        <p:spPr>
          <a:xfrm>
            <a:off x="318770" y="4628515"/>
            <a:ext cx="5594985" cy="1804670"/>
          </a:xfrm>
          <a:custGeom>
            <a:avLst/>
            <a:gdLst/>
            <a:ahLst/>
            <a:cxnLst/>
            <a:rect l="l" t="t" r="r" b="b"/>
            <a:pathLst>
              <a:path w="5594985" h="1804670">
                <a:moveTo>
                  <a:pt x="5591175" y="1804670"/>
                </a:moveTo>
                <a:lnTo>
                  <a:pt x="3809" y="1804670"/>
                </a:lnTo>
                <a:lnTo>
                  <a:pt x="2349" y="1804377"/>
                </a:lnTo>
                <a:lnTo>
                  <a:pt x="1117" y="1803552"/>
                </a:lnTo>
                <a:lnTo>
                  <a:pt x="292" y="1802320"/>
                </a:lnTo>
                <a:lnTo>
                  <a:pt x="0" y="1800860"/>
                </a:lnTo>
                <a:lnTo>
                  <a:pt x="0" y="3810"/>
                </a:lnTo>
                <a:lnTo>
                  <a:pt x="292" y="2349"/>
                </a:lnTo>
                <a:lnTo>
                  <a:pt x="1117" y="1117"/>
                </a:lnTo>
                <a:lnTo>
                  <a:pt x="2349" y="292"/>
                </a:lnTo>
                <a:lnTo>
                  <a:pt x="3809" y="0"/>
                </a:lnTo>
                <a:lnTo>
                  <a:pt x="5591175" y="0"/>
                </a:lnTo>
                <a:lnTo>
                  <a:pt x="5592635" y="292"/>
                </a:lnTo>
                <a:lnTo>
                  <a:pt x="5593867" y="1117"/>
                </a:lnTo>
                <a:lnTo>
                  <a:pt x="5594692" y="2349"/>
                </a:lnTo>
                <a:lnTo>
                  <a:pt x="5594984" y="3810"/>
                </a:lnTo>
                <a:lnTo>
                  <a:pt x="7619" y="3810"/>
                </a:lnTo>
                <a:lnTo>
                  <a:pt x="3809" y="7620"/>
                </a:lnTo>
                <a:lnTo>
                  <a:pt x="7619" y="7620"/>
                </a:lnTo>
                <a:lnTo>
                  <a:pt x="7619" y="1797050"/>
                </a:lnTo>
                <a:lnTo>
                  <a:pt x="3809" y="1797050"/>
                </a:lnTo>
                <a:lnTo>
                  <a:pt x="7619" y="1800860"/>
                </a:lnTo>
                <a:lnTo>
                  <a:pt x="5594984" y="1800860"/>
                </a:lnTo>
                <a:lnTo>
                  <a:pt x="5594692" y="1802320"/>
                </a:lnTo>
                <a:lnTo>
                  <a:pt x="5593867" y="1803552"/>
                </a:lnTo>
                <a:lnTo>
                  <a:pt x="5592635" y="1804377"/>
                </a:lnTo>
                <a:lnTo>
                  <a:pt x="5591175" y="1804670"/>
                </a:lnTo>
                <a:close/>
              </a:path>
              <a:path w="5594985" h="1804670">
                <a:moveTo>
                  <a:pt x="7619" y="7620"/>
                </a:moveTo>
                <a:lnTo>
                  <a:pt x="3809" y="7620"/>
                </a:lnTo>
                <a:lnTo>
                  <a:pt x="7619" y="3810"/>
                </a:lnTo>
                <a:lnTo>
                  <a:pt x="7619" y="7620"/>
                </a:lnTo>
                <a:close/>
              </a:path>
              <a:path w="5594985" h="1804670">
                <a:moveTo>
                  <a:pt x="5587365" y="7620"/>
                </a:moveTo>
                <a:lnTo>
                  <a:pt x="7619" y="7620"/>
                </a:lnTo>
                <a:lnTo>
                  <a:pt x="7619" y="3810"/>
                </a:lnTo>
                <a:lnTo>
                  <a:pt x="5587365" y="3810"/>
                </a:lnTo>
                <a:lnTo>
                  <a:pt x="5587365" y="7620"/>
                </a:lnTo>
                <a:close/>
              </a:path>
              <a:path w="5594985" h="1804670">
                <a:moveTo>
                  <a:pt x="5587365" y="1800860"/>
                </a:moveTo>
                <a:lnTo>
                  <a:pt x="5587365" y="3810"/>
                </a:lnTo>
                <a:lnTo>
                  <a:pt x="5591175" y="7620"/>
                </a:lnTo>
                <a:lnTo>
                  <a:pt x="5594984" y="7620"/>
                </a:lnTo>
                <a:lnTo>
                  <a:pt x="5594984" y="1797050"/>
                </a:lnTo>
                <a:lnTo>
                  <a:pt x="5591175" y="1797050"/>
                </a:lnTo>
                <a:lnTo>
                  <a:pt x="5587365" y="1800860"/>
                </a:lnTo>
                <a:close/>
              </a:path>
              <a:path w="5594985" h="1804670">
                <a:moveTo>
                  <a:pt x="5594984" y="7620"/>
                </a:moveTo>
                <a:lnTo>
                  <a:pt x="5591175" y="7620"/>
                </a:lnTo>
                <a:lnTo>
                  <a:pt x="5587365" y="3810"/>
                </a:lnTo>
                <a:lnTo>
                  <a:pt x="5594984" y="3810"/>
                </a:lnTo>
                <a:lnTo>
                  <a:pt x="5594984" y="7620"/>
                </a:lnTo>
                <a:close/>
              </a:path>
              <a:path w="5594985" h="1804670">
                <a:moveTo>
                  <a:pt x="7619" y="1800860"/>
                </a:moveTo>
                <a:lnTo>
                  <a:pt x="3809" y="1797050"/>
                </a:lnTo>
                <a:lnTo>
                  <a:pt x="7619" y="1797050"/>
                </a:lnTo>
                <a:lnTo>
                  <a:pt x="7619" y="1800860"/>
                </a:lnTo>
                <a:close/>
              </a:path>
              <a:path w="5594985" h="1804670">
                <a:moveTo>
                  <a:pt x="5587365" y="1800860"/>
                </a:moveTo>
                <a:lnTo>
                  <a:pt x="7619" y="1800860"/>
                </a:lnTo>
                <a:lnTo>
                  <a:pt x="7619" y="1797050"/>
                </a:lnTo>
                <a:lnTo>
                  <a:pt x="5587365" y="1797050"/>
                </a:lnTo>
                <a:lnTo>
                  <a:pt x="5587365" y="1800860"/>
                </a:lnTo>
                <a:close/>
              </a:path>
              <a:path w="5594985" h="1804670">
                <a:moveTo>
                  <a:pt x="5594984" y="1800860"/>
                </a:moveTo>
                <a:lnTo>
                  <a:pt x="5587365" y="1800860"/>
                </a:lnTo>
                <a:lnTo>
                  <a:pt x="5591175" y="1797050"/>
                </a:lnTo>
                <a:lnTo>
                  <a:pt x="5594984" y="1797050"/>
                </a:lnTo>
                <a:lnTo>
                  <a:pt x="5594984" y="1800860"/>
                </a:lnTo>
                <a:close/>
              </a:path>
            </a:pathLst>
          </a:custGeom>
          <a:solidFill>
            <a:srgbClr val="C0C0C0"/>
          </a:solidFill>
        </p:spPr>
        <p:txBody>
          <a:bodyPr wrap="square" lIns="0" tIns="0" rIns="0" bIns="0" rtlCol="0"/>
          <a:lstStyle/>
          <a:p>
            <a:endParaRPr/>
          </a:p>
        </p:txBody>
      </p:sp>
      <p:sp>
        <p:nvSpPr>
          <p:cNvPr id="8" name="object 8"/>
          <p:cNvSpPr txBox="1"/>
          <p:nvPr/>
        </p:nvSpPr>
        <p:spPr>
          <a:xfrm>
            <a:off x="401320" y="4791075"/>
            <a:ext cx="3111500" cy="14224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 dirty="0">
                <a:latin typeface="宋体"/>
                <a:cs typeface="宋体"/>
              </a:rPr>
              <a:t>使用“评估矩阵”提示进行系统性筛选</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应用“优化循环”提示迭代改进想法</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设计“创意组合”提示融合不同概念</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使用“叙事架构”提示创建统一的故事线</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应用“综合提炼”提示形成最终观点</a:t>
            </a:r>
            <a:endParaRPr sz="1200">
              <a:latin typeface="宋体"/>
              <a:cs typeface="宋体"/>
            </a:endParaRPr>
          </a:p>
        </p:txBody>
      </p:sp>
      <p:sp>
        <p:nvSpPr>
          <p:cNvPr id="9" name="object 9"/>
          <p:cNvSpPr/>
          <p:nvPr/>
        </p:nvSpPr>
        <p:spPr>
          <a:xfrm>
            <a:off x="6223634" y="5152390"/>
            <a:ext cx="5594985" cy="1281430"/>
          </a:xfrm>
          <a:custGeom>
            <a:avLst/>
            <a:gdLst/>
            <a:ahLst/>
            <a:cxnLst/>
            <a:rect l="l" t="t" r="r" b="b"/>
            <a:pathLst>
              <a:path w="5594984" h="1281429">
                <a:moveTo>
                  <a:pt x="5591174" y="1281430"/>
                </a:moveTo>
                <a:lnTo>
                  <a:pt x="3810" y="1281430"/>
                </a:lnTo>
                <a:lnTo>
                  <a:pt x="2349" y="1281137"/>
                </a:lnTo>
                <a:lnTo>
                  <a:pt x="1117" y="1280312"/>
                </a:lnTo>
                <a:lnTo>
                  <a:pt x="292" y="1279080"/>
                </a:lnTo>
                <a:lnTo>
                  <a:pt x="0" y="1277620"/>
                </a:lnTo>
                <a:lnTo>
                  <a:pt x="0" y="3810"/>
                </a:lnTo>
                <a:lnTo>
                  <a:pt x="292" y="2349"/>
                </a:lnTo>
                <a:lnTo>
                  <a:pt x="1117" y="1117"/>
                </a:lnTo>
                <a:lnTo>
                  <a:pt x="2349" y="292"/>
                </a:lnTo>
                <a:lnTo>
                  <a:pt x="3810" y="0"/>
                </a:lnTo>
                <a:lnTo>
                  <a:pt x="5591174" y="0"/>
                </a:lnTo>
                <a:lnTo>
                  <a:pt x="5592635" y="292"/>
                </a:lnTo>
                <a:lnTo>
                  <a:pt x="5593867" y="1117"/>
                </a:lnTo>
                <a:lnTo>
                  <a:pt x="5594692" y="2349"/>
                </a:lnTo>
                <a:lnTo>
                  <a:pt x="5594985" y="3810"/>
                </a:lnTo>
                <a:lnTo>
                  <a:pt x="7619" y="3810"/>
                </a:lnTo>
                <a:lnTo>
                  <a:pt x="3810" y="7620"/>
                </a:lnTo>
                <a:lnTo>
                  <a:pt x="7619" y="7620"/>
                </a:lnTo>
                <a:lnTo>
                  <a:pt x="7619" y="1273810"/>
                </a:lnTo>
                <a:lnTo>
                  <a:pt x="3810" y="1273810"/>
                </a:lnTo>
                <a:lnTo>
                  <a:pt x="7619" y="1277620"/>
                </a:lnTo>
                <a:lnTo>
                  <a:pt x="5594985" y="1277620"/>
                </a:lnTo>
                <a:lnTo>
                  <a:pt x="5594692" y="1279080"/>
                </a:lnTo>
                <a:lnTo>
                  <a:pt x="5593867" y="1280312"/>
                </a:lnTo>
                <a:lnTo>
                  <a:pt x="5592635" y="1281137"/>
                </a:lnTo>
                <a:lnTo>
                  <a:pt x="5591174" y="1281430"/>
                </a:lnTo>
                <a:close/>
              </a:path>
              <a:path w="5594984" h="1281429">
                <a:moveTo>
                  <a:pt x="7619" y="7620"/>
                </a:moveTo>
                <a:lnTo>
                  <a:pt x="3810" y="7620"/>
                </a:lnTo>
                <a:lnTo>
                  <a:pt x="7619" y="3810"/>
                </a:lnTo>
                <a:lnTo>
                  <a:pt x="7619" y="7620"/>
                </a:lnTo>
                <a:close/>
              </a:path>
              <a:path w="5594984" h="1281429">
                <a:moveTo>
                  <a:pt x="5587365" y="7620"/>
                </a:moveTo>
                <a:lnTo>
                  <a:pt x="7619" y="7620"/>
                </a:lnTo>
                <a:lnTo>
                  <a:pt x="7619" y="3810"/>
                </a:lnTo>
                <a:lnTo>
                  <a:pt x="5587365" y="3810"/>
                </a:lnTo>
                <a:lnTo>
                  <a:pt x="5587365" y="7620"/>
                </a:lnTo>
                <a:close/>
              </a:path>
              <a:path w="5594984" h="1281429">
                <a:moveTo>
                  <a:pt x="5587365" y="1277620"/>
                </a:moveTo>
                <a:lnTo>
                  <a:pt x="5587365" y="3810"/>
                </a:lnTo>
                <a:lnTo>
                  <a:pt x="5591174" y="7620"/>
                </a:lnTo>
                <a:lnTo>
                  <a:pt x="5594985" y="7620"/>
                </a:lnTo>
                <a:lnTo>
                  <a:pt x="5594985" y="1273810"/>
                </a:lnTo>
                <a:lnTo>
                  <a:pt x="5591174" y="1273810"/>
                </a:lnTo>
                <a:lnTo>
                  <a:pt x="5587365" y="1277620"/>
                </a:lnTo>
                <a:close/>
              </a:path>
              <a:path w="5594984" h="1281429">
                <a:moveTo>
                  <a:pt x="5594985" y="7620"/>
                </a:moveTo>
                <a:lnTo>
                  <a:pt x="5591174" y="7620"/>
                </a:lnTo>
                <a:lnTo>
                  <a:pt x="5587365" y="3810"/>
                </a:lnTo>
                <a:lnTo>
                  <a:pt x="5594985" y="3810"/>
                </a:lnTo>
                <a:lnTo>
                  <a:pt x="5594985" y="7620"/>
                </a:lnTo>
                <a:close/>
              </a:path>
              <a:path w="5594984" h="1281429">
                <a:moveTo>
                  <a:pt x="7619" y="1277620"/>
                </a:moveTo>
                <a:lnTo>
                  <a:pt x="3810" y="1273810"/>
                </a:lnTo>
                <a:lnTo>
                  <a:pt x="7619" y="1273810"/>
                </a:lnTo>
                <a:lnTo>
                  <a:pt x="7619" y="1277620"/>
                </a:lnTo>
                <a:close/>
              </a:path>
              <a:path w="5594984" h="1281429">
                <a:moveTo>
                  <a:pt x="5587365" y="1277620"/>
                </a:moveTo>
                <a:lnTo>
                  <a:pt x="7619" y="1277620"/>
                </a:lnTo>
                <a:lnTo>
                  <a:pt x="7619" y="1273810"/>
                </a:lnTo>
                <a:lnTo>
                  <a:pt x="5587365" y="1273810"/>
                </a:lnTo>
                <a:lnTo>
                  <a:pt x="5587365" y="1277620"/>
                </a:lnTo>
                <a:close/>
              </a:path>
              <a:path w="5594984" h="1281429">
                <a:moveTo>
                  <a:pt x="5594985" y="1277620"/>
                </a:moveTo>
                <a:lnTo>
                  <a:pt x="5587365" y="1277620"/>
                </a:lnTo>
                <a:lnTo>
                  <a:pt x="5591174" y="1273810"/>
                </a:lnTo>
                <a:lnTo>
                  <a:pt x="5594985" y="1273810"/>
                </a:lnTo>
                <a:lnTo>
                  <a:pt x="5594985" y="1277620"/>
                </a:lnTo>
                <a:close/>
              </a:path>
            </a:pathLst>
          </a:custGeom>
          <a:solidFill>
            <a:srgbClr val="C0C0C0"/>
          </a:solidFill>
        </p:spPr>
        <p:txBody>
          <a:bodyPr wrap="square" lIns="0" tIns="0" rIns="0" bIns="0" rtlCol="0"/>
          <a:lstStyle/>
          <a:p>
            <a:endParaRPr/>
          </a:p>
        </p:txBody>
      </p:sp>
      <p:sp>
        <p:nvSpPr>
          <p:cNvPr id="10" name="object 10"/>
          <p:cNvSpPr txBox="1"/>
          <p:nvPr/>
        </p:nvSpPr>
        <p:spPr>
          <a:xfrm>
            <a:off x="6306184" y="5193029"/>
            <a:ext cx="3111500" cy="1143000"/>
          </a:xfrm>
          <a:prstGeom prst="rect">
            <a:avLst/>
          </a:prstGeom>
        </p:spPr>
        <p:txBody>
          <a:bodyPr vert="horz" wrap="square" lIns="0" tIns="109220" rIns="0" bIns="0" rtlCol="0">
            <a:spAutoFit/>
          </a:bodyPr>
          <a:lstStyle/>
          <a:p>
            <a:pPr marL="355600" indent="-342900">
              <a:lnSpc>
                <a:spcPct val="100000"/>
              </a:lnSpc>
              <a:spcBef>
                <a:spcPts val="860"/>
              </a:spcBef>
              <a:buAutoNum type="arabicPeriod"/>
              <a:tabLst>
                <a:tab pos="354965" algn="l"/>
                <a:tab pos="355600" algn="l"/>
              </a:tabLst>
            </a:pPr>
            <a:r>
              <a:rPr sz="1200" spc="-5" dirty="0">
                <a:latin typeface="宋体"/>
                <a:cs typeface="宋体"/>
              </a:rPr>
              <a:t>使用“随机输入”提示引入跨领域元素</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应用“类比映射”提示建立领域间的联系</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设计“抽象化”提示提取核心原理</a:t>
            </a:r>
            <a:endParaRPr sz="1200">
              <a:latin typeface="宋体"/>
              <a:cs typeface="宋体"/>
            </a:endParaRPr>
          </a:p>
          <a:p>
            <a:pPr marL="355600" indent="-342900">
              <a:lnSpc>
                <a:spcPct val="100000"/>
              </a:lnSpc>
              <a:spcBef>
                <a:spcPts val="760"/>
              </a:spcBef>
              <a:buAutoNum type="arabicPeriod"/>
              <a:tabLst>
                <a:tab pos="354965" algn="l"/>
                <a:tab pos="355600" algn="l"/>
              </a:tabLst>
            </a:pPr>
            <a:r>
              <a:rPr sz="1200" spc="-5" dirty="0">
                <a:latin typeface="宋体"/>
                <a:cs typeface="宋体"/>
              </a:rPr>
              <a:t>使用“跨域应用”提示探索新的应用场景</a:t>
            </a:r>
            <a:endParaRPr sz="1200">
              <a:latin typeface="宋体"/>
              <a:cs typeface="宋体"/>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1467465" cy="634365"/>
          </a:xfrm>
          <a:prstGeom prst="rect">
            <a:avLst/>
          </a:prstGeom>
        </p:spPr>
        <p:txBody>
          <a:bodyPr vert="horz" wrap="square" lIns="0" tIns="12065" rIns="0" bIns="0" rtlCol="0">
            <a:spAutoFit/>
          </a:bodyPr>
          <a:lstStyle/>
          <a:p>
            <a:pPr marL="12700">
              <a:lnSpc>
                <a:spcPct val="100000"/>
              </a:lnSpc>
              <a:spcBef>
                <a:spcPts val="95"/>
              </a:spcBef>
            </a:pPr>
            <a:r>
              <a:rPr sz="4000" spc="270" dirty="0"/>
              <a:t>深度融合：整合知识与创意的提示语链优化策</a:t>
            </a:r>
            <a:r>
              <a:rPr sz="4000" spc="-50" dirty="0"/>
              <a:t>略</a:t>
            </a:r>
            <a:endParaRPr sz="4000"/>
          </a:p>
        </p:txBody>
      </p:sp>
      <p:sp>
        <p:nvSpPr>
          <p:cNvPr id="3" name="object 3"/>
          <p:cNvSpPr/>
          <p:nvPr/>
        </p:nvSpPr>
        <p:spPr>
          <a:xfrm>
            <a:off x="404177" y="2598737"/>
            <a:ext cx="7823834" cy="1473835"/>
          </a:xfrm>
          <a:custGeom>
            <a:avLst/>
            <a:gdLst/>
            <a:ahLst/>
            <a:cxnLst/>
            <a:rect l="l" t="t" r="r" b="b"/>
            <a:pathLst>
              <a:path w="7823834" h="1473835">
                <a:moveTo>
                  <a:pt x="7819072" y="1473835"/>
                </a:moveTo>
                <a:lnTo>
                  <a:pt x="4762" y="1473835"/>
                </a:lnTo>
                <a:lnTo>
                  <a:pt x="3289" y="1473606"/>
                </a:lnTo>
                <a:lnTo>
                  <a:pt x="1968" y="1472920"/>
                </a:lnTo>
                <a:lnTo>
                  <a:pt x="914" y="1471866"/>
                </a:lnTo>
                <a:lnTo>
                  <a:pt x="228" y="1470545"/>
                </a:lnTo>
                <a:lnTo>
                  <a:pt x="0" y="1469072"/>
                </a:lnTo>
                <a:lnTo>
                  <a:pt x="0" y="4762"/>
                </a:lnTo>
                <a:lnTo>
                  <a:pt x="4762" y="0"/>
                </a:lnTo>
                <a:lnTo>
                  <a:pt x="7819072" y="0"/>
                </a:lnTo>
                <a:lnTo>
                  <a:pt x="7823834" y="4762"/>
                </a:lnTo>
                <a:lnTo>
                  <a:pt x="9525" y="4762"/>
                </a:lnTo>
                <a:lnTo>
                  <a:pt x="4762" y="9524"/>
                </a:lnTo>
                <a:lnTo>
                  <a:pt x="9525" y="9524"/>
                </a:lnTo>
                <a:lnTo>
                  <a:pt x="9525" y="1464310"/>
                </a:lnTo>
                <a:lnTo>
                  <a:pt x="4762" y="1464310"/>
                </a:lnTo>
                <a:lnTo>
                  <a:pt x="9525" y="1469072"/>
                </a:lnTo>
                <a:lnTo>
                  <a:pt x="7823834" y="1469072"/>
                </a:lnTo>
                <a:lnTo>
                  <a:pt x="7823606" y="1470545"/>
                </a:lnTo>
                <a:lnTo>
                  <a:pt x="7822920" y="1471866"/>
                </a:lnTo>
                <a:lnTo>
                  <a:pt x="7821866" y="1472920"/>
                </a:lnTo>
                <a:lnTo>
                  <a:pt x="7820545" y="1473606"/>
                </a:lnTo>
                <a:lnTo>
                  <a:pt x="7819072" y="1473835"/>
                </a:lnTo>
                <a:close/>
              </a:path>
              <a:path w="7823834" h="1473835">
                <a:moveTo>
                  <a:pt x="9525" y="9524"/>
                </a:moveTo>
                <a:lnTo>
                  <a:pt x="4762" y="9524"/>
                </a:lnTo>
                <a:lnTo>
                  <a:pt x="9525" y="4762"/>
                </a:lnTo>
                <a:lnTo>
                  <a:pt x="9525" y="9524"/>
                </a:lnTo>
                <a:close/>
              </a:path>
              <a:path w="7823834" h="1473835">
                <a:moveTo>
                  <a:pt x="7814309" y="9524"/>
                </a:moveTo>
                <a:lnTo>
                  <a:pt x="9525" y="9524"/>
                </a:lnTo>
                <a:lnTo>
                  <a:pt x="9525" y="4762"/>
                </a:lnTo>
                <a:lnTo>
                  <a:pt x="7814309" y="4762"/>
                </a:lnTo>
                <a:lnTo>
                  <a:pt x="7814309" y="9524"/>
                </a:lnTo>
                <a:close/>
              </a:path>
              <a:path w="7823834" h="1473835">
                <a:moveTo>
                  <a:pt x="7814309" y="1469072"/>
                </a:moveTo>
                <a:lnTo>
                  <a:pt x="7814309" y="4762"/>
                </a:lnTo>
                <a:lnTo>
                  <a:pt x="7819072" y="9524"/>
                </a:lnTo>
                <a:lnTo>
                  <a:pt x="7823834" y="9524"/>
                </a:lnTo>
                <a:lnTo>
                  <a:pt x="7823834" y="1464310"/>
                </a:lnTo>
                <a:lnTo>
                  <a:pt x="7819072" y="1464310"/>
                </a:lnTo>
                <a:lnTo>
                  <a:pt x="7814309" y="1469072"/>
                </a:lnTo>
                <a:close/>
              </a:path>
              <a:path w="7823834" h="1473835">
                <a:moveTo>
                  <a:pt x="7823834" y="9524"/>
                </a:moveTo>
                <a:lnTo>
                  <a:pt x="7819072" y="9524"/>
                </a:lnTo>
                <a:lnTo>
                  <a:pt x="7814309" y="4762"/>
                </a:lnTo>
                <a:lnTo>
                  <a:pt x="7823834" y="4762"/>
                </a:lnTo>
                <a:lnTo>
                  <a:pt x="7823834" y="9524"/>
                </a:lnTo>
                <a:close/>
              </a:path>
              <a:path w="7823834" h="1473835">
                <a:moveTo>
                  <a:pt x="9525" y="1469072"/>
                </a:moveTo>
                <a:lnTo>
                  <a:pt x="4762" y="1464310"/>
                </a:lnTo>
                <a:lnTo>
                  <a:pt x="9525" y="1464310"/>
                </a:lnTo>
                <a:lnTo>
                  <a:pt x="9525" y="1469072"/>
                </a:lnTo>
                <a:close/>
              </a:path>
              <a:path w="7823834" h="1473835">
                <a:moveTo>
                  <a:pt x="7814309" y="1469072"/>
                </a:moveTo>
                <a:lnTo>
                  <a:pt x="9525" y="1469072"/>
                </a:lnTo>
                <a:lnTo>
                  <a:pt x="9525" y="1464310"/>
                </a:lnTo>
                <a:lnTo>
                  <a:pt x="7814309" y="1464310"/>
                </a:lnTo>
                <a:lnTo>
                  <a:pt x="7814309" y="1469072"/>
                </a:lnTo>
                <a:close/>
              </a:path>
              <a:path w="7823834" h="1473835">
                <a:moveTo>
                  <a:pt x="7823834" y="1469072"/>
                </a:moveTo>
                <a:lnTo>
                  <a:pt x="7814309" y="1469072"/>
                </a:lnTo>
                <a:lnTo>
                  <a:pt x="7819072" y="1464310"/>
                </a:lnTo>
                <a:lnTo>
                  <a:pt x="7823834" y="1464310"/>
                </a:lnTo>
                <a:lnTo>
                  <a:pt x="7823834" y="1469072"/>
                </a:lnTo>
                <a:close/>
              </a:path>
            </a:pathLst>
          </a:custGeom>
          <a:solidFill>
            <a:srgbClr val="0A80DF"/>
          </a:solidFill>
        </p:spPr>
        <p:txBody>
          <a:bodyPr wrap="square" lIns="0" tIns="0" rIns="0" bIns="0" rtlCol="0"/>
          <a:lstStyle/>
          <a:p>
            <a:endParaRPr/>
          </a:p>
        </p:txBody>
      </p:sp>
      <p:sp>
        <p:nvSpPr>
          <p:cNvPr id="4" name="object 4"/>
          <p:cNvSpPr txBox="1"/>
          <p:nvPr/>
        </p:nvSpPr>
        <p:spPr>
          <a:xfrm>
            <a:off x="487680" y="2748914"/>
            <a:ext cx="6400800" cy="1094105"/>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dirty="0">
                <a:latin typeface="宋体"/>
                <a:cs typeface="宋体"/>
              </a:rPr>
              <a:t>逻辑链（Logic</a:t>
            </a:r>
            <a:r>
              <a:rPr sz="1800" spc="-175" dirty="0">
                <a:latin typeface="宋体"/>
                <a:cs typeface="宋体"/>
              </a:rPr>
              <a:t> </a:t>
            </a:r>
            <a:r>
              <a:rPr sz="1800" spc="50" dirty="0">
                <a:latin typeface="宋体"/>
                <a:cs typeface="宋体"/>
              </a:rPr>
              <a:t>Chain）：</a:t>
            </a:r>
            <a:r>
              <a:rPr sz="1800" spc="-5" dirty="0">
                <a:latin typeface="宋体"/>
                <a:cs typeface="宋体"/>
              </a:rPr>
              <a:t>确保推理的严密性和论证的连贯性</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dirty="0">
                <a:latin typeface="宋体"/>
                <a:cs typeface="宋体"/>
              </a:rPr>
              <a:t>知识链</a:t>
            </a:r>
            <a:r>
              <a:rPr sz="1800" spc="140" dirty="0">
                <a:latin typeface="宋体"/>
                <a:cs typeface="宋体"/>
              </a:rPr>
              <a:t>（Knowledge</a:t>
            </a:r>
            <a:r>
              <a:rPr sz="1800" spc="-295" dirty="0">
                <a:latin typeface="宋体"/>
                <a:cs typeface="宋体"/>
              </a:rPr>
              <a:t> </a:t>
            </a:r>
            <a:r>
              <a:rPr sz="1800" spc="50" dirty="0">
                <a:latin typeface="宋体"/>
                <a:cs typeface="宋体"/>
              </a:rPr>
              <a:t>Chain）：</a:t>
            </a:r>
            <a:r>
              <a:rPr sz="1800" spc="-5" dirty="0">
                <a:latin typeface="宋体"/>
                <a:cs typeface="宋体"/>
              </a:rPr>
              <a:t>激活和应用相关领域知识</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dirty="0">
                <a:latin typeface="宋体"/>
                <a:cs typeface="宋体"/>
              </a:rPr>
              <a:t>创意链</a:t>
            </a:r>
            <a:r>
              <a:rPr sz="1800" spc="-110" dirty="0">
                <a:latin typeface="宋体"/>
                <a:cs typeface="宋体"/>
              </a:rPr>
              <a:t>（Creativity</a:t>
            </a:r>
            <a:r>
              <a:rPr sz="1800" spc="-215" dirty="0">
                <a:latin typeface="宋体"/>
                <a:cs typeface="宋体"/>
              </a:rPr>
              <a:t> </a:t>
            </a:r>
            <a:r>
              <a:rPr sz="1800" spc="50" dirty="0">
                <a:latin typeface="宋体"/>
                <a:cs typeface="宋体"/>
              </a:rPr>
              <a:t>Chain）：</a:t>
            </a:r>
            <a:r>
              <a:rPr sz="1800" spc="-5" dirty="0">
                <a:latin typeface="宋体"/>
                <a:cs typeface="宋体"/>
              </a:rPr>
              <a:t>促进创新思维和独特见解</a:t>
            </a:r>
            <a:endParaRPr sz="1800">
              <a:latin typeface="宋体"/>
              <a:cs typeface="宋体"/>
            </a:endParaRPr>
          </a:p>
        </p:txBody>
      </p:sp>
      <p:sp>
        <p:nvSpPr>
          <p:cNvPr id="5" name="object 5"/>
          <p:cNvSpPr txBox="1"/>
          <p:nvPr/>
        </p:nvSpPr>
        <p:spPr>
          <a:xfrm>
            <a:off x="393191" y="2296667"/>
            <a:ext cx="2011680" cy="327660"/>
          </a:xfrm>
          <a:prstGeom prst="rect">
            <a:avLst/>
          </a:prstGeom>
          <a:solidFill>
            <a:srgbClr val="0A80DF"/>
          </a:solidFill>
        </p:spPr>
        <p:txBody>
          <a:bodyPr vert="horz" wrap="square" lIns="0" tIns="20320" rIns="0" bIns="0" rtlCol="0">
            <a:spAutoFit/>
          </a:bodyPr>
          <a:lstStyle/>
          <a:p>
            <a:pPr marL="317500">
              <a:lnSpc>
                <a:spcPct val="100000"/>
              </a:lnSpc>
              <a:spcBef>
                <a:spcPts val="160"/>
              </a:spcBef>
            </a:pPr>
            <a:r>
              <a:rPr sz="1800" b="1" spc="-10" dirty="0">
                <a:solidFill>
                  <a:srgbClr val="FFFFFF"/>
                </a:solidFill>
                <a:latin typeface="Microsoft JhengHei"/>
                <a:cs typeface="Microsoft JhengHei"/>
              </a:rPr>
              <a:t>三链融合模型</a:t>
            </a:r>
            <a:endParaRPr sz="1800">
              <a:latin typeface="Microsoft JhengHei"/>
              <a:cs typeface="Microsoft JhengHei"/>
            </a:endParaRPr>
          </a:p>
        </p:txBody>
      </p:sp>
      <p:sp>
        <p:nvSpPr>
          <p:cNvPr id="6" name="object 6"/>
          <p:cNvSpPr txBox="1"/>
          <p:nvPr/>
        </p:nvSpPr>
        <p:spPr>
          <a:xfrm>
            <a:off x="408431" y="4274820"/>
            <a:ext cx="2032000" cy="327660"/>
          </a:xfrm>
          <a:prstGeom prst="rect">
            <a:avLst/>
          </a:prstGeom>
          <a:solidFill>
            <a:srgbClr val="0A80DF"/>
          </a:solidFill>
        </p:spPr>
        <p:txBody>
          <a:bodyPr vert="horz" wrap="square" lIns="0" tIns="20320" rIns="0" bIns="0" rtlCol="0">
            <a:spAutoFit/>
          </a:bodyPr>
          <a:lstStyle/>
          <a:p>
            <a:pPr marL="213360">
              <a:lnSpc>
                <a:spcPct val="100000"/>
              </a:lnSpc>
              <a:spcBef>
                <a:spcPts val="160"/>
              </a:spcBef>
            </a:pPr>
            <a:r>
              <a:rPr sz="1800" b="1" spc="-10" dirty="0">
                <a:solidFill>
                  <a:srgbClr val="FFFFFF"/>
                </a:solidFill>
                <a:latin typeface="Microsoft JhengHei"/>
                <a:cs typeface="Microsoft JhengHei"/>
              </a:rPr>
              <a:t>逻辑链优化策略</a:t>
            </a:r>
            <a:endParaRPr sz="1800">
              <a:latin typeface="Microsoft JhengHei"/>
              <a:cs typeface="Microsoft JhengHei"/>
            </a:endParaRPr>
          </a:p>
        </p:txBody>
      </p:sp>
      <p:sp>
        <p:nvSpPr>
          <p:cNvPr id="7" name="object 7"/>
          <p:cNvSpPr txBox="1"/>
          <p:nvPr/>
        </p:nvSpPr>
        <p:spPr>
          <a:xfrm>
            <a:off x="2913888" y="4274820"/>
            <a:ext cx="2010410" cy="327660"/>
          </a:xfrm>
          <a:prstGeom prst="rect">
            <a:avLst/>
          </a:prstGeom>
          <a:solidFill>
            <a:srgbClr val="0A80DF"/>
          </a:solidFill>
        </p:spPr>
        <p:txBody>
          <a:bodyPr vert="horz" wrap="square" lIns="0" tIns="20320" rIns="0" bIns="0" rtlCol="0">
            <a:spAutoFit/>
          </a:bodyPr>
          <a:lstStyle/>
          <a:p>
            <a:pPr marL="202565">
              <a:lnSpc>
                <a:spcPct val="100000"/>
              </a:lnSpc>
              <a:spcBef>
                <a:spcPts val="160"/>
              </a:spcBef>
            </a:pPr>
            <a:r>
              <a:rPr sz="1800" b="1" spc="-10" dirty="0">
                <a:solidFill>
                  <a:srgbClr val="FFFFFF"/>
                </a:solidFill>
                <a:latin typeface="Microsoft JhengHei"/>
                <a:cs typeface="Microsoft JhengHei"/>
              </a:rPr>
              <a:t>知识链优化策略</a:t>
            </a:r>
            <a:endParaRPr sz="1800">
              <a:latin typeface="Microsoft JhengHei"/>
              <a:cs typeface="Microsoft JhengHei"/>
            </a:endParaRPr>
          </a:p>
        </p:txBody>
      </p:sp>
      <p:sp>
        <p:nvSpPr>
          <p:cNvPr id="8" name="object 8"/>
          <p:cNvSpPr/>
          <p:nvPr/>
        </p:nvSpPr>
        <p:spPr>
          <a:xfrm>
            <a:off x="404177" y="4597082"/>
            <a:ext cx="2392045" cy="1778635"/>
          </a:xfrm>
          <a:custGeom>
            <a:avLst/>
            <a:gdLst/>
            <a:ahLst/>
            <a:cxnLst/>
            <a:rect l="l" t="t" r="r" b="b"/>
            <a:pathLst>
              <a:path w="2392045" h="1778635">
                <a:moveTo>
                  <a:pt x="2387282" y="1778634"/>
                </a:moveTo>
                <a:lnTo>
                  <a:pt x="4762" y="1778634"/>
                </a:lnTo>
                <a:lnTo>
                  <a:pt x="3289" y="1778406"/>
                </a:lnTo>
                <a:lnTo>
                  <a:pt x="1968" y="1777720"/>
                </a:lnTo>
                <a:lnTo>
                  <a:pt x="914" y="1776666"/>
                </a:lnTo>
                <a:lnTo>
                  <a:pt x="228" y="1775345"/>
                </a:lnTo>
                <a:lnTo>
                  <a:pt x="0" y="1773872"/>
                </a:lnTo>
                <a:lnTo>
                  <a:pt x="0" y="4762"/>
                </a:lnTo>
                <a:lnTo>
                  <a:pt x="4762" y="0"/>
                </a:lnTo>
                <a:lnTo>
                  <a:pt x="2387282" y="0"/>
                </a:lnTo>
                <a:lnTo>
                  <a:pt x="2392045" y="4762"/>
                </a:lnTo>
                <a:lnTo>
                  <a:pt x="9525" y="4762"/>
                </a:lnTo>
                <a:lnTo>
                  <a:pt x="4762" y="9525"/>
                </a:lnTo>
                <a:lnTo>
                  <a:pt x="9525" y="9525"/>
                </a:lnTo>
                <a:lnTo>
                  <a:pt x="9525" y="1769109"/>
                </a:lnTo>
                <a:lnTo>
                  <a:pt x="4762" y="1769109"/>
                </a:lnTo>
                <a:lnTo>
                  <a:pt x="9525" y="1773872"/>
                </a:lnTo>
                <a:lnTo>
                  <a:pt x="2392045" y="1773872"/>
                </a:lnTo>
                <a:lnTo>
                  <a:pt x="2391816" y="1775345"/>
                </a:lnTo>
                <a:lnTo>
                  <a:pt x="2391130" y="1776666"/>
                </a:lnTo>
                <a:lnTo>
                  <a:pt x="2390076" y="1777720"/>
                </a:lnTo>
                <a:lnTo>
                  <a:pt x="2388755" y="1778406"/>
                </a:lnTo>
                <a:lnTo>
                  <a:pt x="2387282" y="1778634"/>
                </a:lnTo>
                <a:close/>
              </a:path>
              <a:path w="2392045" h="1778635">
                <a:moveTo>
                  <a:pt x="9525" y="9525"/>
                </a:moveTo>
                <a:lnTo>
                  <a:pt x="4762" y="9525"/>
                </a:lnTo>
                <a:lnTo>
                  <a:pt x="9525" y="4762"/>
                </a:lnTo>
                <a:lnTo>
                  <a:pt x="9525" y="9525"/>
                </a:lnTo>
                <a:close/>
              </a:path>
              <a:path w="2392045" h="1778635">
                <a:moveTo>
                  <a:pt x="2382520" y="9525"/>
                </a:moveTo>
                <a:lnTo>
                  <a:pt x="9525" y="9525"/>
                </a:lnTo>
                <a:lnTo>
                  <a:pt x="9525" y="4762"/>
                </a:lnTo>
                <a:lnTo>
                  <a:pt x="2382520" y="4762"/>
                </a:lnTo>
                <a:lnTo>
                  <a:pt x="2382520" y="9525"/>
                </a:lnTo>
                <a:close/>
              </a:path>
              <a:path w="2392045" h="1778635">
                <a:moveTo>
                  <a:pt x="2382520" y="1773872"/>
                </a:moveTo>
                <a:lnTo>
                  <a:pt x="2382520" y="4762"/>
                </a:lnTo>
                <a:lnTo>
                  <a:pt x="2387282" y="9525"/>
                </a:lnTo>
                <a:lnTo>
                  <a:pt x="2392045" y="9525"/>
                </a:lnTo>
                <a:lnTo>
                  <a:pt x="2392045" y="1769109"/>
                </a:lnTo>
                <a:lnTo>
                  <a:pt x="2387282" y="1769109"/>
                </a:lnTo>
                <a:lnTo>
                  <a:pt x="2382520" y="1773872"/>
                </a:lnTo>
                <a:close/>
              </a:path>
              <a:path w="2392045" h="1778635">
                <a:moveTo>
                  <a:pt x="2392045" y="9525"/>
                </a:moveTo>
                <a:lnTo>
                  <a:pt x="2387282" y="9525"/>
                </a:lnTo>
                <a:lnTo>
                  <a:pt x="2382520" y="4762"/>
                </a:lnTo>
                <a:lnTo>
                  <a:pt x="2392045" y="4762"/>
                </a:lnTo>
                <a:lnTo>
                  <a:pt x="2392045" y="9525"/>
                </a:lnTo>
                <a:close/>
              </a:path>
              <a:path w="2392045" h="1778635">
                <a:moveTo>
                  <a:pt x="9525" y="1773872"/>
                </a:moveTo>
                <a:lnTo>
                  <a:pt x="4762" y="1769109"/>
                </a:lnTo>
                <a:lnTo>
                  <a:pt x="9525" y="1769109"/>
                </a:lnTo>
                <a:lnTo>
                  <a:pt x="9525" y="1773872"/>
                </a:lnTo>
                <a:close/>
              </a:path>
              <a:path w="2392045" h="1778635">
                <a:moveTo>
                  <a:pt x="2382520" y="1773872"/>
                </a:moveTo>
                <a:lnTo>
                  <a:pt x="9525" y="1773872"/>
                </a:lnTo>
                <a:lnTo>
                  <a:pt x="9525" y="1769109"/>
                </a:lnTo>
                <a:lnTo>
                  <a:pt x="2382520" y="1769109"/>
                </a:lnTo>
                <a:lnTo>
                  <a:pt x="2382520" y="1773872"/>
                </a:lnTo>
                <a:close/>
              </a:path>
              <a:path w="2392045" h="1778635">
                <a:moveTo>
                  <a:pt x="2392045" y="1773872"/>
                </a:moveTo>
                <a:lnTo>
                  <a:pt x="2382520" y="1773872"/>
                </a:lnTo>
                <a:lnTo>
                  <a:pt x="2387282" y="1769109"/>
                </a:lnTo>
                <a:lnTo>
                  <a:pt x="2392045" y="1769109"/>
                </a:lnTo>
                <a:lnTo>
                  <a:pt x="2392045" y="1773872"/>
                </a:lnTo>
                <a:close/>
              </a:path>
            </a:pathLst>
          </a:custGeom>
          <a:solidFill>
            <a:srgbClr val="0A80DF"/>
          </a:solidFill>
        </p:spPr>
        <p:txBody>
          <a:bodyPr wrap="square" lIns="0" tIns="0" rIns="0" bIns="0" rtlCol="0"/>
          <a:lstStyle/>
          <a:p>
            <a:endParaRPr/>
          </a:p>
        </p:txBody>
      </p:sp>
      <p:sp>
        <p:nvSpPr>
          <p:cNvPr id="9" name="object 9"/>
          <p:cNvSpPr txBox="1"/>
          <p:nvPr/>
        </p:nvSpPr>
        <p:spPr>
          <a:xfrm>
            <a:off x="487680" y="4721859"/>
            <a:ext cx="2139950" cy="1450340"/>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spc="-10" dirty="0">
                <a:latin typeface="宋体"/>
                <a:cs typeface="宋体"/>
              </a:rPr>
              <a:t>应用形式逻辑原理</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10" dirty="0">
                <a:latin typeface="宋体"/>
                <a:cs typeface="宋体"/>
              </a:rPr>
              <a:t>构建论证结构图</a:t>
            </a:r>
            <a:endParaRPr sz="1800">
              <a:latin typeface="宋体"/>
              <a:cs typeface="宋体"/>
            </a:endParaRPr>
          </a:p>
          <a:p>
            <a:pPr marL="298450" marR="5080" indent="-285750">
              <a:lnSpc>
                <a:spcPct val="129900"/>
              </a:lnSpc>
              <a:buFont typeface="Arial"/>
              <a:buChar char="•"/>
              <a:tabLst>
                <a:tab pos="297815" algn="l"/>
                <a:tab pos="298450" algn="l"/>
              </a:tabLst>
            </a:pPr>
            <a:r>
              <a:rPr sz="1800" spc="-10" dirty="0">
                <a:latin typeface="宋体"/>
                <a:cs typeface="宋体"/>
              </a:rPr>
              <a:t>使用逻辑关系词强</a:t>
            </a:r>
            <a:r>
              <a:rPr sz="1800" spc="-20" dirty="0">
                <a:latin typeface="宋体"/>
                <a:cs typeface="宋体"/>
              </a:rPr>
              <a:t>化连接</a:t>
            </a:r>
            <a:endParaRPr sz="1800">
              <a:latin typeface="宋体"/>
              <a:cs typeface="宋体"/>
            </a:endParaRPr>
          </a:p>
        </p:txBody>
      </p:sp>
      <p:sp>
        <p:nvSpPr>
          <p:cNvPr id="10" name="object 10"/>
          <p:cNvSpPr/>
          <p:nvPr/>
        </p:nvSpPr>
        <p:spPr>
          <a:xfrm>
            <a:off x="2908617" y="4597082"/>
            <a:ext cx="2595880" cy="1778635"/>
          </a:xfrm>
          <a:custGeom>
            <a:avLst/>
            <a:gdLst/>
            <a:ahLst/>
            <a:cxnLst/>
            <a:rect l="l" t="t" r="r" b="b"/>
            <a:pathLst>
              <a:path w="2595879" h="1778635">
                <a:moveTo>
                  <a:pt x="2591117" y="1778634"/>
                </a:moveTo>
                <a:lnTo>
                  <a:pt x="4762" y="1778634"/>
                </a:lnTo>
                <a:lnTo>
                  <a:pt x="3289" y="1778406"/>
                </a:lnTo>
                <a:lnTo>
                  <a:pt x="1968" y="1777720"/>
                </a:lnTo>
                <a:lnTo>
                  <a:pt x="914" y="1776666"/>
                </a:lnTo>
                <a:lnTo>
                  <a:pt x="228" y="1775345"/>
                </a:lnTo>
                <a:lnTo>
                  <a:pt x="0" y="1773872"/>
                </a:lnTo>
                <a:lnTo>
                  <a:pt x="0" y="4762"/>
                </a:lnTo>
                <a:lnTo>
                  <a:pt x="4762" y="0"/>
                </a:lnTo>
                <a:lnTo>
                  <a:pt x="2591117" y="0"/>
                </a:lnTo>
                <a:lnTo>
                  <a:pt x="2595880" y="4762"/>
                </a:lnTo>
                <a:lnTo>
                  <a:pt x="9525" y="4762"/>
                </a:lnTo>
                <a:lnTo>
                  <a:pt x="4762" y="9525"/>
                </a:lnTo>
                <a:lnTo>
                  <a:pt x="9525" y="9525"/>
                </a:lnTo>
                <a:lnTo>
                  <a:pt x="9525" y="1769109"/>
                </a:lnTo>
                <a:lnTo>
                  <a:pt x="4762" y="1769109"/>
                </a:lnTo>
                <a:lnTo>
                  <a:pt x="9525" y="1773872"/>
                </a:lnTo>
                <a:lnTo>
                  <a:pt x="2595880" y="1773872"/>
                </a:lnTo>
                <a:lnTo>
                  <a:pt x="2595651" y="1775345"/>
                </a:lnTo>
                <a:lnTo>
                  <a:pt x="2594965" y="1776666"/>
                </a:lnTo>
                <a:lnTo>
                  <a:pt x="2593911" y="1777720"/>
                </a:lnTo>
                <a:lnTo>
                  <a:pt x="2592590" y="1778406"/>
                </a:lnTo>
                <a:lnTo>
                  <a:pt x="2591117" y="1778634"/>
                </a:lnTo>
                <a:close/>
              </a:path>
              <a:path w="2595879" h="1778635">
                <a:moveTo>
                  <a:pt x="9525" y="9525"/>
                </a:moveTo>
                <a:lnTo>
                  <a:pt x="4762" y="9525"/>
                </a:lnTo>
                <a:lnTo>
                  <a:pt x="9525" y="4762"/>
                </a:lnTo>
                <a:lnTo>
                  <a:pt x="9525" y="9525"/>
                </a:lnTo>
                <a:close/>
              </a:path>
              <a:path w="2595879" h="1778635">
                <a:moveTo>
                  <a:pt x="2586355" y="9525"/>
                </a:moveTo>
                <a:lnTo>
                  <a:pt x="9525" y="9525"/>
                </a:lnTo>
                <a:lnTo>
                  <a:pt x="9525" y="4762"/>
                </a:lnTo>
                <a:lnTo>
                  <a:pt x="2586355" y="4762"/>
                </a:lnTo>
                <a:lnTo>
                  <a:pt x="2586355" y="9525"/>
                </a:lnTo>
                <a:close/>
              </a:path>
              <a:path w="2595879" h="1778635">
                <a:moveTo>
                  <a:pt x="2586355" y="1773872"/>
                </a:moveTo>
                <a:lnTo>
                  <a:pt x="2586355" y="4762"/>
                </a:lnTo>
                <a:lnTo>
                  <a:pt x="2591117" y="9525"/>
                </a:lnTo>
                <a:lnTo>
                  <a:pt x="2595880" y="9525"/>
                </a:lnTo>
                <a:lnTo>
                  <a:pt x="2595880" y="1769109"/>
                </a:lnTo>
                <a:lnTo>
                  <a:pt x="2591117" y="1769109"/>
                </a:lnTo>
                <a:lnTo>
                  <a:pt x="2586355" y="1773872"/>
                </a:lnTo>
                <a:close/>
              </a:path>
              <a:path w="2595879" h="1778635">
                <a:moveTo>
                  <a:pt x="2595880" y="9525"/>
                </a:moveTo>
                <a:lnTo>
                  <a:pt x="2591117" y="9525"/>
                </a:lnTo>
                <a:lnTo>
                  <a:pt x="2586355" y="4762"/>
                </a:lnTo>
                <a:lnTo>
                  <a:pt x="2595880" y="4762"/>
                </a:lnTo>
                <a:lnTo>
                  <a:pt x="2595880" y="9525"/>
                </a:lnTo>
                <a:close/>
              </a:path>
              <a:path w="2595879" h="1778635">
                <a:moveTo>
                  <a:pt x="9525" y="1773872"/>
                </a:moveTo>
                <a:lnTo>
                  <a:pt x="4762" y="1769109"/>
                </a:lnTo>
                <a:lnTo>
                  <a:pt x="9525" y="1769109"/>
                </a:lnTo>
                <a:lnTo>
                  <a:pt x="9525" y="1773872"/>
                </a:lnTo>
                <a:close/>
              </a:path>
              <a:path w="2595879" h="1778635">
                <a:moveTo>
                  <a:pt x="2586355" y="1773872"/>
                </a:moveTo>
                <a:lnTo>
                  <a:pt x="9525" y="1773872"/>
                </a:lnTo>
                <a:lnTo>
                  <a:pt x="9525" y="1769109"/>
                </a:lnTo>
                <a:lnTo>
                  <a:pt x="2586355" y="1769109"/>
                </a:lnTo>
                <a:lnTo>
                  <a:pt x="2586355" y="1773872"/>
                </a:lnTo>
                <a:close/>
              </a:path>
              <a:path w="2595879" h="1778635">
                <a:moveTo>
                  <a:pt x="2595880" y="1773872"/>
                </a:moveTo>
                <a:lnTo>
                  <a:pt x="2586355" y="1773872"/>
                </a:lnTo>
                <a:lnTo>
                  <a:pt x="2591117" y="1769109"/>
                </a:lnTo>
                <a:lnTo>
                  <a:pt x="2595880" y="1769109"/>
                </a:lnTo>
                <a:lnTo>
                  <a:pt x="2595880" y="1773872"/>
                </a:lnTo>
                <a:close/>
              </a:path>
            </a:pathLst>
          </a:custGeom>
          <a:solidFill>
            <a:srgbClr val="0A80DF"/>
          </a:solidFill>
        </p:spPr>
        <p:txBody>
          <a:bodyPr wrap="square" lIns="0" tIns="0" rIns="0" bIns="0" rtlCol="0"/>
          <a:lstStyle/>
          <a:p>
            <a:endParaRPr/>
          </a:p>
        </p:txBody>
      </p:sp>
      <p:sp>
        <p:nvSpPr>
          <p:cNvPr id="11" name="object 11"/>
          <p:cNvSpPr txBox="1"/>
          <p:nvPr/>
        </p:nvSpPr>
        <p:spPr>
          <a:xfrm>
            <a:off x="2992120" y="4899659"/>
            <a:ext cx="2368550" cy="1094105"/>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spc="-10" dirty="0">
                <a:latin typeface="宋体"/>
                <a:cs typeface="宋体"/>
              </a:rPr>
              <a:t>构建多层次知识图谱</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10" dirty="0">
                <a:latin typeface="宋体"/>
                <a:cs typeface="宋体"/>
              </a:rPr>
              <a:t>实施知识检索与集成</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10" dirty="0">
                <a:latin typeface="宋体"/>
                <a:cs typeface="宋体"/>
              </a:rPr>
              <a:t>进行跨域知识映射</a:t>
            </a:r>
            <a:endParaRPr sz="1800">
              <a:latin typeface="宋体"/>
              <a:cs typeface="宋体"/>
            </a:endParaRPr>
          </a:p>
        </p:txBody>
      </p:sp>
      <p:sp>
        <p:nvSpPr>
          <p:cNvPr id="12" name="object 12"/>
          <p:cNvSpPr txBox="1"/>
          <p:nvPr/>
        </p:nvSpPr>
        <p:spPr>
          <a:xfrm>
            <a:off x="626109" y="1341755"/>
            <a:ext cx="10998200" cy="737870"/>
          </a:xfrm>
          <a:prstGeom prst="rect">
            <a:avLst/>
          </a:prstGeom>
        </p:spPr>
        <p:txBody>
          <a:bodyPr vert="horz" wrap="square" lIns="0" tIns="12700" rIns="0" bIns="0" rtlCol="0">
            <a:spAutoFit/>
          </a:bodyPr>
          <a:lstStyle/>
          <a:p>
            <a:pPr marL="12700" marR="5080">
              <a:lnSpc>
                <a:spcPct val="129900"/>
              </a:lnSpc>
              <a:spcBef>
                <a:spcPts val="100"/>
              </a:spcBef>
            </a:pPr>
            <a:r>
              <a:rPr sz="1800" spc="-5" dirty="0">
                <a:latin typeface="宋体"/>
                <a:cs typeface="宋体"/>
              </a:rPr>
              <a:t>优化提示语链不仅在于提示语的微调，更在于逻辑链、知识链与创意链的有效整合与融合。通过整合这三条链条，可以提升生成内容的逻辑严谨性、知识广度与创新深度，达到最佳平衡。</a:t>
            </a:r>
            <a:endParaRPr sz="1800">
              <a:latin typeface="宋体"/>
              <a:cs typeface="宋体"/>
            </a:endParaRPr>
          </a:p>
        </p:txBody>
      </p:sp>
      <p:sp>
        <p:nvSpPr>
          <p:cNvPr id="13" name="object 13"/>
          <p:cNvSpPr txBox="1"/>
          <p:nvPr/>
        </p:nvSpPr>
        <p:spPr>
          <a:xfrm>
            <a:off x="5622035" y="4274820"/>
            <a:ext cx="2011680" cy="327660"/>
          </a:xfrm>
          <a:prstGeom prst="rect">
            <a:avLst/>
          </a:prstGeom>
          <a:solidFill>
            <a:srgbClr val="0A80DF"/>
          </a:solidFill>
        </p:spPr>
        <p:txBody>
          <a:bodyPr vert="horz" wrap="square" lIns="0" tIns="20320" rIns="0" bIns="0" rtlCol="0">
            <a:spAutoFit/>
          </a:bodyPr>
          <a:lstStyle/>
          <a:p>
            <a:pPr marL="203200">
              <a:lnSpc>
                <a:spcPct val="100000"/>
              </a:lnSpc>
              <a:spcBef>
                <a:spcPts val="160"/>
              </a:spcBef>
            </a:pPr>
            <a:r>
              <a:rPr sz="1800" b="1" spc="-10" dirty="0">
                <a:solidFill>
                  <a:srgbClr val="FFFFFF"/>
                </a:solidFill>
                <a:latin typeface="Microsoft JhengHei"/>
                <a:cs typeface="Microsoft JhengHei"/>
              </a:rPr>
              <a:t>创意链优化策略</a:t>
            </a:r>
            <a:endParaRPr sz="1800">
              <a:latin typeface="Microsoft JhengHei"/>
              <a:cs typeface="Microsoft JhengHei"/>
            </a:endParaRPr>
          </a:p>
        </p:txBody>
      </p:sp>
      <p:sp>
        <p:nvSpPr>
          <p:cNvPr id="14" name="object 14"/>
          <p:cNvSpPr/>
          <p:nvPr/>
        </p:nvSpPr>
        <p:spPr>
          <a:xfrm>
            <a:off x="5617527" y="4597082"/>
            <a:ext cx="2611120" cy="1778635"/>
          </a:xfrm>
          <a:custGeom>
            <a:avLst/>
            <a:gdLst/>
            <a:ahLst/>
            <a:cxnLst/>
            <a:rect l="l" t="t" r="r" b="b"/>
            <a:pathLst>
              <a:path w="2611120" h="1778635">
                <a:moveTo>
                  <a:pt x="2606357" y="1778634"/>
                </a:moveTo>
                <a:lnTo>
                  <a:pt x="4762" y="1778634"/>
                </a:lnTo>
                <a:lnTo>
                  <a:pt x="3289" y="1778406"/>
                </a:lnTo>
                <a:lnTo>
                  <a:pt x="1968" y="1777720"/>
                </a:lnTo>
                <a:lnTo>
                  <a:pt x="914" y="1776666"/>
                </a:lnTo>
                <a:lnTo>
                  <a:pt x="228" y="1775345"/>
                </a:lnTo>
                <a:lnTo>
                  <a:pt x="0" y="1773872"/>
                </a:lnTo>
                <a:lnTo>
                  <a:pt x="0" y="4762"/>
                </a:lnTo>
                <a:lnTo>
                  <a:pt x="4762" y="0"/>
                </a:lnTo>
                <a:lnTo>
                  <a:pt x="2606357" y="0"/>
                </a:lnTo>
                <a:lnTo>
                  <a:pt x="2611119" y="4762"/>
                </a:lnTo>
                <a:lnTo>
                  <a:pt x="9525" y="4762"/>
                </a:lnTo>
                <a:lnTo>
                  <a:pt x="4762" y="9525"/>
                </a:lnTo>
                <a:lnTo>
                  <a:pt x="9525" y="9525"/>
                </a:lnTo>
                <a:lnTo>
                  <a:pt x="9525" y="1769109"/>
                </a:lnTo>
                <a:lnTo>
                  <a:pt x="4762" y="1769109"/>
                </a:lnTo>
                <a:lnTo>
                  <a:pt x="9525" y="1773872"/>
                </a:lnTo>
                <a:lnTo>
                  <a:pt x="2611119" y="1773872"/>
                </a:lnTo>
                <a:lnTo>
                  <a:pt x="2610891" y="1775345"/>
                </a:lnTo>
                <a:lnTo>
                  <a:pt x="2610205" y="1776666"/>
                </a:lnTo>
                <a:lnTo>
                  <a:pt x="2609151" y="1777720"/>
                </a:lnTo>
                <a:lnTo>
                  <a:pt x="2607830" y="1778406"/>
                </a:lnTo>
                <a:lnTo>
                  <a:pt x="2606357" y="1778634"/>
                </a:lnTo>
                <a:close/>
              </a:path>
              <a:path w="2611120" h="1778635">
                <a:moveTo>
                  <a:pt x="9525" y="9525"/>
                </a:moveTo>
                <a:lnTo>
                  <a:pt x="4762" y="9525"/>
                </a:lnTo>
                <a:lnTo>
                  <a:pt x="9525" y="4762"/>
                </a:lnTo>
                <a:lnTo>
                  <a:pt x="9525" y="9525"/>
                </a:lnTo>
                <a:close/>
              </a:path>
              <a:path w="2611120" h="1778635">
                <a:moveTo>
                  <a:pt x="2601594" y="9525"/>
                </a:moveTo>
                <a:lnTo>
                  <a:pt x="9525" y="9525"/>
                </a:lnTo>
                <a:lnTo>
                  <a:pt x="9525" y="4762"/>
                </a:lnTo>
                <a:lnTo>
                  <a:pt x="2601594" y="4762"/>
                </a:lnTo>
                <a:lnTo>
                  <a:pt x="2601594" y="9525"/>
                </a:lnTo>
                <a:close/>
              </a:path>
              <a:path w="2611120" h="1778635">
                <a:moveTo>
                  <a:pt x="2601594" y="1773872"/>
                </a:moveTo>
                <a:lnTo>
                  <a:pt x="2601594" y="4762"/>
                </a:lnTo>
                <a:lnTo>
                  <a:pt x="2606357" y="9525"/>
                </a:lnTo>
                <a:lnTo>
                  <a:pt x="2611119" y="9525"/>
                </a:lnTo>
                <a:lnTo>
                  <a:pt x="2611119" y="1769109"/>
                </a:lnTo>
                <a:lnTo>
                  <a:pt x="2606357" y="1769109"/>
                </a:lnTo>
                <a:lnTo>
                  <a:pt x="2601594" y="1773872"/>
                </a:lnTo>
                <a:close/>
              </a:path>
              <a:path w="2611120" h="1778635">
                <a:moveTo>
                  <a:pt x="2611119" y="9525"/>
                </a:moveTo>
                <a:lnTo>
                  <a:pt x="2606357" y="9525"/>
                </a:lnTo>
                <a:lnTo>
                  <a:pt x="2601594" y="4762"/>
                </a:lnTo>
                <a:lnTo>
                  <a:pt x="2611119" y="4762"/>
                </a:lnTo>
                <a:lnTo>
                  <a:pt x="2611119" y="9525"/>
                </a:lnTo>
                <a:close/>
              </a:path>
              <a:path w="2611120" h="1778635">
                <a:moveTo>
                  <a:pt x="9525" y="1773872"/>
                </a:moveTo>
                <a:lnTo>
                  <a:pt x="4762" y="1769109"/>
                </a:lnTo>
                <a:lnTo>
                  <a:pt x="9525" y="1769109"/>
                </a:lnTo>
                <a:lnTo>
                  <a:pt x="9525" y="1773872"/>
                </a:lnTo>
                <a:close/>
              </a:path>
              <a:path w="2611120" h="1778635">
                <a:moveTo>
                  <a:pt x="2601594" y="1773872"/>
                </a:moveTo>
                <a:lnTo>
                  <a:pt x="9525" y="1773872"/>
                </a:lnTo>
                <a:lnTo>
                  <a:pt x="9525" y="1769109"/>
                </a:lnTo>
                <a:lnTo>
                  <a:pt x="2601594" y="1769109"/>
                </a:lnTo>
                <a:lnTo>
                  <a:pt x="2601594" y="1773872"/>
                </a:lnTo>
                <a:close/>
              </a:path>
              <a:path w="2611120" h="1778635">
                <a:moveTo>
                  <a:pt x="2611119" y="1773872"/>
                </a:moveTo>
                <a:lnTo>
                  <a:pt x="2601594" y="1773872"/>
                </a:lnTo>
                <a:lnTo>
                  <a:pt x="2606357" y="1769109"/>
                </a:lnTo>
                <a:lnTo>
                  <a:pt x="2611119" y="1769109"/>
                </a:lnTo>
                <a:lnTo>
                  <a:pt x="2611119" y="1773872"/>
                </a:lnTo>
                <a:close/>
              </a:path>
            </a:pathLst>
          </a:custGeom>
          <a:solidFill>
            <a:srgbClr val="0A80DF"/>
          </a:solidFill>
        </p:spPr>
        <p:txBody>
          <a:bodyPr wrap="square" lIns="0" tIns="0" rIns="0" bIns="0" rtlCol="0"/>
          <a:lstStyle/>
          <a:p>
            <a:endParaRPr/>
          </a:p>
        </p:txBody>
      </p:sp>
      <p:sp>
        <p:nvSpPr>
          <p:cNvPr id="15" name="object 15"/>
          <p:cNvSpPr txBox="1"/>
          <p:nvPr/>
        </p:nvSpPr>
        <p:spPr>
          <a:xfrm>
            <a:off x="5701029" y="4899659"/>
            <a:ext cx="2368550" cy="1094105"/>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spc="-10" dirty="0">
                <a:latin typeface="宋体"/>
                <a:cs typeface="宋体"/>
              </a:rPr>
              <a:t>应用创造性思维技巧</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10" dirty="0">
                <a:latin typeface="宋体"/>
                <a:cs typeface="宋体"/>
              </a:rPr>
              <a:t>实施概念重组与融合</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10" dirty="0">
                <a:latin typeface="宋体"/>
                <a:cs typeface="宋体"/>
              </a:rPr>
              <a:t>进行情境转换与类比</a:t>
            </a:r>
            <a:endParaRPr sz="1800">
              <a:latin typeface="宋体"/>
              <a:cs typeface="宋体"/>
            </a:endParaRPr>
          </a:p>
        </p:txBody>
      </p:sp>
      <p:sp>
        <p:nvSpPr>
          <p:cNvPr id="16" name="object 16"/>
          <p:cNvSpPr txBox="1"/>
          <p:nvPr/>
        </p:nvSpPr>
        <p:spPr>
          <a:xfrm>
            <a:off x="8476488" y="2165604"/>
            <a:ext cx="3263265" cy="326390"/>
          </a:xfrm>
          <a:prstGeom prst="rect">
            <a:avLst/>
          </a:prstGeom>
          <a:solidFill>
            <a:srgbClr val="0A80DF"/>
          </a:solidFill>
        </p:spPr>
        <p:txBody>
          <a:bodyPr vert="horz" wrap="square" lIns="0" tIns="19685" rIns="0" bIns="0" rtlCol="0">
            <a:spAutoFit/>
          </a:bodyPr>
          <a:lstStyle/>
          <a:p>
            <a:pPr marL="370205">
              <a:lnSpc>
                <a:spcPct val="100000"/>
              </a:lnSpc>
              <a:spcBef>
                <a:spcPts val="155"/>
              </a:spcBef>
            </a:pPr>
            <a:r>
              <a:rPr sz="1800" b="1" spc="-5" dirty="0">
                <a:solidFill>
                  <a:srgbClr val="FFFFFF"/>
                </a:solidFill>
                <a:latin typeface="Microsoft JhengHei"/>
                <a:cs typeface="Microsoft JhengHei"/>
              </a:rPr>
              <a:t>三链融合的动态优化系统</a:t>
            </a:r>
            <a:endParaRPr sz="1800">
              <a:latin typeface="Microsoft JhengHei"/>
              <a:cs typeface="Microsoft JhengHei"/>
            </a:endParaRPr>
          </a:p>
        </p:txBody>
      </p:sp>
      <p:sp>
        <p:nvSpPr>
          <p:cNvPr id="17" name="object 17"/>
          <p:cNvSpPr txBox="1"/>
          <p:nvPr/>
        </p:nvSpPr>
        <p:spPr>
          <a:xfrm>
            <a:off x="8484234" y="2505710"/>
            <a:ext cx="3282950" cy="3943985"/>
          </a:xfrm>
          <a:prstGeom prst="rect">
            <a:avLst/>
          </a:prstGeom>
        </p:spPr>
        <p:txBody>
          <a:bodyPr vert="horz" wrap="square" lIns="0" tIns="12700" rIns="0" bIns="0" rtlCol="0">
            <a:spAutoFit/>
          </a:bodyPr>
          <a:lstStyle/>
          <a:p>
            <a:pPr marL="298450" marR="5080" indent="-285750" algn="just">
              <a:lnSpc>
                <a:spcPct val="129900"/>
              </a:lnSpc>
              <a:spcBef>
                <a:spcPts val="100"/>
              </a:spcBef>
              <a:buFont typeface="Arial"/>
              <a:buChar char="•"/>
              <a:tabLst>
                <a:tab pos="298450" algn="l"/>
              </a:tabLst>
            </a:pPr>
            <a:r>
              <a:rPr sz="1800" spc="-5" dirty="0">
                <a:latin typeface="宋体"/>
                <a:cs typeface="宋体"/>
              </a:rPr>
              <a:t>平衡评估器：实时评估三链的贡献度，确保均衡发展</a:t>
            </a:r>
            <a:endParaRPr sz="1800">
              <a:latin typeface="宋体"/>
              <a:cs typeface="宋体"/>
            </a:endParaRPr>
          </a:p>
          <a:p>
            <a:pPr marL="298450" marR="5080" indent="-285750" algn="just">
              <a:lnSpc>
                <a:spcPct val="129900"/>
              </a:lnSpc>
              <a:buFont typeface="Arial"/>
              <a:buChar char="•"/>
              <a:tabLst>
                <a:tab pos="298450" algn="l"/>
              </a:tabLst>
            </a:pPr>
            <a:r>
              <a:rPr sz="1800" spc="-5" dirty="0">
                <a:latin typeface="宋体"/>
                <a:cs typeface="宋体"/>
              </a:rPr>
              <a:t>适应性切换机制：根据任务需求和当前输出，动态切换侧重</a:t>
            </a:r>
            <a:r>
              <a:rPr sz="1800" spc="-50" dirty="0">
                <a:latin typeface="宋体"/>
                <a:cs typeface="宋体"/>
              </a:rPr>
              <a:t>点</a:t>
            </a:r>
            <a:endParaRPr sz="1800">
              <a:latin typeface="宋体"/>
              <a:cs typeface="宋体"/>
            </a:endParaRPr>
          </a:p>
          <a:p>
            <a:pPr marL="298450" marR="5080" indent="-285750" algn="just">
              <a:lnSpc>
                <a:spcPct val="129900"/>
              </a:lnSpc>
              <a:buFont typeface="Arial"/>
              <a:buChar char="•"/>
              <a:tabLst>
                <a:tab pos="298450" algn="l"/>
              </a:tabLst>
            </a:pPr>
            <a:r>
              <a:rPr sz="1800" spc="-5" dirty="0">
                <a:latin typeface="宋体"/>
                <a:cs typeface="宋体"/>
              </a:rPr>
              <a:t>交叉强化策略：利用一个链条的强点来补强另一个链条的弱</a:t>
            </a:r>
            <a:r>
              <a:rPr sz="1800" spc="-50" dirty="0">
                <a:latin typeface="宋体"/>
                <a:cs typeface="宋体"/>
              </a:rPr>
              <a:t>点</a:t>
            </a:r>
            <a:endParaRPr sz="1800">
              <a:latin typeface="宋体"/>
              <a:cs typeface="宋体"/>
            </a:endParaRPr>
          </a:p>
          <a:p>
            <a:pPr marL="298450" marR="5080" indent="-285750" algn="just">
              <a:lnSpc>
                <a:spcPct val="129900"/>
              </a:lnSpc>
              <a:buFont typeface="Arial"/>
              <a:buChar char="•"/>
              <a:tabLst>
                <a:tab pos="298450" algn="l"/>
              </a:tabLst>
            </a:pPr>
            <a:r>
              <a:rPr sz="1800" spc="-5" dirty="0">
                <a:latin typeface="宋体"/>
                <a:cs typeface="宋体"/>
              </a:rPr>
              <a:t>整合检查点：定期综合评估输出的逻辑性、知识深度和创新</a:t>
            </a:r>
            <a:r>
              <a:rPr sz="1800" spc="-50" dirty="0">
                <a:latin typeface="宋体"/>
                <a:cs typeface="宋体"/>
              </a:rPr>
              <a:t>度</a:t>
            </a:r>
            <a:endParaRPr sz="1800">
              <a:latin typeface="宋体"/>
              <a:cs typeface="宋体"/>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827260" cy="634365"/>
          </a:xfrm>
          <a:prstGeom prst="rect">
            <a:avLst/>
          </a:prstGeom>
        </p:spPr>
        <p:txBody>
          <a:bodyPr vert="horz" wrap="square" lIns="0" tIns="12065" rIns="0" bIns="0" rtlCol="0">
            <a:spAutoFit/>
          </a:bodyPr>
          <a:lstStyle/>
          <a:p>
            <a:pPr marL="12700">
              <a:lnSpc>
                <a:spcPct val="100000"/>
              </a:lnSpc>
              <a:spcBef>
                <a:spcPts val="95"/>
              </a:spcBef>
            </a:pPr>
            <a:r>
              <a:rPr sz="4000" spc="270" dirty="0"/>
              <a:t>即学即用：复杂任务的提示语链设计实</a:t>
            </a:r>
            <a:r>
              <a:rPr sz="4000" spc="-50" dirty="0"/>
              <a:t>战</a:t>
            </a:r>
            <a:endParaRPr sz="4000"/>
          </a:p>
        </p:txBody>
      </p:sp>
      <p:sp>
        <p:nvSpPr>
          <p:cNvPr id="3" name="object 3"/>
          <p:cNvSpPr/>
          <p:nvPr/>
        </p:nvSpPr>
        <p:spPr>
          <a:xfrm>
            <a:off x="406400" y="1254759"/>
            <a:ext cx="1993264" cy="652145"/>
          </a:xfrm>
          <a:custGeom>
            <a:avLst/>
            <a:gdLst/>
            <a:ahLst/>
            <a:cxnLst/>
            <a:rect l="l" t="t" r="r" b="b"/>
            <a:pathLst>
              <a:path w="1993264" h="652144">
                <a:moveTo>
                  <a:pt x="1993265" y="0"/>
                </a:moveTo>
                <a:lnTo>
                  <a:pt x="0" y="0"/>
                </a:lnTo>
                <a:lnTo>
                  <a:pt x="0" y="652145"/>
                </a:lnTo>
                <a:lnTo>
                  <a:pt x="1993265" y="652145"/>
                </a:lnTo>
                <a:lnTo>
                  <a:pt x="1993265" y="633095"/>
                </a:lnTo>
                <a:lnTo>
                  <a:pt x="1993265" y="614045"/>
                </a:lnTo>
                <a:lnTo>
                  <a:pt x="1993265" y="38100"/>
                </a:lnTo>
                <a:lnTo>
                  <a:pt x="1993265" y="19050"/>
                </a:lnTo>
                <a:lnTo>
                  <a:pt x="1993265" y="0"/>
                </a:lnTo>
                <a:close/>
              </a:path>
            </a:pathLst>
          </a:custGeom>
          <a:solidFill>
            <a:srgbClr val="0A80DF"/>
          </a:solidFill>
        </p:spPr>
        <p:txBody>
          <a:bodyPr wrap="square" lIns="0" tIns="0" rIns="0" bIns="0" rtlCol="0"/>
          <a:lstStyle/>
          <a:p>
            <a:endParaRPr/>
          </a:p>
        </p:txBody>
      </p:sp>
      <p:sp>
        <p:nvSpPr>
          <p:cNvPr id="4" name="object 4"/>
          <p:cNvSpPr txBox="1"/>
          <p:nvPr/>
        </p:nvSpPr>
        <p:spPr>
          <a:xfrm>
            <a:off x="425195" y="1274063"/>
            <a:ext cx="1955800" cy="614680"/>
          </a:xfrm>
          <a:prstGeom prst="rect">
            <a:avLst/>
          </a:prstGeom>
        </p:spPr>
        <p:txBody>
          <a:bodyPr vert="horz" wrap="square" lIns="0" tIns="170815" rIns="0" bIns="0" rtlCol="0">
            <a:spAutoFit/>
          </a:bodyPr>
          <a:lstStyle/>
          <a:p>
            <a:pPr marL="175260">
              <a:lnSpc>
                <a:spcPct val="100000"/>
              </a:lnSpc>
              <a:spcBef>
                <a:spcPts val="1345"/>
              </a:spcBef>
            </a:pPr>
            <a:r>
              <a:rPr sz="1800" b="1" spc="-10" dirty="0">
                <a:solidFill>
                  <a:srgbClr val="FFFFFF"/>
                </a:solidFill>
                <a:latin typeface="Microsoft JhengHei"/>
                <a:cs typeface="Microsoft JhengHei"/>
              </a:rPr>
              <a:t>需要考虑的因素</a:t>
            </a:r>
            <a:endParaRPr sz="1800">
              <a:latin typeface="Microsoft JhengHei"/>
              <a:cs typeface="Microsoft JhengHei"/>
            </a:endParaRPr>
          </a:p>
        </p:txBody>
      </p:sp>
      <p:sp>
        <p:nvSpPr>
          <p:cNvPr id="5" name="object 5"/>
          <p:cNvSpPr/>
          <p:nvPr/>
        </p:nvSpPr>
        <p:spPr>
          <a:xfrm>
            <a:off x="2371089" y="1264285"/>
            <a:ext cx="6204585" cy="633730"/>
          </a:xfrm>
          <a:custGeom>
            <a:avLst/>
            <a:gdLst/>
            <a:ahLst/>
            <a:cxnLst/>
            <a:rect l="l" t="t" r="r" b="b"/>
            <a:pathLst>
              <a:path w="6204584" h="633730">
                <a:moveTo>
                  <a:pt x="6204585" y="633729"/>
                </a:moveTo>
                <a:lnTo>
                  <a:pt x="0" y="633729"/>
                </a:lnTo>
                <a:lnTo>
                  <a:pt x="0" y="0"/>
                </a:lnTo>
                <a:lnTo>
                  <a:pt x="6204585" y="0"/>
                </a:lnTo>
                <a:lnTo>
                  <a:pt x="6204585" y="9524"/>
                </a:lnTo>
                <a:lnTo>
                  <a:pt x="19050" y="9524"/>
                </a:lnTo>
                <a:lnTo>
                  <a:pt x="9525" y="19049"/>
                </a:lnTo>
                <a:lnTo>
                  <a:pt x="19050" y="19049"/>
                </a:lnTo>
                <a:lnTo>
                  <a:pt x="19050" y="614679"/>
                </a:lnTo>
                <a:lnTo>
                  <a:pt x="9525" y="614679"/>
                </a:lnTo>
                <a:lnTo>
                  <a:pt x="19050" y="624204"/>
                </a:lnTo>
                <a:lnTo>
                  <a:pt x="6204585" y="624204"/>
                </a:lnTo>
                <a:lnTo>
                  <a:pt x="6204585" y="633729"/>
                </a:lnTo>
                <a:close/>
              </a:path>
              <a:path w="6204584" h="633730">
                <a:moveTo>
                  <a:pt x="19050" y="19049"/>
                </a:moveTo>
                <a:lnTo>
                  <a:pt x="9525" y="19049"/>
                </a:lnTo>
                <a:lnTo>
                  <a:pt x="19050" y="9524"/>
                </a:lnTo>
                <a:lnTo>
                  <a:pt x="19050" y="19049"/>
                </a:lnTo>
                <a:close/>
              </a:path>
              <a:path w="6204584" h="633730">
                <a:moveTo>
                  <a:pt x="6185535" y="19049"/>
                </a:moveTo>
                <a:lnTo>
                  <a:pt x="19050" y="19049"/>
                </a:lnTo>
                <a:lnTo>
                  <a:pt x="19050" y="9524"/>
                </a:lnTo>
                <a:lnTo>
                  <a:pt x="6185535" y="9524"/>
                </a:lnTo>
                <a:lnTo>
                  <a:pt x="6185535" y="19049"/>
                </a:lnTo>
                <a:close/>
              </a:path>
              <a:path w="6204584" h="633730">
                <a:moveTo>
                  <a:pt x="6185535" y="624204"/>
                </a:moveTo>
                <a:lnTo>
                  <a:pt x="6185535" y="9524"/>
                </a:lnTo>
                <a:lnTo>
                  <a:pt x="6195060" y="19049"/>
                </a:lnTo>
                <a:lnTo>
                  <a:pt x="6204585" y="19049"/>
                </a:lnTo>
                <a:lnTo>
                  <a:pt x="6204585" y="614679"/>
                </a:lnTo>
                <a:lnTo>
                  <a:pt x="6195060" y="614679"/>
                </a:lnTo>
                <a:lnTo>
                  <a:pt x="6185535" y="624204"/>
                </a:lnTo>
                <a:close/>
              </a:path>
              <a:path w="6204584" h="633730">
                <a:moveTo>
                  <a:pt x="6204585" y="19049"/>
                </a:moveTo>
                <a:lnTo>
                  <a:pt x="6195060" y="19049"/>
                </a:lnTo>
                <a:lnTo>
                  <a:pt x="6185535" y="9524"/>
                </a:lnTo>
                <a:lnTo>
                  <a:pt x="6204585" y="9524"/>
                </a:lnTo>
                <a:lnTo>
                  <a:pt x="6204585" y="19049"/>
                </a:lnTo>
                <a:close/>
              </a:path>
              <a:path w="6204584" h="633730">
                <a:moveTo>
                  <a:pt x="19050" y="624204"/>
                </a:moveTo>
                <a:lnTo>
                  <a:pt x="9525" y="614679"/>
                </a:lnTo>
                <a:lnTo>
                  <a:pt x="19050" y="614679"/>
                </a:lnTo>
                <a:lnTo>
                  <a:pt x="19050" y="624204"/>
                </a:lnTo>
                <a:close/>
              </a:path>
              <a:path w="6204584" h="633730">
                <a:moveTo>
                  <a:pt x="6185535" y="624204"/>
                </a:moveTo>
                <a:lnTo>
                  <a:pt x="19050" y="624204"/>
                </a:lnTo>
                <a:lnTo>
                  <a:pt x="19050" y="614679"/>
                </a:lnTo>
                <a:lnTo>
                  <a:pt x="6185535" y="614679"/>
                </a:lnTo>
                <a:lnTo>
                  <a:pt x="6185535" y="624204"/>
                </a:lnTo>
                <a:close/>
              </a:path>
              <a:path w="6204584" h="633730">
                <a:moveTo>
                  <a:pt x="6204585" y="624204"/>
                </a:moveTo>
                <a:lnTo>
                  <a:pt x="6185535" y="624204"/>
                </a:lnTo>
                <a:lnTo>
                  <a:pt x="6195060" y="614679"/>
                </a:lnTo>
                <a:lnTo>
                  <a:pt x="6204585" y="614679"/>
                </a:lnTo>
                <a:lnTo>
                  <a:pt x="6204585" y="624204"/>
                </a:lnTo>
                <a:close/>
              </a:path>
            </a:pathLst>
          </a:custGeom>
          <a:solidFill>
            <a:srgbClr val="0A80DF"/>
          </a:solidFill>
        </p:spPr>
        <p:txBody>
          <a:bodyPr wrap="square" lIns="0" tIns="0" rIns="0" bIns="0" rtlCol="0"/>
          <a:lstStyle/>
          <a:p>
            <a:endParaRPr/>
          </a:p>
        </p:txBody>
      </p:sp>
      <p:sp>
        <p:nvSpPr>
          <p:cNvPr id="6" name="object 6"/>
          <p:cNvSpPr txBox="1"/>
          <p:nvPr/>
        </p:nvSpPr>
        <p:spPr>
          <a:xfrm>
            <a:off x="2717164" y="1432559"/>
            <a:ext cx="55118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任务目标、目标受众、文章类型、字数要求、特殊要求</a:t>
            </a:r>
            <a:endParaRPr sz="1800">
              <a:latin typeface="宋体"/>
              <a:cs typeface="宋体"/>
            </a:endParaRPr>
          </a:p>
        </p:txBody>
      </p:sp>
      <p:pic>
        <p:nvPicPr>
          <p:cNvPr id="7" name="object 7"/>
          <p:cNvPicPr/>
          <p:nvPr/>
        </p:nvPicPr>
        <p:blipFill>
          <a:blip r:embed="rId2" cstate="print"/>
          <a:stretch>
            <a:fillRect/>
          </a:stretch>
        </p:blipFill>
        <p:spPr>
          <a:xfrm>
            <a:off x="2865471" y="3347259"/>
            <a:ext cx="3212297" cy="2073159"/>
          </a:xfrm>
          <a:prstGeom prst="rect">
            <a:avLst/>
          </a:prstGeom>
        </p:spPr>
      </p:pic>
      <p:sp>
        <p:nvSpPr>
          <p:cNvPr id="8" name="object 8"/>
          <p:cNvSpPr txBox="1"/>
          <p:nvPr/>
        </p:nvSpPr>
        <p:spPr>
          <a:xfrm>
            <a:off x="722630" y="3409822"/>
            <a:ext cx="2056764" cy="659130"/>
          </a:xfrm>
          <a:prstGeom prst="rect">
            <a:avLst/>
          </a:prstGeom>
        </p:spPr>
        <p:txBody>
          <a:bodyPr vert="horz" wrap="square" lIns="0" tIns="12700" rIns="0" bIns="0" rtlCol="0">
            <a:spAutoFit/>
          </a:bodyPr>
          <a:lstStyle/>
          <a:p>
            <a:pPr marL="12700" marR="5080">
              <a:lnSpc>
                <a:spcPct val="129900"/>
              </a:lnSpc>
              <a:spcBef>
                <a:spcPts val="100"/>
              </a:spcBef>
            </a:pPr>
            <a:r>
              <a:rPr sz="1600" spc="-20" dirty="0">
                <a:latin typeface="宋体"/>
                <a:cs typeface="宋体"/>
              </a:rPr>
              <a:t>在分析阶段，首先明</a:t>
            </a:r>
            <a:r>
              <a:rPr sz="1600" spc="-50" dirty="0">
                <a:latin typeface="宋体"/>
                <a:cs typeface="宋体"/>
              </a:rPr>
              <a:t>确</a:t>
            </a:r>
            <a:r>
              <a:rPr sz="1600" spc="-20" dirty="0">
                <a:latin typeface="宋体"/>
                <a:cs typeface="宋体"/>
              </a:rPr>
              <a:t>任务目标和关键问</a:t>
            </a:r>
            <a:r>
              <a:rPr sz="1600" spc="-50" dirty="0">
                <a:latin typeface="宋体"/>
                <a:cs typeface="宋体"/>
              </a:rPr>
              <a:t>题</a:t>
            </a:r>
            <a:endParaRPr sz="1600">
              <a:latin typeface="宋体"/>
              <a:cs typeface="宋体"/>
            </a:endParaRPr>
          </a:p>
        </p:txBody>
      </p:sp>
      <p:sp>
        <p:nvSpPr>
          <p:cNvPr id="9" name="object 9"/>
          <p:cNvSpPr txBox="1"/>
          <p:nvPr/>
        </p:nvSpPr>
        <p:spPr>
          <a:xfrm>
            <a:off x="388620" y="2005330"/>
            <a:ext cx="8294370" cy="11315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整体提示语链设计框架</a:t>
            </a:r>
            <a:endParaRPr sz="2000">
              <a:latin typeface="Microsoft JhengHei"/>
              <a:cs typeface="Microsoft JhengHei"/>
            </a:endParaRPr>
          </a:p>
          <a:p>
            <a:pPr marL="13335" marR="5080">
              <a:lnSpc>
                <a:spcPct val="129900"/>
              </a:lnSpc>
              <a:spcBef>
                <a:spcPts val="695"/>
              </a:spcBef>
            </a:pPr>
            <a:r>
              <a:rPr sz="1800" dirty="0">
                <a:latin typeface="宋体"/>
                <a:cs typeface="宋体"/>
              </a:rPr>
              <a:t>通过四个关键步骤：分析</a:t>
            </a:r>
            <a:r>
              <a:rPr sz="1800" spc="-10" dirty="0">
                <a:latin typeface="宋体"/>
                <a:cs typeface="宋体"/>
              </a:rPr>
              <a:t>（</a:t>
            </a:r>
            <a:r>
              <a:rPr sz="1800" spc="-10" dirty="0">
                <a:latin typeface="Arial"/>
                <a:cs typeface="Arial"/>
              </a:rPr>
              <a:t>Analysis</a:t>
            </a:r>
            <a:r>
              <a:rPr sz="1800" spc="-10" dirty="0">
                <a:latin typeface="宋体"/>
                <a:cs typeface="宋体"/>
              </a:rPr>
              <a:t>）</a:t>
            </a:r>
            <a:r>
              <a:rPr sz="1800" dirty="0">
                <a:latin typeface="宋体"/>
                <a:cs typeface="宋体"/>
              </a:rPr>
              <a:t>、构思</a:t>
            </a:r>
            <a:r>
              <a:rPr sz="1800" spc="-10" dirty="0">
                <a:latin typeface="宋体"/>
                <a:cs typeface="宋体"/>
              </a:rPr>
              <a:t>（</a:t>
            </a:r>
            <a:r>
              <a:rPr sz="1800" spc="-10" dirty="0">
                <a:latin typeface="Arial"/>
                <a:cs typeface="Arial"/>
              </a:rPr>
              <a:t>Ideation</a:t>
            </a:r>
            <a:r>
              <a:rPr sz="1800" spc="-10" dirty="0">
                <a:latin typeface="宋体"/>
                <a:cs typeface="宋体"/>
              </a:rPr>
              <a:t>）</a:t>
            </a:r>
            <a:r>
              <a:rPr sz="1800" dirty="0">
                <a:latin typeface="宋体"/>
                <a:cs typeface="宋体"/>
              </a:rPr>
              <a:t>、发展</a:t>
            </a:r>
            <a:r>
              <a:rPr sz="1800" spc="-10" dirty="0">
                <a:latin typeface="宋体"/>
                <a:cs typeface="宋体"/>
              </a:rPr>
              <a:t>（</a:t>
            </a:r>
            <a:r>
              <a:rPr sz="1800" spc="-10" dirty="0">
                <a:latin typeface="Arial"/>
                <a:cs typeface="Arial"/>
              </a:rPr>
              <a:t>Development</a:t>
            </a:r>
            <a:r>
              <a:rPr sz="1800" spc="-10" dirty="0">
                <a:latin typeface="宋体"/>
                <a:cs typeface="宋体"/>
              </a:rPr>
              <a:t>）</a:t>
            </a:r>
            <a:r>
              <a:rPr sz="1800" dirty="0">
                <a:latin typeface="宋体"/>
                <a:cs typeface="宋体"/>
              </a:rPr>
              <a:t>和评估</a:t>
            </a:r>
            <a:r>
              <a:rPr sz="1800" spc="-10" dirty="0">
                <a:latin typeface="宋体"/>
                <a:cs typeface="宋体"/>
              </a:rPr>
              <a:t>（</a:t>
            </a:r>
            <a:r>
              <a:rPr sz="1800" spc="-10" dirty="0">
                <a:latin typeface="Arial"/>
                <a:cs typeface="Arial"/>
              </a:rPr>
              <a:t>Assessment</a:t>
            </a:r>
            <a:r>
              <a:rPr sz="1800" spc="-10" dirty="0">
                <a:latin typeface="宋体"/>
                <a:cs typeface="宋体"/>
              </a:rPr>
              <a:t>），</a:t>
            </a:r>
            <a:r>
              <a:rPr sz="1800" spc="-5" dirty="0">
                <a:latin typeface="宋体"/>
                <a:cs typeface="宋体"/>
              </a:rPr>
              <a:t>为提示语链的设计提供系统化的指导。</a:t>
            </a:r>
            <a:endParaRPr sz="1800">
              <a:latin typeface="宋体"/>
              <a:cs typeface="宋体"/>
            </a:endParaRPr>
          </a:p>
        </p:txBody>
      </p:sp>
      <p:sp>
        <p:nvSpPr>
          <p:cNvPr id="10" name="object 10"/>
          <p:cNvSpPr txBox="1"/>
          <p:nvPr/>
        </p:nvSpPr>
        <p:spPr>
          <a:xfrm>
            <a:off x="6212204" y="3409822"/>
            <a:ext cx="2056764" cy="659130"/>
          </a:xfrm>
          <a:prstGeom prst="rect">
            <a:avLst/>
          </a:prstGeom>
        </p:spPr>
        <p:txBody>
          <a:bodyPr vert="horz" wrap="square" lIns="0" tIns="12700" rIns="0" bIns="0" rtlCol="0">
            <a:spAutoFit/>
          </a:bodyPr>
          <a:lstStyle/>
          <a:p>
            <a:pPr marL="12700" marR="5080">
              <a:lnSpc>
                <a:spcPct val="129900"/>
              </a:lnSpc>
              <a:spcBef>
                <a:spcPts val="100"/>
              </a:spcBef>
            </a:pPr>
            <a:r>
              <a:rPr sz="1600" spc="-20" dirty="0">
                <a:latin typeface="宋体"/>
                <a:cs typeface="宋体"/>
              </a:rPr>
              <a:t>构思阶段注重创新性</a:t>
            </a:r>
            <a:r>
              <a:rPr sz="1600" spc="-50" dirty="0">
                <a:latin typeface="宋体"/>
                <a:cs typeface="宋体"/>
              </a:rPr>
              <a:t>思</a:t>
            </a:r>
            <a:r>
              <a:rPr sz="1600" spc="-20" dirty="0">
                <a:latin typeface="宋体"/>
                <a:cs typeface="宋体"/>
              </a:rPr>
              <a:t>维，探索多种解决方</a:t>
            </a:r>
            <a:r>
              <a:rPr sz="1600" spc="-50" dirty="0">
                <a:latin typeface="宋体"/>
                <a:cs typeface="宋体"/>
              </a:rPr>
              <a:t>案</a:t>
            </a:r>
            <a:endParaRPr sz="1600">
              <a:latin typeface="宋体"/>
              <a:cs typeface="宋体"/>
            </a:endParaRPr>
          </a:p>
        </p:txBody>
      </p:sp>
      <p:sp>
        <p:nvSpPr>
          <p:cNvPr id="11" name="object 11"/>
          <p:cNvSpPr txBox="1"/>
          <p:nvPr/>
        </p:nvSpPr>
        <p:spPr>
          <a:xfrm>
            <a:off x="722630" y="4295013"/>
            <a:ext cx="2056764" cy="975994"/>
          </a:xfrm>
          <a:prstGeom prst="rect">
            <a:avLst/>
          </a:prstGeom>
        </p:spPr>
        <p:txBody>
          <a:bodyPr vert="horz" wrap="square" lIns="0" tIns="12700" rIns="0" bIns="0" rtlCol="0">
            <a:spAutoFit/>
          </a:bodyPr>
          <a:lstStyle/>
          <a:p>
            <a:pPr marL="12700" marR="5080" algn="just">
              <a:lnSpc>
                <a:spcPct val="129900"/>
              </a:lnSpc>
              <a:spcBef>
                <a:spcPts val="100"/>
              </a:spcBef>
            </a:pPr>
            <a:r>
              <a:rPr sz="1600" spc="-20" dirty="0">
                <a:latin typeface="宋体"/>
                <a:cs typeface="宋体"/>
              </a:rPr>
              <a:t>在发展阶段，逐步深</a:t>
            </a:r>
            <a:r>
              <a:rPr sz="1600" spc="-50" dirty="0">
                <a:latin typeface="宋体"/>
                <a:cs typeface="宋体"/>
              </a:rPr>
              <a:t>化</a:t>
            </a:r>
            <a:r>
              <a:rPr sz="1600" spc="-20" dirty="0">
                <a:latin typeface="宋体"/>
                <a:cs typeface="宋体"/>
              </a:rPr>
              <a:t>构思并形成具体的内</a:t>
            </a:r>
            <a:r>
              <a:rPr sz="1600" spc="-50" dirty="0">
                <a:latin typeface="宋体"/>
                <a:cs typeface="宋体"/>
              </a:rPr>
              <a:t>容</a:t>
            </a:r>
            <a:r>
              <a:rPr sz="1600" spc="-35" dirty="0">
                <a:latin typeface="宋体"/>
                <a:cs typeface="宋体"/>
              </a:rPr>
              <a:t>方案</a:t>
            </a:r>
            <a:endParaRPr sz="1600">
              <a:latin typeface="宋体"/>
              <a:cs typeface="宋体"/>
            </a:endParaRPr>
          </a:p>
        </p:txBody>
      </p:sp>
      <p:sp>
        <p:nvSpPr>
          <p:cNvPr id="12" name="object 12"/>
          <p:cNvSpPr txBox="1"/>
          <p:nvPr/>
        </p:nvSpPr>
        <p:spPr>
          <a:xfrm>
            <a:off x="6216650" y="4213097"/>
            <a:ext cx="2056764" cy="1292860"/>
          </a:xfrm>
          <a:prstGeom prst="rect">
            <a:avLst/>
          </a:prstGeom>
        </p:spPr>
        <p:txBody>
          <a:bodyPr vert="horz" wrap="square" lIns="0" tIns="12700" rIns="0" bIns="0" rtlCol="0">
            <a:spAutoFit/>
          </a:bodyPr>
          <a:lstStyle/>
          <a:p>
            <a:pPr marL="12700" marR="5080" algn="just">
              <a:lnSpc>
                <a:spcPct val="129900"/>
              </a:lnSpc>
              <a:spcBef>
                <a:spcPts val="100"/>
              </a:spcBef>
            </a:pPr>
            <a:r>
              <a:rPr sz="1600" spc="-20" dirty="0">
                <a:latin typeface="宋体"/>
                <a:cs typeface="宋体"/>
              </a:rPr>
              <a:t>最后的评估阶段用于</a:t>
            </a:r>
            <a:r>
              <a:rPr sz="1600" spc="-50" dirty="0">
                <a:latin typeface="宋体"/>
                <a:cs typeface="宋体"/>
              </a:rPr>
              <a:t>反</a:t>
            </a:r>
            <a:r>
              <a:rPr sz="1600" spc="-20" dirty="0">
                <a:latin typeface="宋体"/>
                <a:cs typeface="宋体"/>
              </a:rPr>
              <a:t>思和优化，确保生成</a:t>
            </a:r>
            <a:r>
              <a:rPr sz="1600" spc="-50" dirty="0">
                <a:latin typeface="宋体"/>
                <a:cs typeface="宋体"/>
              </a:rPr>
              <a:t>内</a:t>
            </a:r>
            <a:r>
              <a:rPr sz="1600" spc="-20" dirty="0">
                <a:latin typeface="宋体"/>
                <a:cs typeface="宋体"/>
              </a:rPr>
              <a:t>容符合预期标准并持</a:t>
            </a:r>
            <a:r>
              <a:rPr sz="1600" spc="-50" dirty="0">
                <a:latin typeface="宋体"/>
                <a:cs typeface="宋体"/>
              </a:rPr>
              <a:t>续</a:t>
            </a:r>
            <a:r>
              <a:rPr sz="1600" spc="-35" dirty="0">
                <a:latin typeface="宋体"/>
                <a:cs typeface="宋体"/>
              </a:rPr>
              <a:t>改进</a:t>
            </a:r>
            <a:endParaRPr sz="1600">
              <a:latin typeface="宋体"/>
              <a:cs typeface="宋体"/>
            </a:endParaRPr>
          </a:p>
        </p:txBody>
      </p:sp>
      <p:sp>
        <p:nvSpPr>
          <p:cNvPr id="13" name="object 13"/>
          <p:cNvSpPr/>
          <p:nvPr/>
        </p:nvSpPr>
        <p:spPr>
          <a:xfrm>
            <a:off x="8744902" y="1224280"/>
            <a:ext cx="28575" cy="5424805"/>
          </a:xfrm>
          <a:custGeom>
            <a:avLst/>
            <a:gdLst/>
            <a:ahLst/>
            <a:cxnLst/>
            <a:rect l="l" t="t" r="r" b="b"/>
            <a:pathLst>
              <a:path w="28575" h="5424805">
                <a:moveTo>
                  <a:pt x="28575" y="5424805"/>
                </a:moveTo>
                <a:lnTo>
                  <a:pt x="0" y="5424805"/>
                </a:lnTo>
                <a:lnTo>
                  <a:pt x="0" y="0"/>
                </a:lnTo>
                <a:lnTo>
                  <a:pt x="28575" y="0"/>
                </a:lnTo>
                <a:lnTo>
                  <a:pt x="28575" y="5424805"/>
                </a:lnTo>
                <a:close/>
              </a:path>
            </a:pathLst>
          </a:custGeom>
          <a:solidFill>
            <a:srgbClr val="0A80DF"/>
          </a:solidFill>
        </p:spPr>
        <p:txBody>
          <a:bodyPr wrap="square" lIns="0" tIns="0" rIns="0" bIns="0" rtlCol="0"/>
          <a:lstStyle/>
          <a:p>
            <a:endParaRPr/>
          </a:p>
        </p:txBody>
      </p:sp>
      <p:sp>
        <p:nvSpPr>
          <p:cNvPr id="14" name="object 14"/>
          <p:cNvSpPr txBox="1"/>
          <p:nvPr/>
        </p:nvSpPr>
        <p:spPr>
          <a:xfrm>
            <a:off x="8972550" y="1351914"/>
            <a:ext cx="2869565" cy="1118870"/>
          </a:xfrm>
          <a:prstGeom prst="rect">
            <a:avLst/>
          </a:prstGeom>
        </p:spPr>
        <p:txBody>
          <a:bodyPr vert="horz" wrap="square" lIns="0" tIns="13335" rIns="0" bIns="0" rtlCol="0">
            <a:spAutoFit/>
          </a:bodyPr>
          <a:lstStyle/>
          <a:p>
            <a:pPr marL="26670">
              <a:lnSpc>
                <a:spcPct val="100000"/>
              </a:lnSpc>
              <a:spcBef>
                <a:spcPts val="105"/>
              </a:spcBef>
            </a:pPr>
            <a:r>
              <a:rPr sz="2000" b="1" spc="-10" dirty="0">
                <a:latin typeface="Microsoft JhengHei"/>
                <a:cs typeface="Microsoft JhengHei"/>
              </a:rPr>
              <a:t>成果展示与改进建议</a:t>
            </a:r>
            <a:endParaRPr sz="2000">
              <a:latin typeface="Microsoft JhengHei"/>
              <a:cs typeface="Microsoft JhengHei"/>
            </a:endParaRPr>
          </a:p>
          <a:p>
            <a:pPr marL="12700" marR="5080">
              <a:lnSpc>
                <a:spcPct val="129900"/>
              </a:lnSpc>
              <a:spcBef>
                <a:spcPts val="1215"/>
              </a:spcBef>
            </a:pPr>
            <a:r>
              <a:rPr sz="1600" spc="-20" dirty="0">
                <a:latin typeface="宋体"/>
                <a:cs typeface="宋体"/>
              </a:rPr>
              <a:t>通过以下反思和评估的框架对</a:t>
            </a:r>
            <a:r>
              <a:rPr sz="1600" spc="-25" dirty="0">
                <a:latin typeface="Arial"/>
                <a:cs typeface="Arial"/>
              </a:rPr>
              <a:t>AI</a:t>
            </a:r>
            <a:r>
              <a:rPr sz="1600" spc="-20" dirty="0">
                <a:latin typeface="宋体"/>
                <a:cs typeface="宋体"/>
              </a:rPr>
              <a:t>生成内容进行审查与质量评估</a:t>
            </a:r>
            <a:r>
              <a:rPr sz="1600" spc="-50" dirty="0">
                <a:latin typeface="宋体"/>
                <a:cs typeface="宋体"/>
              </a:rPr>
              <a:t>：</a:t>
            </a:r>
            <a:endParaRPr sz="1600">
              <a:latin typeface="宋体"/>
              <a:cs typeface="宋体"/>
            </a:endParaRPr>
          </a:p>
        </p:txBody>
      </p:sp>
      <p:sp>
        <p:nvSpPr>
          <p:cNvPr id="15" name="object 15"/>
          <p:cNvSpPr/>
          <p:nvPr/>
        </p:nvSpPr>
        <p:spPr>
          <a:xfrm>
            <a:off x="9304426" y="2638107"/>
            <a:ext cx="2172335" cy="407670"/>
          </a:xfrm>
          <a:custGeom>
            <a:avLst/>
            <a:gdLst/>
            <a:ahLst/>
            <a:cxnLst/>
            <a:rect l="l" t="t" r="r" b="b"/>
            <a:pathLst>
              <a:path w="2172334" h="407669">
                <a:moveTo>
                  <a:pt x="2115489" y="1269"/>
                </a:moveTo>
                <a:lnTo>
                  <a:pt x="56908" y="1269"/>
                </a:lnTo>
                <a:lnTo>
                  <a:pt x="60413" y="0"/>
                </a:lnTo>
                <a:lnTo>
                  <a:pt x="2111984" y="0"/>
                </a:lnTo>
                <a:lnTo>
                  <a:pt x="2115489" y="1269"/>
                </a:lnTo>
                <a:close/>
              </a:path>
              <a:path w="2172334" h="407669">
                <a:moveTo>
                  <a:pt x="2134768" y="7619"/>
                </a:moveTo>
                <a:lnTo>
                  <a:pt x="37388" y="7619"/>
                </a:lnTo>
                <a:lnTo>
                  <a:pt x="43522" y="5079"/>
                </a:lnTo>
                <a:lnTo>
                  <a:pt x="46761" y="3809"/>
                </a:lnTo>
                <a:lnTo>
                  <a:pt x="53454" y="1269"/>
                </a:lnTo>
                <a:lnTo>
                  <a:pt x="2118931" y="1269"/>
                </a:lnTo>
                <a:lnTo>
                  <a:pt x="2125624" y="3809"/>
                </a:lnTo>
                <a:lnTo>
                  <a:pt x="2134768" y="7619"/>
                </a:lnTo>
                <a:close/>
              </a:path>
              <a:path w="2172334" h="407669">
                <a:moveTo>
                  <a:pt x="55600" y="11429"/>
                </a:moveTo>
                <a:lnTo>
                  <a:pt x="31508" y="11429"/>
                </a:lnTo>
                <a:lnTo>
                  <a:pt x="36982" y="7619"/>
                </a:lnTo>
                <a:lnTo>
                  <a:pt x="2135174" y="7619"/>
                </a:lnTo>
                <a:lnTo>
                  <a:pt x="2136999" y="8889"/>
                </a:lnTo>
                <a:lnTo>
                  <a:pt x="64947" y="8889"/>
                </a:lnTo>
                <a:lnTo>
                  <a:pt x="61620" y="10159"/>
                </a:lnTo>
                <a:lnTo>
                  <a:pt x="58813" y="10159"/>
                </a:lnTo>
                <a:lnTo>
                  <a:pt x="55600" y="11429"/>
                </a:lnTo>
                <a:close/>
              </a:path>
              <a:path w="2172334" h="407669">
                <a:moveTo>
                  <a:pt x="2140648" y="11429"/>
                </a:moveTo>
                <a:lnTo>
                  <a:pt x="2116556" y="11429"/>
                </a:lnTo>
                <a:lnTo>
                  <a:pt x="2113343" y="10159"/>
                </a:lnTo>
                <a:lnTo>
                  <a:pt x="2110536" y="10159"/>
                </a:lnTo>
                <a:lnTo>
                  <a:pt x="2107209" y="8889"/>
                </a:lnTo>
                <a:lnTo>
                  <a:pt x="2136999" y="8889"/>
                </a:lnTo>
                <a:lnTo>
                  <a:pt x="2140648" y="11429"/>
                </a:lnTo>
                <a:close/>
              </a:path>
              <a:path w="2172334" h="407669">
                <a:moveTo>
                  <a:pt x="23660" y="375919"/>
                </a:moveTo>
                <a:lnTo>
                  <a:pt x="11950" y="375919"/>
                </a:lnTo>
                <a:lnTo>
                  <a:pt x="8623" y="370839"/>
                </a:lnTo>
                <a:lnTo>
                  <a:pt x="8407" y="369569"/>
                </a:lnTo>
                <a:lnTo>
                  <a:pt x="5461" y="364489"/>
                </a:lnTo>
                <a:lnTo>
                  <a:pt x="4191" y="360679"/>
                </a:lnTo>
                <a:lnTo>
                  <a:pt x="3086" y="358139"/>
                </a:lnTo>
                <a:lnTo>
                  <a:pt x="2120" y="354329"/>
                </a:lnTo>
                <a:lnTo>
                  <a:pt x="1333" y="350519"/>
                </a:lnTo>
                <a:lnTo>
                  <a:pt x="711" y="346709"/>
                </a:lnTo>
                <a:lnTo>
                  <a:pt x="266" y="344169"/>
                </a:lnTo>
                <a:lnTo>
                  <a:pt x="0" y="340359"/>
                </a:lnTo>
                <a:lnTo>
                  <a:pt x="0" y="67309"/>
                </a:lnTo>
                <a:lnTo>
                  <a:pt x="3149" y="49529"/>
                </a:lnTo>
                <a:lnTo>
                  <a:pt x="4279" y="45719"/>
                </a:lnTo>
                <a:lnTo>
                  <a:pt x="8407" y="36829"/>
                </a:lnTo>
                <a:lnTo>
                  <a:pt x="8623" y="36829"/>
                </a:lnTo>
                <a:lnTo>
                  <a:pt x="11950" y="30479"/>
                </a:lnTo>
                <a:lnTo>
                  <a:pt x="12204" y="30479"/>
                </a:lnTo>
                <a:lnTo>
                  <a:pt x="16040" y="25399"/>
                </a:lnTo>
                <a:lnTo>
                  <a:pt x="16332" y="25399"/>
                </a:lnTo>
                <a:lnTo>
                  <a:pt x="20612" y="20319"/>
                </a:lnTo>
                <a:lnTo>
                  <a:pt x="20942" y="20319"/>
                </a:lnTo>
                <a:lnTo>
                  <a:pt x="25654" y="15239"/>
                </a:lnTo>
                <a:lnTo>
                  <a:pt x="26009" y="15239"/>
                </a:lnTo>
                <a:lnTo>
                  <a:pt x="31127" y="11429"/>
                </a:lnTo>
                <a:lnTo>
                  <a:pt x="52895" y="11429"/>
                </a:lnTo>
                <a:lnTo>
                  <a:pt x="49809" y="12699"/>
                </a:lnTo>
                <a:lnTo>
                  <a:pt x="50025" y="12699"/>
                </a:lnTo>
                <a:lnTo>
                  <a:pt x="47015" y="13969"/>
                </a:lnTo>
                <a:lnTo>
                  <a:pt x="47332" y="13969"/>
                </a:lnTo>
                <a:lnTo>
                  <a:pt x="41529" y="16509"/>
                </a:lnTo>
                <a:lnTo>
                  <a:pt x="41935" y="16509"/>
                </a:lnTo>
                <a:lnTo>
                  <a:pt x="36449" y="19049"/>
                </a:lnTo>
                <a:lnTo>
                  <a:pt x="36830" y="19049"/>
                </a:lnTo>
                <a:lnTo>
                  <a:pt x="31711" y="22859"/>
                </a:lnTo>
                <a:lnTo>
                  <a:pt x="32067" y="22859"/>
                </a:lnTo>
                <a:lnTo>
                  <a:pt x="27343" y="26669"/>
                </a:lnTo>
                <a:lnTo>
                  <a:pt x="27660" y="26669"/>
                </a:lnTo>
                <a:lnTo>
                  <a:pt x="23380" y="31749"/>
                </a:lnTo>
                <a:lnTo>
                  <a:pt x="23660" y="31749"/>
                </a:lnTo>
                <a:lnTo>
                  <a:pt x="20793" y="35559"/>
                </a:lnTo>
                <a:lnTo>
                  <a:pt x="20091" y="35559"/>
                </a:lnTo>
                <a:lnTo>
                  <a:pt x="17429" y="40639"/>
                </a:lnTo>
                <a:lnTo>
                  <a:pt x="16979" y="40639"/>
                </a:lnTo>
                <a:lnTo>
                  <a:pt x="14185" y="46989"/>
                </a:lnTo>
                <a:lnTo>
                  <a:pt x="14325" y="46989"/>
                </a:lnTo>
                <a:lnTo>
                  <a:pt x="13131" y="49529"/>
                </a:lnTo>
                <a:lnTo>
                  <a:pt x="12179" y="52069"/>
                </a:lnTo>
                <a:lnTo>
                  <a:pt x="11650" y="54609"/>
                </a:lnTo>
                <a:lnTo>
                  <a:pt x="11404" y="54609"/>
                </a:lnTo>
                <a:lnTo>
                  <a:pt x="10668" y="58419"/>
                </a:lnTo>
                <a:lnTo>
                  <a:pt x="10121" y="60959"/>
                </a:lnTo>
                <a:lnTo>
                  <a:pt x="9740" y="64769"/>
                </a:lnTo>
                <a:lnTo>
                  <a:pt x="9512" y="67309"/>
                </a:lnTo>
                <a:lnTo>
                  <a:pt x="9596" y="340359"/>
                </a:lnTo>
                <a:lnTo>
                  <a:pt x="9766" y="342899"/>
                </a:lnTo>
                <a:lnTo>
                  <a:pt x="10160" y="345439"/>
                </a:lnTo>
                <a:lnTo>
                  <a:pt x="10706" y="349249"/>
                </a:lnTo>
                <a:lnTo>
                  <a:pt x="11404" y="351789"/>
                </a:lnTo>
                <a:lnTo>
                  <a:pt x="12242" y="354329"/>
                </a:lnTo>
                <a:lnTo>
                  <a:pt x="13220" y="358139"/>
                </a:lnTo>
                <a:lnTo>
                  <a:pt x="14325" y="360679"/>
                </a:lnTo>
                <a:lnTo>
                  <a:pt x="14185" y="360679"/>
                </a:lnTo>
                <a:lnTo>
                  <a:pt x="16979" y="365759"/>
                </a:lnTo>
                <a:lnTo>
                  <a:pt x="16764" y="365759"/>
                </a:lnTo>
                <a:lnTo>
                  <a:pt x="20091" y="370839"/>
                </a:lnTo>
                <a:lnTo>
                  <a:pt x="19837" y="370839"/>
                </a:lnTo>
                <a:lnTo>
                  <a:pt x="23660" y="375919"/>
                </a:lnTo>
                <a:close/>
              </a:path>
              <a:path w="2172334" h="407669">
                <a:moveTo>
                  <a:pt x="2152319" y="36829"/>
                </a:moveTo>
                <a:lnTo>
                  <a:pt x="2148497" y="31749"/>
                </a:lnTo>
                <a:lnTo>
                  <a:pt x="2148776" y="31749"/>
                </a:lnTo>
                <a:lnTo>
                  <a:pt x="2144496" y="26669"/>
                </a:lnTo>
                <a:lnTo>
                  <a:pt x="2144814" y="26669"/>
                </a:lnTo>
                <a:lnTo>
                  <a:pt x="2140089" y="22859"/>
                </a:lnTo>
                <a:lnTo>
                  <a:pt x="2140445" y="22859"/>
                </a:lnTo>
                <a:lnTo>
                  <a:pt x="2135327" y="19049"/>
                </a:lnTo>
                <a:lnTo>
                  <a:pt x="2135708" y="19049"/>
                </a:lnTo>
                <a:lnTo>
                  <a:pt x="2130221" y="16509"/>
                </a:lnTo>
                <a:lnTo>
                  <a:pt x="2130628" y="16509"/>
                </a:lnTo>
                <a:lnTo>
                  <a:pt x="2124824" y="13969"/>
                </a:lnTo>
                <a:lnTo>
                  <a:pt x="2125141" y="13969"/>
                </a:lnTo>
                <a:lnTo>
                  <a:pt x="2122131" y="12699"/>
                </a:lnTo>
                <a:lnTo>
                  <a:pt x="2122347" y="12699"/>
                </a:lnTo>
                <a:lnTo>
                  <a:pt x="2119261" y="11429"/>
                </a:lnTo>
                <a:lnTo>
                  <a:pt x="2141029" y="11429"/>
                </a:lnTo>
                <a:lnTo>
                  <a:pt x="2146147" y="15239"/>
                </a:lnTo>
                <a:lnTo>
                  <a:pt x="2146503" y="15239"/>
                </a:lnTo>
                <a:lnTo>
                  <a:pt x="2151214" y="20319"/>
                </a:lnTo>
                <a:lnTo>
                  <a:pt x="2151545" y="20319"/>
                </a:lnTo>
                <a:lnTo>
                  <a:pt x="2155825" y="25399"/>
                </a:lnTo>
                <a:lnTo>
                  <a:pt x="2156117" y="25399"/>
                </a:lnTo>
                <a:lnTo>
                  <a:pt x="2159952" y="30479"/>
                </a:lnTo>
                <a:lnTo>
                  <a:pt x="2160206" y="30479"/>
                </a:lnTo>
                <a:lnTo>
                  <a:pt x="2162868" y="35559"/>
                </a:lnTo>
                <a:lnTo>
                  <a:pt x="2152065" y="35559"/>
                </a:lnTo>
                <a:lnTo>
                  <a:pt x="2152319" y="36829"/>
                </a:lnTo>
                <a:close/>
              </a:path>
              <a:path w="2172334" h="407669">
                <a:moveTo>
                  <a:pt x="19837" y="36829"/>
                </a:moveTo>
                <a:lnTo>
                  <a:pt x="20091" y="35559"/>
                </a:lnTo>
                <a:lnTo>
                  <a:pt x="20793" y="35559"/>
                </a:lnTo>
                <a:lnTo>
                  <a:pt x="19837" y="36829"/>
                </a:lnTo>
                <a:close/>
              </a:path>
              <a:path w="2172334" h="407669">
                <a:moveTo>
                  <a:pt x="2155393" y="41909"/>
                </a:moveTo>
                <a:lnTo>
                  <a:pt x="2152065" y="35559"/>
                </a:lnTo>
                <a:lnTo>
                  <a:pt x="2162868" y="35559"/>
                </a:lnTo>
                <a:lnTo>
                  <a:pt x="2163533" y="36829"/>
                </a:lnTo>
                <a:lnTo>
                  <a:pt x="2163749" y="36829"/>
                </a:lnTo>
                <a:lnTo>
                  <a:pt x="2165517" y="40639"/>
                </a:lnTo>
                <a:lnTo>
                  <a:pt x="2155177" y="40639"/>
                </a:lnTo>
                <a:lnTo>
                  <a:pt x="2155393" y="41909"/>
                </a:lnTo>
                <a:close/>
              </a:path>
              <a:path w="2172334" h="407669">
                <a:moveTo>
                  <a:pt x="16764" y="41909"/>
                </a:moveTo>
                <a:lnTo>
                  <a:pt x="16979" y="40639"/>
                </a:lnTo>
                <a:lnTo>
                  <a:pt x="17429" y="40639"/>
                </a:lnTo>
                <a:lnTo>
                  <a:pt x="16764" y="41909"/>
                </a:lnTo>
                <a:close/>
              </a:path>
              <a:path w="2172334" h="407669">
                <a:moveTo>
                  <a:pt x="2160803" y="55879"/>
                </a:moveTo>
                <a:lnTo>
                  <a:pt x="2159914" y="52069"/>
                </a:lnTo>
                <a:lnTo>
                  <a:pt x="2158936" y="49529"/>
                </a:lnTo>
                <a:lnTo>
                  <a:pt x="2157831" y="46989"/>
                </a:lnTo>
                <a:lnTo>
                  <a:pt x="2157971" y="46989"/>
                </a:lnTo>
                <a:lnTo>
                  <a:pt x="2155177" y="40639"/>
                </a:lnTo>
                <a:lnTo>
                  <a:pt x="2165517" y="40639"/>
                </a:lnTo>
                <a:lnTo>
                  <a:pt x="2166696" y="43179"/>
                </a:lnTo>
                <a:lnTo>
                  <a:pt x="2167966" y="45719"/>
                </a:lnTo>
                <a:lnTo>
                  <a:pt x="2169071" y="49529"/>
                </a:lnTo>
                <a:lnTo>
                  <a:pt x="2170036" y="53339"/>
                </a:lnTo>
                <a:lnTo>
                  <a:pt x="2170430" y="54609"/>
                </a:lnTo>
                <a:lnTo>
                  <a:pt x="2160752" y="54609"/>
                </a:lnTo>
                <a:lnTo>
                  <a:pt x="2160803" y="55879"/>
                </a:lnTo>
                <a:close/>
              </a:path>
              <a:path w="2172334" h="407669">
                <a:moveTo>
                  <a:pt x="11353" y="55879"/>
                </a:moveTo>
                <a:lnTo>
                  <a:pt x="11404" y="54609"/>
                </a:lnTo>
                <a:lnTo>
                  <a:pt x="11650" y="54609"/>
                </a:lnTo>
                <a:lnTo>
                  <a:pt x="11353" y="55879"/>
                </a:lnTo>
                <a:close/>
              </a:path>
              <a:path w="2172334" h="407669">
                <a:moveTo>
                  <a:pt x="2172144" y="340359"/>
                </a:moveTo>
                <a:lnTo>
                  <a:pt x="2162632" y="340359"/>
                </a:lnTo>
                <a:lnTo>
                  <a:pt x="2162632" y="67309"/>
                </a:lnTo>
                <a:lnTo>
                  <a:pt x="2162390" y="64769"/>
                </a:lnTo>
                <a:lnTo>
                  <a:pt x="2161997" y="60959"/>
                </a:lnTo>
                <a:lnTo>
                  <a:pt x="2161451" y="58419"/>
                </a:lnTo>
                <a:lnTo>
                  <a:pt x="2160752" y="54609"/>
                </a:lnTo>
                <a:lnTo>
                  <a:pt x="2170430" y="54609"/>
                </a:lnTo>
                <a:lnTo>
                  <a:pt x="2170823" y="55879"/>
                </a:lnTo>
                <a:lnTo>
                  <a:pt x="2171446" y="59689"/>
                </a:lnTo>
                <a:lnTo>
                  <a:pt x="2171890" y="63499"/>
                </a:lnTo>
                <a:lnTo>
                  <a:pt x="2172157" y="67309"/>
                </a:lnTo>
                <a:lnTo>
                  <a:pt x="2172144" y="340359"/>
                </a:lnTo>
                <a:close/>
              </a:path>
              <a:path w="2172334" h="407669">
                <a:moveTo>
                  <a:pt x="9596" y="340359"/>
                </a:moveTo>
                <a:lnTo>
                  <a:pt x="9512" y="339089"/>
                </a:lnTo>
                <a:lnTo>
                  <a:pt x="9596" y="340359"/>
                </a:lnTo>
                <a:close/>
              </a:path>
              <a:path w="2172334" h="407669">
                <a:moveTo>
                  <a:pt x="2160206" y="375919"/>
                </a:moveTo>
                <a:lnTo>
                  <a:pt x="2148497" y="375919"/>
                </a:lnTo>
                <a:lnTo>
                  <a:pt x="2152319" y="370839"/>
                </a:lnTo>
                <a:lnTo>
                  <a:pt x="2152065" y="370839"/>
                </a:lnTo>
                <a:lnTo>
                  <a:pt x="2155393" y="365759"/>
                </a:lnTo>
                <a:lnTo>
                  <a:pt x="2155177" y="365759"/>
                </a:lnTo>
                <a:lnTo>
                  <a:pt x="2157971" y="360679"/>
                </a:lnTo>
                <a:lnTo>
                  <a:pt x="2157831" y="360679"/>
                </a:lnTo>
                <a:lnTo>
                  <a:pt x="2159025" y="358139"/>
                </a:lnTo>
                <a:lnTo>
                  <a:pt x="2159977" y="354329"/>
                </a:lnTo>
                <a:lnTo>
                  <a:pt x="2160803" y="351789"/>
                </a:lnTo>
                <a:lnTo>
                  <a:pt x="2161489" y="349249"/>
                </a:lnTo>
                <a:lnTo>
                  <a:pt x="2162035" y="345439"/>
                </a:lnTo>
                <a:lnTo>
                  <a:pt x="2162416" y="342899"/>
                </a:lnTo>
                <a:lnTo>
                  <a:pt x="2162644" y="339089"/>
                </a:lnTo>
                <a:lnTo>
                  <a:pt x="2162632" y="340359"/>
                </a:lnTo>
                <a:lnTo>
                  <a:pt x="2172144" y="340359"/>
                </a:lnTo>
                <a:lnTo>
                  <a:pt x="2171865" y="344169"/>
                </a:lnTo>
                <a:lnTo>
                  <a:pt x="2171407" y="347979"/>
                </a:lnTo>
                <a:lnTo>
                  <a:pt x="2170772" y="350519"/>
                </a:lnTo>
                <a:lnTo>
                  <a:pt x="2169972" y="354329"/>
                </a:lnTo>
                <a:lnTo>
                  <a:pt x="2169007" y="358139"/>
                </a:lnTo>
                <a:lnTo>
                  <a:pt x="2167877" y="360679"/>
                </a:lnTo>
                <a:lnTo>
                  <a:pt x="2166696" y="364489"/>
                </a:lnTo>
                <a:lnTo>
                  <a:pt x="2163749" y="369569"/>
                </a:lnTo>
                <a:lnTo>
                  <a:pt x="2163533" y="370839"/>
                </a:lnTo>
                <a:lnTo>
                  <a:pt x="2160206" y="375919"/>
                </a:lnTo>
                <a:close/>
              </a:path>
              <a:path w="2172334" h="407669">
                <a:moveTo>
                  <a:pt x="41935" y="391159"/>
                </a:moveTo>
                <a:lnTo>
                  <a:pt x="25654" y="391159"/>
                </a:lnTo>
                <a:lnTo>
                  <a:pt x="20942" y="387349"/>
                </a:lnTo>
                <a:lnTo>
                  <a:pt x="20612" y="386079"/>
                </a:lnTo>
                <a:lnTo>
                  <a:pt x="16332" y="382269"/>
                </a:lnTo>
                <a:lnTo>
                  <a:pt x="16040" y="380999"/>
                </a:lnTo>
                <a:lnTo>
                  <a:pt x="12204" y="375919"/>
                </a:lnTo>
                <a:lnTo>
                  <a:pt x="23380" y="375919"/>
                </a:lnTo>
                <a:lnTo>
                  <a:pt x="27660" y="379729"/>
                </a:lnTo>
                <a:lnTo>
                  <a:pt x="27343" y="379729"/>
                </a:lnTo>
                <a:lnTo>
                  <a:pt x="32067" y="384809"/>
                </a:lnTo>
                <a:lnTo>
                  <a:pt x="33417" y="384809"/>
                </a:lnTo>
                <a:lnTo>
                  <a:pt x="36830" y="387349"/>
                </a:lnTo>
                <a:lnTo>
                  <a:pt x="36449" y="387349"/>
                </a:lnTo>
                <a:lnTo>
                  <a:pt x="41935" y="391159"/>
                </a:lnTo>
                <a:close/>
              </a:path>
              <a:path w="2172334" h="407669">
                <a:moveTo>
                  <a:pt x="2152971" y="384809"/>
                </a:moveTo>
                <a:lnTo>
                  <a:pt x="2140089" y="384809"/>
                </a:lnTo>
                <a:lnTo>
                  <a:pt x="2144814" y="379729"/>
                </a:lnTo>
                <a:lnTo>
                  <a:pt x="2144496" y="379729"/>
                </a:lnTo>
                <a:lnTo>
                  <a:pt x="2148776" y="375919"/>
                </a:lnTo>
                <a:lnTo>
                  <a:pt x="2159952" y="375919"/>
                </a:lnTo>
                <a:lnTo>
                  <a:pt x="2156117" y="380999"/>
                </a:lnTo>
                <a:lnTo>
                  <a:pt x="2155825" y="382269"/>
                </a:lnTo>
                <a:lnTo>
                  <a:pt x="2152971" y="384809"/>
                </a:lnTo>
                <a:close/>
              </a:path>
              <a:path w="2172334" h="407669">
                <a:moveTo>
                  <a:pt x="33417" y="384809"/>
                </a:moveTo>
                <a:lnTo>
                  <a:pt x="32067" y="384809"/>
                </a:lnTo>
                <a:lnTo>
                  <a:pt x="31711" y="383539"/>
                </a:lnTo>
                <a:lnTo>
                  <a:pt x="33417" y="384809"/>
                </a:lnTo>
                <a:close/>
              </a:path>
              <a:path w="2172334" h="407669">
                <a:moveTo>
                  <a:pt x="2146503" y="391159"/>
                </a:moveTo>
                <a:lnTo>
                  <a:pt x="2130221" y="391159"/>
                </a:lnTo>
                <a:lnTo>
                  <a:pt x="2135708" y="387349"/>
                </a:lnTo>
                <a:lnTo>
                  <a:pt x="2135327" y="387349"/>
                </a:lnTo>
                <a:lnTo>
                  <a:pt x="2140445" y="383539"/>
                </a:lnTo>
                <a:lnTo>
                  <a:pt x="2140089" y="384809"/>
                </a:lnTo>
                <a:lnTo>
                  <a:pt x="2152971" y="384809"/>
                </a:lnTo>
                <a:lnTo>
                  <a:pt x="2151545" y="386079"/>
                </a:lnTo>
                <a:lnTo>
                  <a:pt x="2151214" y="387349"/>
                </a:lnTo>
                <a:lnTo>
                  <a:pt x="2146503" y="391159"/>
                </a:lnTo>
                <a:close/>
              </a:path>
              <a:path w="2172334" h="407669">
                <a:moveTo>
                  <a:pt x="71259" y="398779"/>
                </a:moveTo>
                <a:lnTo>
                  <a:pt x="36982" y="398779"/>
                </a:lnTo>
                <a:lnTo>
                  <a:pt x="31508" y="396239"/>
                </a:lnTo>
                <a:lnTo>
                  <a:pt x="31127" y="394969"/>
                </a:lnTo>
                <a:lnTo>
                  <a:pt x="26009" y="391159"/>
                </a:lnTo>
                <a:lnTo>
                  <a:pt x="41529" y="391159"/>
                </a:lnTo>
                <a:lnTo>
                  <a:pt x="47332" y="393699"/>
                </a:lnTo>
                <a:lnTo>
                  <a:pt x="47015" y="393699"/>
                </a:lnTo>
                <a:lnTo>
                  <a:pt x="50025" y="394969"/>
                </a:lnTo>
                <a:lnTo>
                  <a:pt x="52679" y="394969"/>
                </a:lnTo>
                <a:lnTo>
                  <a:pt x="55829" y="396239"/>
                </a:lnTo>
                <a:lnTo>
                  <a:pt x="55600" y="396239"/>
                </a:lnTo>
                <a:lnTo>
                  <a:pt x="58813" y="397509"/>
                </a:lnTo>
                <a:lnTo>
                  <a:pt x="67843" y="397509"/>
                </a:lnTo>
                <a:lnTo>
                  <a:pt x="71259" y="398779"/>
                </a:lnTo>
                <a:close/>
              </a:path>
              <a:path w="2172334" h="407669">
                <a:moveTo>
                  <a:pt x="2135174" y="398779"/>
                </a:moveTo>
                <a:lnTo>
                  <a:pt x="2100897" y="398779"/>
                </a:lnTo>
                <a:lnTo>
                  <a:pt x="2104313" y="397509"/>
                </a:lnTo>
                <a:lnTo>
                  <a:pt x="2113343" y="397509"/>
                </a:lnTo>
                <a:lnTo>
                  <a:pt x="2116556" y="396239"/>
                </a:lnTo>
                <a:lnTo>
                  <a:pt x="2116328" y="396239"/>
                </a:lnTo>
                <a:lnTo>
                  <a:pt x="2119477" y="394969"/>
                </a:lnTo>
                <a:lnTo>
                  <a:pt x="2122131" y="394969"/>
                </a:lnTo>
                <a:lnTo>
                  <a:pt x="2125141" y="393699"/>
                </a:lnTo>
                <a:lnTo>
                  <a:pt x="2124824" y="393699"/>
                </a:lnTo>
                <a:lnTo>
                  <a:pt x="2130628" y="391159"/>
                </a:lnTo>
                <a:lnTo>
                  <a:pt x="2146147" y="391159"/>
                </a:lnTo>
                <a:lnTo>
                  <a:pt x="2141029" y="394969"/>
                </a:lnTo>
                <a:lnTo>
                  <a:pt x="2140648" y="396239"/>
                </a:lnTo>
                <a:lnTo>
                  <a:pt x="2135174" y="398779"/>
                </a:lnTo>
                <a:close/>
              </a:path>
              <a:path w="2172334" h="407669">
                <a:moveTo>
                  <a:pt x="2115248" y="406399"/>
                </a:moveTo>
                <a:lnTo>
                  <a:pt x="56667" y="406399"/>
                </a:lnTo>
                <a:lnTo>
                  <a:pt x="49847" y="403859"/>
                </a:lnTo>
                <a:lnTo>
                  <a:pt x="46532" y="403859"/>
                </a:lnTo>
                <a:lnTo>
                  <a:pt x="43522" y="402589"/>
                </a:lnTo>
                <a:lnTo>
                  <a:pt x="37388" y="398779"/>
                </a:lnTo>
                <a:lnTo>
                  <a:pt x="2134768" y="398779"/>
                </a:lnTo>
                <a:lnTo>
                  <a:pt x="2128634" y="402589"/>
                </a:lnTo>
                <a:lnTo>
                  <a:pt x="2122081" y="405129"/>
                </a:lnTo>
                <a:lnTo>
                  <a:pt x="2118702" y="405129"/>
                </a:lnTo>
                <a:lnTo>
                  <a:pt x="2115248" y="406399"/>
                </a:lnTo>
                <a:close/>
              </a:path>
              <a:path w="2172334" h="407669">
                <a:moveTo>
                  <a:pt x="2108174" y="407669"/>
                </a:moveTo>
                <a:lnTo>
                  <a:pt x="63741" y="407669"/>
                </a:lnTo>
                <a:lnTo>
                  <a:pt x="60172" y="406399"/>
                </a:lnTo>
                <a:lnTo>
                  <a:pt x="2111743" y="406399"/>
                </a:lnTo>
                <a:lnTo>
                  <a:pt x="2108174" y="407669"/>
                </a:lnTo>
                <a:close/>
              </a:path>
            </a:pathLst>
          </a:custGeom>
          <a:solidFill>
            <a:srgbClr val="0A80DF"/>
          </a:solidFill>
        </p:spPr>
        <p:txBody>
          <a:bodyPr wrap="square" lIns="0" tIns="0" rIns="0" bIns="0" rtlCol="0"/>
          <a:lstStyle/>
          <a:p>
            <a:endParaRPr/>
          </a:p>
        </p:txBody>
      </p:sp>
      <p:sp>
        <p:nvSpPr>
          <p:cNvPr id="16" name="object 16"/>
          <p:cNvSpPr txBox="1"/>
          <p:nvPr/>
        </p:nvSpPr>
        <p:spPr>
          <a:xfrm>
            <a:off x="9869589" y="2709329"/>
            <a:ext cx="10407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内容全面</a:t>
            </a:r>
            <a:r>
              <a:rPr sz="1600" spc="-50" dirty="0">
                <a:latin typeface="宋体"/>
                <a:cs typeface="宋体"/>
              </a:rPr>
              <a:t>性</a:t>
            </a:r>
            <a:endParaRPr sz="1600">
              <a:latin typeface="宋体"/>
              <a:cs typeface="宋体"/>
            </a:endParaRPr>
          </a:p>
        </p:txBody>
      </p:sp>
      <p:sp>
        <p:nvSpPr>
          <p:cNvPr id="17" name="object 17"/>
          <p:cNvSpPr/>
          <p:nvPr/>
        </p:nvSpPr>
        <p:spPr>
          <a:xfrm>
            <a:off x="9293631" y="3116262"/>
            <a:ext cx="2172335" cy="407670"/>
          </a:xfrm>
          <a:custGeom>
            <a:avLst/>
            <a:gdLst/>
            <a:ahLst/>
            <a:cxnLst/>
            <a:rect l="l" t="t" r="r" b="b"/>
            <a:pathLst>
              <a:path w="2172334" h="407670">
                <a:moveTo>
                  <a:pt x="2115489" y="1269"/>
                </a:moveTo>
                <a:lnTo>
                  <a:pt x="56908" y="1269"/>
                </a:lnTo>
                <a:lnTo>
                  <a:pt x="60413" y="0"/>
                </a:lnTo>
                <a:lnTo>
                  <a:pt x="2111984" y="0"/>
                </a:lnTo>
                <a:lnTo>
                  <a:pt x="2115489" y="1269"/>
                </a:lnTo>
                <a:close/>
              </a:path>
              <a:path w="2172334" h="407670">
                <a:moveTo>
                  <a:pt x="2134768" y="7619"/>
                </a:moveTo>
                <a:lnTo>
                  <a:pt x="37388" y="7619"/>
                </a:lnTo>
                <a:lnTo>
                  <a:pt x="43192" y="5080"/>
                </a:lnTo>
                <a:lnTo>
                  <a:pt x="46761" y="3810"/>
                </a:lnTo>
                <a:lnTo>
                  <a:pt x="53454" y="1269"/>
                </a:lnTo>
                <a:lnTo>
                  <a:pt x="2118931" y="1269"/>
                </a:lnTo>
                <a:lnTo>
                  <a:pt x="2125624" y="3810"/>
                </a:lnTo>
                <a:lnTo>
                  <a:pt x="2134768" y="7619"/>
                </a:lnTo>
                <a:close/>
              </a:path>
              <a:path w="2172334" h="407670">
                <a:moveTo>
                  <a:pt x="55600" y="11430"/>
                </a:moveTo>
                <a:lnTo>
                  <a:pt x="31508" y="11430"/>
                </a:lnTo>
                <a:lnTo>
                  <a:pt x="36982" y="7619"/>
                </a:lnTo>
                <a:lnTo>
                  <a:pt x="2135174" y="7619"/>
                </a:lnTo>
                <a:lnTo>
                  <a:pt x="2136999" y="8889"/>
                </a:lnTo>
                <a:lnTo>
                  <a:pt x="64947" y="8889"/>
                </a:lnTo>
                <a:lnTo>
                  <a:pt x="61620" y="10160"/>
                </a:lnTo>
                <a:lnTo>
                  <a:pt x="58813" y="10160"/>
                </a:lnTo>
                <a:lnTo>
                  <a:pt x="55600" y="11430"/>
                </a:lnTo>
                <a:close/>
              </a:path>
              <a:path w="2172334" h="407670">
                <a:moveTo>
                  <a:pt x="2140648" y="11430"/>
                </a:moveTo>
                <a:lnTo>
                  <a:pt x="2116556" y="11430"/>
                </a:lnTo>
                <a:lnTo>
                  <a:pt x="2113343" y="10160"/>
                </a:lnTo>
                <a:lnTo>
                  <a:pt x="2110536" y="10160"/>
                </a:lnTo>
                <a:lnTo>
                  <a:pt x="2107209" y="8889"/>
                </a:lnTo>
                <a:lnTo>
                  <a:pt x="2136999" y="8889"/>
                </a:lnTo>
                <a:lnTo>
                  <a:pt x="2140648" y="11430"/>
                </a:lnTo>
                <a:close/>
              </a:path>
              <a:path w="2172334" h="407670">
                <a:moveTo>
                  <a:pt x="23660" y="375920"/>
                </a:moveTo>
                <a:lnTo>
                  <a:pt x="11950" y="375920"/>
                </a:lnTo>
                <a:lnTo>
                  <a:pt x="8623" y="370839"/>
                </a:lnTo>
                <a:lnTo>
                  <a:pt x="8407" y="369570"/>
                </a:lnTo>
                <a:lnTo>
                  <a:pt x="5460" y="364489"/>
                </a:lnTo>
                <a:lnTo>
                  <a:pt x="4190" y="360679"/>
                </a:lnTo>
                <a:lnTo>
                  <a:pt x="3086" y="356870"/>
                </a:lnTo>
                <a:lnTo>
                  <a:pt x="2120" y="354329"/>
                </a:lnTo>
                <a:lnTo>
                  <a:pt x="1333" y="350520"/>
                </a:lnTo>
                <a:lnTo>
                  <a:pt x="711" y="346710"/>
                </a:lnTo>
                <a:lnTo>
                  <a:pt x="266" y="344170"/>
                </a:lnTo>
                <a:lnTo>
                  <a:pt x="0" y="340360"/>
                </a:lnTo>
                <a:lnTo>
                  <a:pt x="0" y="67310"/>
                </a:lnTo>
                <a:lnTo>
                  <a:pt x="3149" y="49530"/>
                </a:lnTo>
                <a:lnTo>
                  <a:pt x="4279" y="45719"/>
                </a:lnTo>
                <a:lnTo>
                  <a:pt x="8407" y="36830"/>
                </a:lnTo>
                <a:lnTo>
                  <a:pt x="8623" y="36830"/>
                </a:lnTo>
                <a:lnTo>
                  <a:pt x="11950" y="30480"/>
                </a:lnTo>
                <a:lnTo>
                  <a:pt x="12204" y="30480"/>
                </a:lnTo>
                <a:lnTo>
                  <a:pt x="16040" y="25400"/>
                </a:lnTo>
                <a:lnTo>
                  <a:pt x="16332" y="25400"/>
                </a:lnTo>
                <a:lnTo>
                  <a:pt x="20612" y="20319"/>
                </a:lnTo>
                <a:lnTo>
                  <a:pt x="20942" y="20319"/>
                </a:lnTo>
                <a:lnTo>
                  <a:pt x="25653" y="15239"/>
                </a:lnTo>
                <a:lnTo>
                  <a:pt x="26009" y="15239"/>
                </a:lnTo>
                <a:lnTo>
                  <a:pt x="31127" y="11430"/>
                </a:lnTo>
                <a:lnTo>
                  <a:pt x="52895" y="11430"/>
                </a:lnTo>
                <a:lnTo>
                  <a:pt x="49809" y="12700"/>
                </a:lnTo>
                <a:lnTo>
                  <a:pt x="50025" y="12700"/>
                </a:lnTo>
                <a:lnTo>
                  <a:pt x="47015" y="13969"/>
                </a:lnTo>
                <a:lnTo>
                  <a:pt x="47332" y="13969"/>
                </a:lnTo>
                <a:lnTo>
                  <a:pt x="41528" y="16510"/>
                </a:lnTo>
                <a:lnTo>
                  <a:pt x="41922" y="16510"/>
                </a:lnTo>
                <a:lnTo>
                  <a:pt x="36449" y="19050"/>
                </a:lnTo>
                <a:lnTo>
                  <a:pt x="36829" y="19050"/>
                </a:lnTo>
                <a:lnTo>
                  <a:pt x="31711" y="22860"/>
                </a:lnTo>
                <a:lnTo>
                  <a:pt x="32067" y="22860"/>
                </a:lnTo>
                <a:lnTo>
                  <a:pt x="27343" y="26669"/>
                </a:lnTo>
                <a:lnTo>
                  <a:pt x="27660" y="26669"/>
                </a:lnTo>
                <a:lnTo>
                  <a:pt x="23367" y="31750"/>
                </a:lnTo>
                <a:lnTo>
                  <a:pt x="23660" y="31750"/>
                </a:lnTo>
                <a:lnTo>
                  <a:pt x="20793" y="35560"/>
                </a:lnTo>
                <a:lnTo>
                  <a:pt x="20091" y="35560"/>
                </a:lnTo>
                <a:lnTo>
                  <a:pt x="17429" y="40639"/>
                </a:lnTo>
                <a:lnTo>
                  <a:pt x="16979" y="40639"/>
                </a:lnTo>
                <a:lnTo>
                  <a:pt x="14185" y="46989"/>
                </a:lnTo>
                <a:lnTo>
                  <a:pt x="14325" y="46989"/>
                </a:lnTo>
                <a:lnTo>
                  <a:pt x="13131" y="49530"/>
                </a:lnTo>
                <a:lnTo>
                  <a:pt x="12166" y="52069"/>
                </a:lnTo>
                <a:lnTo>
                  <a:pt x="11641" y="54610"/>
                </a:lnTo>
                <a:lnTo>
                  <a:pt x="11404" y="54610"/>
                </a:lnTo>
                <a:lnTo>
                  <a:pt x="10667" y="58419"/>
                </a:lnTo>
                <a:lnTo>
                  <a:pt x="10121" y="60960"/>
                </a:lnTo>
                <a:lnTo>
                  <a:pt x="9740" y="64769"/>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30"/>
                </a:moveTo>
                <a:lnTo>
                  <a:pt x="2148497" y="31750"/>
                </a:lnTo>
                <a:lnTo>
                  <a:pt x="2148776" y="31750"/>
                </a:lnTo>
                <a:lnTo>
                  <a:pt x="2144496" y="26669"/>
                </a:lnTo>
                <a:lnTo>
                  <a:pt x="2144814" y="26669"/>
                </a:lnTo>
                <a:lnTo>
                  <a:pt x="2140089" y="22860"/>
                </a:lnTo>
                <a:lnTo>
                  <a:pt x="2140445" y="22860"/>
                </a:lnTo>
                <a:lnTo>
                  <a:pt x="2135327" y="19050"/>
                </a:lnTo>
                <a:lnTo>
                  <a:pt x="2135708" y="19050"/>
                </a:lnTo>
                <a:lnTo>
                  <a:pt x="2130221" y="16510"/>
                </a:lnTo>
                <a:lnTo>
                  <a:pt x="2130628" y="16510"/>
                </a:lnTo>
                <a:lnTo>
                  <a:pt x="2124824" y="13969"/>
                </a:lnTo>
                <a:lnTo>
                  <a:pt x="2125141" y="13969"/>
                </a:lnTo>
                <a:lnTo>
                  <a:pt x="2122119" y="12700"/>
                </a:lnTo>
                <a:lnTo>
                  <a:pt x="2122347" y="12700"/>
                </a:lnTo>
                <a:lnTo>
                  <a:pt x="2119261" y="11430"/>
                </a:lnTo>
                <a:lnTo>
                  <a:pt x="2141029" y="11430"/>
                </a:lnTo>
                <a:lnTo>
                  <a:pt x="2146147" y="15239"/>
                </a:lnTo>
                <a:lnTo>
                  <a:pt x="2146503" y="15239"/>
                </a:lnTo>
                <a:lnTo>
                  <a:pt x="2151214" y="20319"/>
                </a:lnTo>
                <a:lnTo>
                  <a:pt x="2151545" y="20319"/>
                </a:lnTo>
                <a:lnTo>
                  <a:pt x="2155825" y="25400"/>
                </a:lnTo>
                <a:lnTo>
                  <a:pt x="2156117" y="25400"/>
                </a:lnTo>
                <a:lnTo>
                  <a:pt x="2159952" y="30480"/>
                </a:lnTo>
                <a:lnTo>
                  <a:pt x="2160206" y="30480"/>
                </a:lnTo>
                <a:lnTo>
                  <a:pt x="2162868" y="35560"/>
                </a:lnTo>
                <a:lnTo>
                  <a:pt x="2152065" y="35560"/>
                </a:lnTo>
                <a:lnTo>
                  <a:pt x="2152319" y="36830"/>
                </a:lnTo>
                <a:close/>
              </a:path>
              <a:path w="2172334" h="407670">
                <a:moveTo>
                  <a:pt x="19837" y="36830"/>
                </a:moveTo>
                <a:lnTo>
                  <a:pt x="20091" y="35560"/>
                </a:lnTo>
                <a:lnTo>
                  <a:pt x="20793" y="35560"/>
                </a:lnTo>
                <a:lnTo>
                  <a:pt x="19837" y="36830"/>
                </a:lnTo>
                <a:close/>
              </a:path>
              <a:path w="2172334" h="407670">
                <a:moveTo>
                  <a:pt x="2155393" y="41910"/>
                </a:moveTo>
                <a:lnTo>
                  <a:pt x="2152065" y="35560"/>
                </a:lnTo>
                <a:lnTo>
                  <a:pt x="2162868" y="35560"/>
                </a:lnTo>
                <a:lnTo>
                  <a:pt x="2163533" y="36830"/>
                </a:lnTo>
                <a:lnTo>
                  <a:pt x="2163749" y="36830"/>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80"/>
                </a:moveTo>
                <a:lnTo>
                  <a:pt x="2159914" y="52069"/>
                </a:lnTo>
                <a:lnTo>
                  <a:pt x="2158936" y="49530"/>
                </a:lnTo>
                <a:lnTo>
                  <a:pt x="2157831" y="46989"/>
                </a:lnTo>
                <a:lnTo>
                  <a:pt x="2157971" y="46989"/>
                </a:lnTo>
                <a:lnTo>
                  <a:pt x="2155164" y="40639"/>
                </a:lnTo>
                <a:lnTo>
                  <a:pt x="2165517" y="40639"/>
                </a:lnTo>
                <a:lnTo>
                  <a:pt x="2166696" y="43180"/>
                </a:lnTo>
                <a:lnTo>
                  <a:pt x="2167966" y="45719"/>
                </a:lnTo>
                <a:lnTo>
                  <a:pt x="2169071" y="49530"/>
                </a:lnTo>
                <a:lnTo>
                  <a:pt x="2170036" y="53339"/>
                </a:lnTo>
                <a:lnTo>
                  <a:pt x="2170429" y="54610"/>
                </a:lnTo>
                <a:lnTo>
                  <a:pt x="2160752" y="54610"/>
                </a:lnTo>
                <a:lnTo>
                  <a:pt x="2160803" y="55880"/>
                </a:lnTo>
                <a:close/>
              </a:path>
              <a:path w="2172334" h="407670">
                <a:moveTo>
                  <a:pt x="11341" y="55880"/>
                </a:moveTo>
                <a:lnTo>
                  <a:pt x="11404" y="54610"/>
                </a:lnTo>
                <a:lnTo>
                  <a:pt x="11641" y="54610"/>
                </a:lnTo>
                <a:lnTo>
                  <a:pt x="11341" y="55880"/>
                </a:lnTo>
                <a:close/>
              </a:path>
              <a:path w="2172334" h="407670">
                <a:moveTo>
                  <a:pt x="2172144" y="340360"/>
                </a:moveTo>
                <a:lnTo>
                  <a:pt x="2162632" y="340360"/>
                </a:lnTo>
                <a:lnTo>
                  <a:pt x="2162632" y="67310"/>
                </a:lnTo>
                <a:lnTo>
                  <a:pt x="2162390" y="64769"/>
                </a:lnTo>
                <a:lnTo>
                  <a:pt x="2161997" y="60960"/>
                </a:lnTo>
                <a:lnTo>
                  <a:pt x="2161438" y="58419"/>
                </a:lnTo>
                <a:lnTo>
                  <a:pt x="2160752" y="54610"/>
                </a:lnTo>
                <a:lnTo>
                  <a:pt x="2170429" y="54610"/>
                </a:lnTo>
                <a:lnTo>
                  <a:pt x="2170823" y="55880"/>
                </a:lnTo>
                <a:lnTo>
                  <a:pt x="2171445"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22" y="391160"/>
                </a:moveTo>
                <a:lnTo>
                  <a:pt x="25653" y="391160"/>
                </a:lnTo>
                <a:lnTo>
                  <a:pt x="20942" y="387350"/>
                </a:lnTo>
                <a:lnTo>
                  <a:pt x="20612" y="386079"/>
                </a:lnTo>
                <a:lnTo>
                  <a:pt x="16332" y="382270"/>
                </a:lnTo>
                <a:lnTo>
                  <a:pt x="16040" y="381000"/>
                </a:lnTo>
                <a:lnTo>
                  <a:pt x="12204" y="375920"/>
                </a:lnTo>
                <a:lnTo>
                  <a:pt x="23367" y="375920"/>
                </a:lnTo>
                <a:lnTo>
                  <a:pt x="27660" y="379729"/>
                </a:lnTo>
                <a:lnTo>
                  <a:pt x="27343" y="379729"/>
                </a:lnTo>
                <a:lnTo>
                  <a:pt x="32067" y="384810"/>
                </a:lnTo>
                <a:lnTo>
                  <a:pt x="33417" y="384810"/>
                </a:lnTo>
                <a:lnTo>
                  <a:pt x="36829" y="387350"/>
                </a:lnTo>
                <a:lnTo>
                  <a:pt x="36449" y="387350"/>
                </a:lnTo>
                <a:lnTo>
                  <a:pt x="41922"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2135174"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2137911" y="397510"/>
                </a:lnTo>
                <a:lnTo>
                  <a:pt x="2135174" y="398779"/>
                </a:lnTo>
                <a:close/>
              </a:path>
              <a:path w="2172334" h="407670">
                <a:moveTo>
                  <a:pt x="2137911" y="397510"/>
                </a:moveTo>
                <a:lnTo>
                  <a:pt x="2113343" y="397510"/>
                </a:lnTo>
                <a:lnTo>
                  <a:pt x="2116556" y="396239"/>
                </a:lnTo>
                <a:lnTo>
                  <a:pt x="2116328" y="396239"/>
                </a:lnTo>
                <a:lnTo>
                  <a:pt x="2119477" y="394970"/>
                </a:lnTo>
                <a:lnTo>
                  <a:pt x="2122119" y="394970"/>
                </a:lnTo>
                <a:lnTo>
                  <a:pt x="2125141" y="393700"/>
                </a:lnTo>
                <a:lnTo>
                  <a:pt x="2124824" y="393700"/>
                </a:lnTo>
                <a:lnTo>
                  <a:pt x="2130628" y="391160"/>
                </a:lnTo>
                <a:lnTo>
                  <a:pt x="2146147" y="391160"/>
                </a:lnTo>
                <a:lnTo>
                  <a:pt x="2141029" y="394970"/>
                </a:lnTo>
                <a:lnTo>
                  <a:pt x="2140648" y="396239"/>
                </a:lnTo>
                <a:lnTo>
                  <a:pt x="2137911" y="397510"/>
                </a:lnTo>
                <a:close/>
              </a:path>
              <a:path w="2172334" h="407670">
                <a:moveTo>
                  <a:pt x="61849" y="397510"/>
                </a:moveTo>
                <a:lnTo>
                  <a:pt x="58813" y="397510"/>
                </a:lnTo>
                <a:lnTo>
                  <a:pt x="58585" y="396239"/>
                </a:lnTo>
                <a:lnTo>
                  <a:pt x="61849" y="397510"/>
                </a:lnTo>
                <a:close/>
              </a:path>
              <a:path w="2172334" h="407670">
                <a:moveTo>
                  <a:pt x="2113343" y="397510"/>
                </a:moveTo>
                <a:lnTo>
                  <a:pt x="2110308" y="397510"/>
                </a:lnTo>
                <a:lnTo>
                  <a:pt x="2113572" y="396239"/>
                </a:lnTo>
                <a:lnTo>
                  <a:pt x="2113343" y="397510"/>
                </a:lnTo>
                <a:close/>
              </a:path>
              <a:path w="2172334" h="407670">
                <a:moveTo>
                  <a:pt x="2125395" y="403860"/>
                </a:moveTo>
                <a:lnTo>
                  <a:pt x="46532" y="403860"/>
                </a:lnTo>
                <a:lnTo>
                  <a:pt x="43192" y="402589"/>
                </a:lnTo>
                <a:lnTo>
                  <a:pt x="37388" y="398779"/>
                </a:lnTo>
                <a:lnTo>
                  <a:pt x="2134768" y="398779"/>
                </a:lnTo>
                <a:lnTo>
                  <a:pt x="2128634" y="402589"/>
                </a:lnTo>
                <a:lnTo>
                  <a:pt x="2125395" y="403860"/>
                </a:lnTo>
                <a:close/>
              </a:path>
              <a:path w="2172334" h="407670">
                <a:moveTo>
                  <a:pt x="2115248" y="406400"/>
                </a:moveTo>
                <a:lnTo>
                  <a:pt x="56667" y="406400"/>
                </a:lnTo>
                <a:lnTo>
                  <a:pt x="49847" y="403860"/>
                </a:lnTo>
                <a:lnTo>
                  <a:pt x="2122081" y="403860"/>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18" name="object 18"/>
          <p:cNvSpPr txBox="1"/>
          <p:nvPr/>
        </p:nvSpPr>
        <p:spPr>
          <a:xfrm>
            <a:off x="9960394" y="3187484"/>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论证深</a:t>
            </a:r>
            <a:r>
              <a:rPr sz="1600" spc="-50" dirty="0">
                <a:latin typeface="宋体"/>
                <a:cs typeface="宋体"/>
              </a:rPr>
              <a:t>度</a:t>
            </a:r>
            <a:endParaRPr sz="1600">
              <a:latin typeface="宋体"/>
              <a:cs typeface="宋体"/>
            </a:endParaRPr>
          </a:p>
        </p:txBody>
      </p:sp>
      <p:sp>
        <p:nvSpPr>
          <p:cNvPr id="19" name="object 19"/>
          <p:cNvSpPr/>
          <p:nvPr/>
        </p:nvSpPr>
        <p:spPr>
          <a:xfrm>
            <a:off x="9298711" y="3594417"/>
            <a:ext cx="2172335" cy="407670"/>
          </a:xfrm>
          <a:custGeom>
            <a:avLst/>
            <a:gdLst/>
            <a:ahLst/>
            <a:cxnLst/>
            <a:rect l="l" t="t" r="r" b="b"/>
            <a:pathLst>
              <a:path w="2172334" h="407670">
                <a:moveTo>
                  <a:pt x="2115489" y="1270"/>
                </a:moveTo>
                <a:lnTo>
                  <a:pt x="56908" y="1270"/>
                </a:lnTo>
                <a:lnTo>
                  <a:pt x="60413" y="0"/>
                </a:lnTo>
                <a:lnTo>
                  <a:pt x="2111984" y="0"/>
                </a:lnTo>
                <a:lnTo>
                  <a:pt x="2115489" y="1270"/>
                </a:lnTo>
                <a:close/>
              </a:path>
              <a:path w="2172334" h="407670">
                <a:moveTo>
                  <a:pt x="2134768" y="7620"/>
                </a:moveTo>
                <a:lnTo>
                  <a:pt x="37388" y="7620"/>
                </a:lnTo>
                <a:lnTo>
                  <a:pt x="43192" y="5079"/>
                </a:lnTo>
                <a:lnTo>
                  <a:pt x="46761" y="3810"/>
                </a:lnTo>
                <a:lnTo>
                  <a:pt x="53454" y="1270"/>
                </a:lnTo>
                <a:lnTo>
                  <a:pt x="2118931" y="1270"/>
                </a:lnTo>
                <a:lnTo>
                  <a:pt x="2125624" y="3810"/>
                </a:lnTo>
                <a:lnTo>
                  <a:pt x="2134768" y="7620"/>
                </a:lnTo>
                <a:close/>
              </a:path>
              <a:path w="2172334" h="407670">
                <a:moveTo>
                  <a:pt x="55600" y="11429"/>
                </a:moveTo>
                <a:lnTo>
                  <a:pt x="31508" y="11429"/>
                </a:lnTo>
                <a:lnTo>
                  <a:pt x="36982" y="7620"/>
                </a:lnTo>
                <a:lnTo>
                  <a:pt x="2135174" y="7620"/>
                </a:lnTo>
                <a:lnTo>
                  <a:pt x="2136999" y="8889"/>
                </a:lnTo>
                <a:lnTo>
                  <a:pt x="64947" y="8889"/>
                </a:lnTo>
                <a:lnTo>
                  <a:pt x="61620" y="10160"/>
                </a:lnTo>
                <a:lnTo>
                  <a:pt x="58813" y="10160"/>
                </a:lnTo>
                <a:lnTo>
                  <a:pt x="55600" y="11429"/>
                </a:lnTo>
                <a:close/>
              </a:path>
              <a:path w="2172334" h="407670">
                <a:moveTo>
                  <a:pt x="2140648" y="11429"/>
                </a:moveTo>
                <a:lnTo>
                  <a:pt x="2116556" y="11429"/>
                </a:lnTo>
                <a:lnTo>
                  <a:pt x="2113343" y="10160"/>
                </a:lnTo>
                <a:lnTo>
                  <a:pt x="2110536" y="10160"/>
                </a:lnTo>
                <a:lnTo>
                  <a:pt x="2107209" y="8889"/>
                </a:lnTo>
                <a:lnTo>
                  <a:pt x="2136999" y="8889"/>
                </a:lnTo>
                <a:lnTo>
                  <a:pt x="2140648" y="11429"/>
                </a:lnTo>
                <a:close/>
              </a:path>
              <a:path w="2172334" h="407670">
                <a:moveTo>
                  <a:pt x="23660" y="375920"/>
                </a:moveTo>
                <a:lnTo>
                  <a:pt x="11950" y="375920"/>
                </a:lnTo>
                <a:lnTo>
                  <a:pt x="8623" y="370839"/>
                </a:lnTo>
                <a:lnTo>
                  <a:pt x="8407" y="369570"/>
                </a:lnTo>
                <a:lnTo>
                  <a:pt x="5460" y="364489"/>
                </a:lnTo>
                <a:lnTo>
                  <a:pt x="4190" y="360679"/>
                </a:lnTo>
                <a:lnTo>
                  <a:pt x="3086" y="358139"/>
                </a:lnTo>
                <a:lnTo>
                  <a:pt x="2120" y="354329"/>
                </a:lnTo>
                <a:lnTo>
                  <a:pt x="1333" y="350520"/>
                </a:lnTo>
                <a:lnTo>
                  <a:pt x="711" y="346710"/>
                </a:lnTo>
                <a:lnTo>
                  <a:pt x="266" y="344170"/>
                </a:lnTo>
                <a:lnTo>
                  <a:pt x="0" y="340360"/>
                </a:lnTo>
                <a:lnTo>
                  <a:pt x="0" y="67310"/>
                </a:lnTo>
                <a:lnTo>
                  <a:pt x="3149" y="49529"/>
                </a:lnTo>
                <a:lnTo>
                  <a:pt x="4279" y="45720"/>
                </a:lnTo>
                <a:lnTo>
                  <a:pt x="8407" y="36829"/>
                </a:lnTo>
                <a:lnTo>
                  <a:pt x="8623" y="36829"/>
                </a:lnTo>
                <a:lnTo>
                  <a:pt x="11950" y="30479"/>
                </a:lnTo>
                <a:lnTo>
                  <a:pt x="12204" y="30479"/>
                </a:lnTo>
                <a:lnTo>
                  <a:pt x="16040" y="25400"/>
                </a:lnTo>
                <a:lnTo>
                  <a:pt x="16332" y="25400"/>
                </a:lnTo>
                <a:lnTo>
                  <a:pt x="20612" y="20320"/>
                </a:lnTo>
                <a:lnTo>
                  <a:pt x="20942" y="20320"/>
                </a:lnTo>
                <a:lnTo>
                  <a:pt x="25653" y="15239"/>
                </a:lnTo>
                <a:lnTo>
                  <a:pt x="26009" y="15239"/>
                </a:lnTo>
                <a:lnTo>
                  <a:pt x="31127" y="11429"/>
                </a:lnTo>
                <a:lnTo>
                  <a:pt x="52895" y="11429"/>
                </a:lnTo>
                <a:lnTo>
                  <a:pt x="49809" y="12700"/>
                </a:lnTo>
                <a:lnTo>
                  <a:pt x="50025" y="12700"/>
                </a:lnTo>
                <a:lnTo>
                  <a:pt x="47015" y="13970"/>
                </a:lnTo>
                <a:lnTo>
                  <a:pt x="47332" y="13970"/>
                </a:lnTo>
                <a:lnTo>
                  <a:pt x="41528" y="16510"/>
                </a:lnTo>
                <a:lnTo>
                  <a:pt x="41935" y="16510"/>
                </a:lnTo>
                <a:lnTo>
                  <a:pt x="36449" y="19050"/>
                </a:lnTo>
                <a:lnTo>
                  <a:pt x="36829" y="19050"/>
                </a:lnTo>
                <a:lnTo>
                  <a:pt x="31711" y="22860"/>
                </a:lnTo>
                <a:lnTo>
                  <a:pt x="32067" y="22860"/>
                </a:lnTo>
                <a:lnTo>
                  <a:pt x="27343" y="26670"/>
                </a:lnTo>
                <a:lnTo>
                  <a:pt x="27660" y="26670"/>
                </a:lnTo>
                <a:lnTo>
                  <a:pt x="23380" y="31750"/>
                </a:lnTo>
                <a:lnTo>
                  <a:pt x="23660" y="31750"/>
                </a:lnTo>
                <a:lnTo>
                  <a:pt x="20793" y="35560"/>
                </a:lnTo>
                <a:lnTo>
                  <a:pt x="20091" y="35560"/>
                </a:lnTo>
                <a:lnTo>
                  <a:pt x="17429" y="40639"/>
                </a:lnTo>
                <a:lnTo>
                  <a:pt x="16979" y="40639"/>
                </a:lnTo>
                <a:lnTo>
                  <a:pt x="14185" y="46989"/>
                </a:lnTo>
                <a:lnTo>
                  <a:pt x="14325" y="46989"/>
                </a:lnTo>
                <a:lnTo>
                  <a:pt x="13131" y="49529"/>
                </a:lnTo>
                <a:lnTo>
                  <a:pt x="12179" y="52070"/>
                </a:lnTo>
                <a:lnTo>
                  <a:pt x="11650" y="54610"/>
                </a:lnTo>
                <a:lnTo>
                  <a:pt x="11404" y="54610"/>
                </a:lnTo>
                <a:lnTo>
                  <a:pt x="10668" y="58420"/>
                </a:lnTo>
                <a:lnTo>
                  <a:pt x="10121" y="60960"/>
                </a:lnTo>
                <a:lnTo>
                  <a:pt x="9740" y="64770"/>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29"/>
                </a:moveTo>
                <a:lnTo>
                  <a:pt x="2148497" y="31750"/>
                </a:lnTo>
                <a:lnTo>
                  <a:pt x="2148776" y="31750"/>
                </a:lnTo>
                <a:lnTo>
                  <a:pt x="2144496" y="26670"/>
                </a:lnTo>
                <a:lnTo>
                  <a:pt x="2144814" y="26670"/>
                </a:lnTo>
                <a:lnTo>
                  <a:pt x="2140089" y="22860"/>
                </a:lnTo>
                <a:lnTo>
                  <a:pt x="2140445" y="22860"/>
                </a:lnTo>
                <a:lnTo>
                  <a:pt x="2135327" y="19050"/>
                </a:lnTo>
                <a:lnTo>
                  <a:pt x="2135708" y="19050"/>
                </a:lnTo>
                <a:lnTo>
                  <a:pt x="2130221" y="16510"/>
                </a:lnTo>
                <a:lnTo>
                  <a:pt x="2130628" y="16510"/>
                </a:lnTo>
                <a:lnTo>
                  <a:pt x="2124824" y="13970"/>
                </a:lnTo>
                <a:lnTo>
                  <a:pt x="2125141" y="13970"/>
                </a:lnTo>
                <a:lnTo>
                  <a:pt x="2122131" y="12700"/>
                </a:lnTo>
                <a:lnTo>
                  <a:pt x="2122347" y="12700"/>
                </a:lnTo>
                <a:lnTo>
                  <a:pt x="2119261" y="11429"/>
                </a:lnTo>
                <a:lnTo>
                  <a:pt x="2141029" y="11429"/>
                </a:lnTo>
                <a:lnTo>
                  <a:pt x="2146147" y="15239"/>
                </a:lnTo>
                <a:lnTo>
                  <a:pt x="2146503" y="15239"/>
                </a:lnTo>
                <a:lnTo>
                  <a:pt x="2151214" y="20320"/>
                </a:lnTo>
                <a:lnTo>
                  <a:pt x="2151545" y="20320"/>
                </a:lnTo>
                <a:lnTo>
                  <a:pt x="2155825" y="25400"/>
                </a:lnTo>
                <a:lnTo>
                  <a:pt x="2156117" y="25400"/>
                </a:lnTo>
                <a:lnTo>
                  <a:pt x="2159952" y="30479"/>
                </a:lnTo>
                <a:lnTo>
                  <a:pt x="2160206" y="30479"/>
                </a:lnTo>
                <a:lnTo>
                  <a:pt x="2162868" y="35560"/>
                </a:lnTo>
                <a:lnTo>
                  <a:pt x="2152065" y="35560"/>
                </a:lnTo>
                <a:lnTo>
                  <a:pt x="2152319" y="36829"/>
                </a:lnTo>
                <a:close/>
              </a:path>
              <a:path w="2172334" h="407670">
                <a:moveTo>
                  <a:pt x="19837" y="36829"/>
                </a:moveTo>
                <a:lnTo>
                  <a:pt x="20091" y="35560"/>
                </a:lnTo>
                <a:lnTo>
                  <a:pt x="20793" y="35560"/>
                </a:lnTo>
                <a:lnTo>
                  <a:pt x="19837" y="36829"/>
                </a:lnTo>
                <a:close/>
              </a:path>
              <a:path w="2172334" h="407670">
                <a:moveTo>
                  <a:pt x="2155393" y="41910"/>
                </a:moveTo>
                <a:lnTo>
                  <a:pt x="2152065" y="35560"/>
                </a:lnTo>
                <a:lnTo>
                  <a:pt x="2162868" y="35560"/>
                </a:lnTo>
                <a:lnTo>
                  <a:pt x="2163533" y="36829"/>
                </a:lnTo>
                <a:lnTo>
                  <a:pt x="2163749" y="36829"/>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79"/>
                </a:moveTo>
                <a:lnTo>
                  <a:pt x="2159914" y="52070"/>
                </a:lnTo>
                <a:lnTo>
                  <a:pt x="2158936" y="49529"/>
                </a:lnTo>
                <a:lnTo>
                  <a:pt x="2157831" y="46989"/>
                </a:lnTo>
                <a:lnTo>
                  <a:pt x="2157971" y="46989"/>
                </a:lnTo>
                <a:lnTo>
                  <a:pt x="2155164" y="40639"/>
                </a:lnTo>
                <a:lnTo>
                  <a:pt x="2165517" y="40639"/>
                </a:lnTo>
                <a:lnTo>
                  <a:pt x="2166696" y="43179"/>
                </a:lnTo>
                <a:lnTo>
                  <a:pt x="2167966" y="45720"/>
                </a:lnTo>
                <a:lnTo>
                  <a:pt x="2169071" y="49529"/>
                </a:lnTo>
                <a:lnTo>
                  <a:pt x="2170036" y="53339"/>
                </a:lnTo>
                <a:lnTo>
                  <a:pt x="2170430" y="54610"/>
                </a:lnTo>
                <a:lnTo>
                  <a:pt x="2160752" y="54610"/>
                </a:lnTo>
                <a:lnTo>
                  <a:pt x="2160803" y="55879"/>
                </a:lnTo>
                <a:close/>
              </a:path>
              <a:path w="2172334" h="407670">
                <a:moveTo>
                  <a:pt x="11353" y="55879"/>
                </a:moveTo>
                <a:lnTo>
                  <a:pt x="11404" y="54610"/>
                </a:lnTo>
                <a:lnTo>
                  <a:pt x="11650" y="54610"/>
                </a:lnTo>
                <a:lnTo>
                  <a:pt x="11353" y="55879"/>
                </a:lnTo>
                <a:close/>
              </a:path>
              <a:path w="2172334" h="407670">
                <a:moveTo>
                  <a:pt x="2172144" y="340360"/>
                </a:moveTo>
                <a:lnTo>
                  <a:pt x="2162632" y="340360"/>
                </a:lnTo>
                <a:lnTo>
                  <a:pt x="2162632" y="67310"/>
                </a:lnTo>
                <a:lnTo>
                  <a:pt x="2162390" y="64770"/>
                </a:lnTo>
                <a:lnTo>
                  <a:pt x="2161997" y="60960"/>
                </a:lnTo>
                <a:lnTo>
                  <a:pt x="2161451" y="58420"/>
                </a:lnTo>
                <a:lnTo>
                  <a:pt x="2160752" y="54610"/>
                </a:lnTo>
                <a:lnTo>
                  <a:pt x="2170430" y="54610"/>
                </a:lnTo>
                <a:lnTo>
                  <a:pt x="2170823" y="55879"/>
                </a:lnTo>
                <a:lnTo>
                  <a:pt x="2171446"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35" y="391160"/>
                </a:moveTo>
                <a:lnTo>
                  <a:pt x="25653" y="391160"/>
                </a:lnTo>
                <a:lnTo>
                  <a:pt x="20942" y="387350"/>
                </a:lnTo>
                <a:lnTo>
                  <a:pt x="20612" y="386079"/>
                </a:lnTo>
                <a:lnTo>
                  <a:pt x="16332" y="382270"/>
                </a:lnTo>
                <a:lnTo>
                  <a:pt x="16040" y="381000"/>
                </a:lnTo>
                <a:lnTo>
                  <a:pt x="12204" y="375920"/>
                </a:lnTo>
                <a:lnTo>
                  <a:pt x="23380" y="375920"/>
                </a:lnTo>
                <a:lnTo>
                  <a:pt x="27660" y="379729"/>
                </a:lnTo>
                <a:lnTo>
                  <a:pt x="27343" y="379729"/>
                </a:lnTo>
                <a:lnTo>
                  <a:pt x="32067" y="384810"/>
                </a:lnTo>
                <a:lnTo>
                  <a:pt x="33417" y="384810"/>
                </a:lnTo>
                <a:lnTo>
                  <a:pt x="36829" y="387350"/>
                </a:lnTo>
                <a:lnTo>
                  <a:pt x="36449" y="387350"/>
                </a:lnTo>
                <a:lnTo>
                  <a:pt x="41935"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71259"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67830" y="397510"/>
                </a:lnTo>
                <a:lnTo>
                  <a:pt x="71259" y="398779"/>
                </a:lnTo>
                <a:close/>
              </a:path>
              <a:path w="2172334" h="407670">
                <a:moveTo>
                  <a:pt x="2135174" y="398779"/>
                </a:moveTo>
                <a:lnTo>
                  <a:pt x="2100897" y="398779"/>
                </a:lnTo>
                <a:lnTo>
                  <a:pt x="2104313" y="397510"/>
                </a:lnTo>
                <a:lnTo>
                  <a:pt x="2113343" y="397510"/>
                </a:lnTo>
                <a:lnTo>
                  <a:pt x="2116556" y="396239"/>
                </a:lnTo>
                <a:lnTo>
                  <a:pt x="2116328" y="396239"/>
                </a:lnTo>
                <a:lnTo>
                  <a:pt x="2119477" y="394970"/>
                </a:lnTo>
                <a:lnTo>
                  <a:pt x="2122131" y="394970"/>
                </a:lnTo>
                <a:lnTo>
                  <a:pt x="2125141" y="393700"/>
                </a:lnTo>
                <a:lnTo>
                  <a:pt x="2124824" y="393700"/>
                </a:lnTo>
                <a:lnTo>
                  <a:pt x="2130628" y="391160"/>
                </a:lnTo>
                <a:lnTo>
                  <a:pt x="2146147" y="391160"/>
                </a:lnTo>
                <a:lnTo>
                  <a:pt x="2141029" y="394970"/>
                </a:lnTo>
                <a:lnTo>
                  <a:pt x="2140648" y="396239"/>
                </a:lnTo>
                <a:lnTo>
                  <a:pt x="2135174" y="398779"/>
                </a:lnTo>
                <a:close/>
              </a:path>
              <a:path w="2172334" h="407670">
                <a:moveTo>
                  <a:pt x="2115248" y="406400"/>
                </a:moveTo>
                <a:lnTo>
                  <a:pt x="56667" y="406400"/>
                </a:lnTo>
                <a:lnTo>
                  <a:pt x="49847" y="403860"/>
                </a:lnTo>
                <a:lnTo>
                  <a:pt x="46532" y="403860"/>
                </a:lnTo>
                <a:lnTo>
                  <a:pt x="43192" y="402589"/>
                </a:lnTo>
                <a:lnTo>
                  <a:pt x="37388" y="398779"/>
                </a:lnTo>
                <a:lnTo>
                  <a:pt x="2134768" y="398779"/>
                </a:lnTo>
                <a:lnTo>
                  <a:pt x="2128634" y="402589"/>
                </a:lnTo>
                <a:lnTo>
                  <a:pt x="2122081" y="405129"/>
                </a:lnTo>
                <a:lnTo>
                  <a:pt x="2118702" y="405129"/>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20" name="object 20"/>
          <p:cNvSpPr txBox="1"/>
          <p:nvPr/>
        </p:nvSpPr>
        <p:spPr>
          <a:xfrm>
            <a:off x="9965473" y="3665639"/>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创新洞</a:t>
            </a:r>
            <a:r>
              <a:rPr sz="1600" spc="-50" dirty="0">
                <a:latin typeface="宋体"/>
                <a:cs typeface="宋体"/>
              </a:rPr>
              <a:t>见</a:t>
            </a:r>
            <a:endParaRPr sz="1600">
              <a:latin typeface="宋体"/>
              <a:cs typeface="宋体"/>
            </a:endParaRPr>
          </a:p>
        </p:txBody>
      </p:sp>
      <p:sp>
        <p:nvSpPr>
          <p:cNvPr id="21" name="object 21"/>
          <p:cNvSpPr/>
          <p:nvPr/>
        </p:nvSpPr>
        <p:spPr>
          <a:xfrm>
            <a:off x="9293631" y="4072572"/>
            <a:ext cx="2172335" cy="407670"/>
          </a:xfrm>
          <a:custGeom>
            <a:avLst/>
            <a:gdLst/>
            <a:ahLst/>
            <a:cxnLst/>
            <a:rect l="l" t="t" r="r" b="b"/>
            <a:pathLst>
              <a:path w="2172334" h="407670">
                <a:moveTo>
                  <a:pt x="2115489" y="1270"/>
                </a:moveTo>
                <a:lnTo>
                  <a:pt x="56908" y="1270"/>
                </a:lnTo>
                <a:lnTo>
                  <a:pt x="60413" y="0"/>
                </a:lnTo>
                <a:lnTo>
                  <a:pt x="2111984" y="0"/>
                </a:lnTo>
                <a:lnTo>
                  <a:pt x="2115489" y="1270"/>
                </a:lnTo>
                <a:close/>
              </a:path>
              <a:path w="2172334" h="407670">
                <a:moveTo>
                  <a:pt x="2134768" y="7620"/>
                </a:moveTo>
                <a:lnTo>
                  <a:pt x="37388" y="7620"/>
                </a:lnTo>
                <a:lnTo>
                  <a:pt x="43192" y="5079"/>
                </a:lnTo>
                <a:lnTo>
                  <a:pt x="46761" y="3810"/>
                </a:lnTo>
                <a:lnTo>
                  <a:pt x="53454" y="1270"/>
                </a:lnTo>
                <a:lnTo>
                  <a:pt x="2118931" y="1270"/>
                </a:lnTo>
                <a:lnTo>
                  <a:pt x="2125624" y="3810"/>
                </a:lnTo>
                <a:lnTo>
                  <a:pt x="2134768" y="7620"/>
                </a:lnTo>
                <a:close/>
              </a:path>
              <a:path w="2172334" h="407670">
                <a:moveTo>
                  <a:pt x="52679" y="11429"/>
                </a:moveTo>
                <a:lnTo>
                  <a:pt x="31508" y="11429"/>
                </a:lnTo>
                <a:lnTo>
                  <a:pt x="36982" y="7620"/>
                </a:lnTo>
                <a:lnTo>
                  <a:pt x="2135174" y="7620"/>
                </a:lnTo>
                <a:lnTo>
                  <a:pt x="2136999" y="8889"/>
                </a:lnTo>
                <a:lnTo>
                  <a:pt x="64947" y="8889"/>
                </a:lnTo>
                <a:lnTo>
                  <a:pt x="61620" y="10160"/>
                </a:lnTo>
                <a:lnTo>
                  <a:pt x="55829" y="10160"/>
                </a:lnTo>
                <a:lnTo>
                  <a:pt x="52679" y="11429"/>
                </a:lnTo>
                <a:close/>
              </a:path>
              <a:path w="2172334" h="407670">
                <a:moveTo>
                  <a:pt x="2140648" y="11429"/>
                </a:moveTo>
                <a:lnTo>
                  <a:pt x="2119477" y="11429"/>
                </a:lnTo>
                <a:lnTo>
                  <a:pt x="2116328" y="10160"/>
                </a:lnTo>
                <a:lnTo>
                  <a:pt x="2110536" y="10160"/>
                </a:lnTo>
                <a:lnTo>
                  <a:pt x="2107209" y="8889"/>
                </a:lnTo>
                <a:lnTo>
                  <a:pt x="2136999" y="8889"/>
                </a:lnTo>
                <a:lnTo>
                  <a:pt x="2140648" y="11429"/>
                </a:lnTo>
                <a:close/>
              </a:path>
              <a:path w="2172334" h="407670">
                <a:moveTo>
                  <a:pt x="55600" y="11429"/>
                </a:moveTo>
                <a:lnTo>
                  <a:pt x="55829" y="10160"/>
                </a:lnTo>
                <a:lnTo>
                  <a:pt x="58813" y="10160"/>
                </a:lnTo>
                <a:lnTo>
                  <a:pt x="55600" y="11429"/>
                </a:lnTo>
                <a:close/>
              </a:path>
              <a:path w="2172334" h="407670">
                <a:moveTo>
                  <a:pt x="2116556" y="11429"/>
                </a:moveTo>
                <a:lnTo>
                  <a:pt x="2113343" y="10160"/>
                </a:lnTo>
                <a:lnTo>
                  <a:pt x="2116328" y="10160"/>
                </a:lnTo>
                <a:lnTo>
                  <a:pt x="2116556" y="11429"/>
                </a:lnTo>
                <a:close/>
              </a:path>
              <a:path w="2172334" h="407670">
                <a:moveTo>
                  <a:pt x="23660" y="375920"/>
                </a:moveTo>
                <a:lnTo>
                  <a:pt x="11950" y="375920"/>
                </a:lnTo>
                <a:lnTo>
                  <a:pt x="8623" y="370839"/>
                </a:lnTo>
                <a:lnTo>
                  <a:pt x="8407" y="369570"/>
                </a:lnTo>
                <a:lnTo>
                  <a:pt x="5460" y="364489"/>
                </a:lnTo>
                <a:lnTo>
                  <a:pt x="4190" y="360679"/>
                </a:lnTo>
                <a:lnTo>
                  <a:pt x="3086" y="356870"/>
                </a:lnTo>
                <a:lnTo>
                  <a:pt x="2120" y="354329"/>
                </a:lnTo>
                <a:lnTo>
                  <a:pt x="1333" y="350520"/>
                </a:lnTo>
                <a:lnTo>
                  <a:pt x="711" y="346710"/>
                </a:lnTo>
                <a:lnTo>
                  <a:pt x="266" y="344170"/>
                </a:lnTo>
                <a:lnTo>
                  <a:pt x="0" y="340360"/>
                </a:lnTo>
                <a:lnTo>
                  <a:pt x="0" y="67310"/>
                </a:lnTo>
                <a:lnTo>
                  <a:pt x="3149" y="49529"/>
                </a:lnTo>
                <a:lnTo>
                  <a:pt x="4279" y="45720"/>
                </a:lnTo>
                <a:lnTo>
                  <a:pt x="8407" y="36829"/>
                </a:lnTo>
                <a:lnTo>
                  <a:pt x="8623" y="36829"/>
                </a:lnTo>
                <a:lnTo>
                  <a:pt x="11950" y="30479"/>
                </a:lnTo>
                <a:lnTo>
                  <a:pt x="12204" y="30479"/>
                </a:lnTo>
                <a:lnTo>
                  <a:pt x="16040" y="25400"/>
                </a:lnTo>
                <a:lnTo>
                  <a:pt x="16332" y="25400"/>
                </a:lnTo>
                <a:lnTo>
                  <a:pt x="20612" y="20320"/>
                </a:lnTo>
                <a:lnTo>
                  <a:pt x="20942" y="20320"/>
                </a:lnTo>
                <a:lnTo>
                  <a:pt x="25653" y="15239"/>
                </a:lnTo>
                <a:lnTo>
                  <a:pt x="26009" y="15239"/>
                </a:lnTo>
                <a:lnTo>
                  <a:pt x="31127" y="11429"/>
                </a:lnTo>
                <a:lnTo>
                  <a:pt x="52895" y="11429"/>
                </a:lnTo>
                <a:lnTo>
                  <a:pt x="49809" y="12700"/>
                </a:lnTo>
                <a:lnTo>
                  <a:pt x="50025" y="12700"/>
                </a:lnTo>
                <a:lnTo>
                  <a:pt x="47015" y="13970"/>
                </a:lnTo>
                <a:lnTo>
                  <a:pt x="47332" y="13970"/>
                </a:lnTo>
                <a:lnTo>
                  <a:pt x="41528" y="16510"/>
                </a:lnTo>
                <a:lnTo>
                  <a:pt x="41922" y="16510"/>
                </a:lnTo>
                <a:lnTo>
                  <a:pt x="36449" y="19050"/>
                </a:lnTo>
                <a:lnTo>
                  <a:pt x="36829" y="19050"/>
                </a:lnTo>
                <a:lnTo>
                  <a:pt x="31711" y="22860"/>
                </a:lnTo>
                <a:lnTo>
                  <a:pt x="32067" y="22860"/>
                </a:lnTo>
                <a:lnTo>
                  <a:pt x="27343" y="26670"/>
                </a:lnTo>
                <a:lnTo>
                  <a:pt x="27660" y="26670"/>
                </a:lnTo>
                <a:lnTo>
                  <a:pt x="23367" y="31750"/>
                </a:lnTo>
                <a:lnTo>
                  <a:pt x="23660" y="31750"/>
                </a:lnTo>
                <a:lnTo>
                  <a:pt x="20793" y="35560"/>
                </a:lnTo>
                <a:lnTo>
                  <a:pt x="20091" y="35560"/>
                </a:lnTo>
                <a:lnTo>
                  <a:pt x="17429" y="40639"/>
                </a:lnTo>
                <a:lnTo>
                  <a:pt x="16979" y="40639"/>
                </a:lnTo>
                <a:lnTo>
                  <a:pt x="14185" y="46989"/>
                </a:lnTo>
                <a:lnTo>
                  <a:pt x="14325" y="46989"/>
                </a:lnTo>
                <a:lnTo>
                  <a:pt x="13131" y="49529"/>
                </a:lnTo>
                <a:lnTo>
                  <a:pt x="12166" y="52070"/>
                </a:lnTo>
                <a:lnTo>
                  <a:pt x="11641" y="54610"/>
                </a:lnTo>
                <a:lnTo>
                  <a:pt x="11404" y="54610"/>
                </a:lnTo>
                <a:lnTo>
                  <a:pt x="10667" y="58420"/>
                </a:lnTo>
                <a:lnTo>
                  <a:pt x="10121" y="60960"/>
                </a:lnTo>
                <a:lnTo>
                  <a:pt x="9740" y="64770"/>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29"/>
                </a:moveTo>
                <a:lnTo>
                  <a:pt x="2148497" y="31750"/>
                </a:lnTo>
                <a:lnTo>
                  <a:pt x="2148776" y="31750"/>
                </a:lnTo>
                <a:lnTo>
                  <a:pt x="2144496" y="26670"/>
                </a:lnTo>
                <a:lnTo>
                  <a:pt x="2144814" y="26670"/>
                </a:lnTo>
                <a:lnTo>
                  <a:pt x="2140089" y="22860"/>
                </a:lnTo>
                <a:lnTo>
                  <a:pt x="2140445" y="22860"/>
                </a:lnTo>
                <a:lnTo>
                  <a:pt x="2135327" y="19050"/>
                </a:lnTo>
                <a:lnTo>
                  <a:pt x="2135708" y="19050"/>
                </a:lnTo>
                <a:lnTo>
                  <a:pt x="2130221" y="16510"/>
                </a:lnTo>
                <a:lnTo>
                  <a:pt x="2130628" y="16510"/>
                </a:lnTo>
                <a:lnTo>
                  <a:pt x="2124824" y="13970"/>
                </a:lnTo>
                <a:lnTo>
                  <a:pt x="2125141" y="13970"/>
                </a:lnTo>
                <a:lnTo>
                  <a:pt x="2122119" y="12700"/>
                </a:lnTo>
                <a:lnTo>
                  <a:pt x="2122347" y="12700"/>
                </a:lnTo>
                <a:lnTo>
                  <a:pt x="2119261" y="11429"/>
                </a:lnTo>
                <a:lnTo>
                  <a:pt x="2141029" y="11429"/>
                </a:lnTo>
                <a:lnTo>
                  <a:pt x="2146147" y="15239"/>
                </a:lnTo>
                <a:lnTo>
                  <a:pt x="2146503" y="15239"/>
                </a:lnTo>
                <a:lnTo>
                  <a:pt x="2151214" y="20320"/>
                </a:lnTo>
                <a:lnTo>
                  <a:pt x="2151545" y="20320"/>
                </a:lnTo>
                <a:lnTo>
                  <a:pt x="2155825" y="25400"/>
                </a:lnTo>
                <a:lnTo>
                  <a:pt x="2156117" y="25400"/>
                </a:lnTo>
                <a:lnTo>
                  <a:pt x="2159952" y="30479"/>
                </a:lnTo>
                <a:lnTo>
                  <a:pt x="2160206" y="30479"/>
                </a:lnTo>
                <a:lnTo>
                  <a:pt x="2162868" y="35560"/>
                </a:lnTo>
                <a:lnTo>
                  <a:pt x="2152065" y="35560"/>
                </a:lnTo>
                <a:lnTo>
                  <a:pt x="2152319" y="36829"/>
                </a:lnTo>
                <a:close/>
              </a:path>
              <a:path w="2172334" h="407670">
                <a:moveTo>
                  <a:pt x="19837" y="36829"/>
                </a:moveTo>
                <a:lnTo>
                  <a:pt x="20091" y="35560"/>
                </a:lnTo>
                <a:lnTo>
                  <a:pt x="20793" y="35560"/>
                </a:lnTo>
                <a:lnTo>
                  <a:pt x="19837" y="36829"/>
                </a:lnTo>
                <a:close/>
              </a:path>
              <a:path w="2172334" h="407670">
                <a:moveTo>
                  <a:pt x="2155393" y="41910"/>
                </a:moveTo>
                <a:lnTo>
                  <a:pt x="2152065" y="35560"/>
                </a:lnTo>
                <a:lnTo>
                  <a:pt x="2162868" y="35560"/>
                </a:lnTo>
                <a:lnTo>
                  <a:pt x="2163533" y="36829"/>
                </a:lnTo>
                <a:lnTo>
                  <a:pt x="2163749" y="36829"/>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79"/>
                </a:moveTo>
                <a:lnTo>
                  <a:pt x="2159914" y="52070"/>
                </a:lnTo>
                <a:lnTo>
                  <a:pt x="2158936" y="49529"/>
                </a:lnTo>
                <a:lnTo>
                  <a:pt x="2157831" y="46989"/>
                </a:lnTo>
                <a:lnTo>
                  <a:pt x="2157971" y="46989"/>
                </a:lnTo>
                <a:lnTo>
                  <a:pt x="2155164" y="40639"/>
                </a:lnTo>
                <a:lnTo>
                  <a:pt x="2165517" y="40639"/>
                </a:lnTo>
                <a:lnTo>
                  <a:pt x="2166696" y="43179"/>
                </a:lnTo>
                <a:lnTo>
                  <a:pt x="2167966" y="45720"/>
                </a:lnTo>
                <a:lnTo>
                  <a:pt x="2169071" y="49529"/>
                </a:lnTo>
                <a:lnTo>
                  <a:pt x="2170036" y="53339"/>
                </a:lnTo>
                <a:lnTo>
                  <a:pt x="2170429" y="54610"/>
                </a:lnTo>
                <a:lnTo>
                  <a:pt x="2160752" y="54610"/>
                </a:lnTo>
                <a:lnTo>
                  <a:pt x="2160803" y="55879"/>
                </a:lnTo>
                <a:close/>
              </a:path>
              <a:path w="2172334" h="407670">
                <a:moveTo>
                  <a:pt x="11341" y="55879"/>
                </a:moveTo>
                <a:lnTo>
                  <a:pt x="11404" y="54610"/>
                </a:lnTo>
                <a:lnTo>
                  <a:pt x="11641" y="54610"/>
                </a:lnTo>
                <a:lnTo>
                  <a:pt x="11341" y="55879"/>
                </a:lnTo>
                <a:close/>
              </a:path>
              <a:path w="2172334" h="407670">
                <a:moveTo>
                  <a:pt x="2172144" y="340360"/>
                </a:moveTo>
                <a:lnTo>
                  <a:pt x="2162632" y="340360"/>
                </a:lnTo>
                <a:lnTo>
                  <a:pt x="2162632" y="67310"/>
                </a:lnTo>
                <a:lnTo>
                  <a:pt x="2162390" y="64770"/>
                </a:lnTo>
                <a:lnTo>
                  <a:pt x="2161997" y="60960"/>
                </a:lnTo>
                <a:lnTo>
                  <a:pt x="2161438" y="58420"/>
                </a:lnTo>
                <a:lnTo>
                  <a:pt x="2160752" y="54610"/>
                </a:lnTo>
                <a:lnTo>
                  <a:pt x="2170429" y="54610"/>
                </a:lnTo>
                <a:lnTo>
                  <a:pt x="2170823" y="55879"/>
                </a:lnTo>
                <a:lnTo>
                  <a:pt x="2171445"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22" y="391160"/>
                </a:moveTo>
                <a:lnTo>
                  <a:pt x="25653" y="391160"/>
                </a:lnTo>
                <a:lnTo>
                  <a:pt x="20942" y="387350"/>
                </a:lnTo>
                <a:lnTo>
                  <a:pt x="20612" y="386079"/>
                </a:lnTo>
                <a:lnTo>
                  <a:pt x="16332" y="382270"/>
                </a:lnTo>
                <a:lnTo>
                  <a:pt x="16040" y="381000"/>
                </a:lnTo>
                <a:lnTo>
                  <a:pt x="12204" y="375920"/>
                </a:lnTo>
                <a:lnTo>
                  <a:pt x="23367" y="375920"/>
                </a:lnTo>
                <a:lnTo>
                  <a:pt x="27660" y="379729"/>
                </a:lnTo>
                <a:lnTo>
                  <a:pt x="27343" y="379729"/>
                </a:lnTo>
                <a:lnTo>
                  <a:pt x="32067" y="384810"/>
                </a:lnTo>
                <a:lnTo>
                  <a:pt x="33417" y="384810"/>
                </a:lnTo>
                <a:lnTo>
                  <a:pt x="36829" y="387350"/>
                </a:lnTo>
                <a:lnTo>
                  <a:pt x="36449" y="387350"/>
                </a:lnTo>
                <a:lnTo>
                  <a:pt x="41922"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2135174"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2137911" y="397510"/>
                </a:lnTo>
                <a:lnTo>
                  <a:pt x="2135174" y="398779"/>
                </a:lnTo>
                <a:close/>
              </a:path>
              <a:path w="2172334" h="407670">
                <a:moveTo>
                  <a:pt x="2137911" y="397510"/>
                </a:moveTo>
                <a:lnTo>
                  <a:pt x="2113343" y="397510"/>
                </a:lnTo>
                <a:lnTo>
                  <a:pt x="2116556" y="396239"/>
                </a:lnTo>
                <a:lnTo>
                  <a:pt x="2116328" y="396239"/>
                </a:lnTo>
                <a:lnTo>
                  <a:pt x="2119477" y="394970"/>
                </a:lnTo>
                <a:lnTo>
                  <a:pt x="2122119" y="394970"/>
                </a:lnTo>
                <a:lnTo>
                  <a:pt x="2125141" y="393700"/>
                </a:lnTo>
                <a:lnTo>
                  <a:pt x="2124824" y="393700"/>
                </a:lnTo>
                <a:lnTo>
                  <a:pt x="2130628" y="391160"/>
                </a:lnTo>
                <a:lnTo>
                  <a:pt x="2146147" y="391160"/>
                </a:lnTo>
                <a:lnTo>
                  <a:pt x="2141029" y="394970"/>
                </a:lnTo>
                <a:lnTo>
                  <a:pt x="2140648" y="396239"/>
                </a:lnTo>
                <a:lnTo>
                  <a:pt x="2137911" y="397510"/>
                </a:lnTo>
                <a:close/>
              </a:path>
              <a:path w="2172334" h="407670">
                <a:moveTo>
                  <a:pt x="2125395" y="403860"/>
                </a:moveTo>
                <a:lnTo>
                  <a:pt x="46532" y="403860"/>
                </a:lnTo>
                <a:lnTo>
                  <a:pt x="43192" y="402589"/>
                </a:lnTo>
                <a:lnTo>
                  <a:pt x="37388" y="398779"/>
                </a:lnTo>
                <a:lnTo>
                  <a:pt x="2134768" y="398779"/>
                </a:lnTo>
                <a:lnTo>
                  <a:pt x="2128634" y="402589"/>
                </a:lnTo>
                <a:lnTo>
                  <a:pt x="2125395" y="403860"/>
                </a:lnTo>
                <a:close/>
              </a:path>
              <a:path w="2172334" h="407670">
                <a:moveTo>
                  <a:pt x="2115248" y="406400"/>
                </a:moveTo>
                <a:lnTo>
                  <a:pt x="56667" y="406400"/>
                </a:lnTo>
                <a:lnTo>
                  <a:pt x="49847" y="403860"/>
                </a:lnTo>
                <a:lnTo>
                  <a:pt x="2122081" y="403860"/>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22" name="object 22"/>
          <p:cNvSpPr txBox="1"/>
          <p:nvPr/>
        </p:nvSpPr>
        <p:spPr>
          <a:xfrm>
            <a:off x="9960394" y="4143793"/>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实践指</a:t>
            </a:r>
            <a:r>
              <a:rPr sz="1600" spc="-50" dirty="0">
                <a:latin typeface="宋体"/>
                <a:cs typeface="宋体"/>
              </a:rPr>
              <a:t>导</a:t>
            </a:r>
            <a:endParaRPr sz="1600">
              <a:latin typeface="宋体"/>
              <a:cs typeface="宋体"/>
            </a:endParaRPr>
          </a:p>
        </p:txBody>
      </p:sp>
      <p:sp>
        <p:nvSpPr>
          <p:cNvPr id="23" name="object 23"/>
          <p:cNvSpPr/>
          <p:nvPr/>
        </p:nvSpPr>
        <p:spPr>
          <a:xfrm>
            <a:off x="9293631" y="4550727"/>
            <a:ext cx="2172335" cy="407670"/>
          </a:xfrm>
          <a:custGeom>
            <a:avLst/>
            <a:gdLst/>
            <a:ahLst/>
            <a:cxnLst/>
            <a:rect l="l" t="t" r="r" b="b"/>
            <a:pathLst>
              <a:path w="2172334" h="407670">
                <a:moveTo>
                  <a:pt x="2115489" y="1270"/>
                </a:moveTo>
                <a:lnTo>
                  <a:pt x="56908" y="1270"/>
                </a:lnTo>
                <a:lnTo>
                  <a:pt x="60413" y="0"/>
                </a:lnTo>
                <a:lnTo>
                  <a:pt x="2111984" y="0"/>
                </a:lnTo>
                <a:lnTo>
                  <a:pt x="2115489" y="1270"/>
                </a:lnTo>
                <a:close/>
              </a:path>
              <a:path w="2172334" h="407670">
                <a:moveTo>
                  <a:pt x="2134768" y="7620"/>
                </a:moveTo>
                <a:lnTo>
                  <a:pt x="37388" y="7620"/>
                </a:lnTo>
                <a:lnTo>
                  <a:pt x="43192" y="5079"/>
                </a:lnTo>
                <a:lnTo>
                  <a:pt x="46761" y="3810"/>
                </a:lnTo>
                <a:lnTo>
                  <a:pt x="53454" y="1270"/>
                </a:lnTo>
                <a:lnTo>
                  <a:pt x="2118931" y="1270"/>
                </a:lnTo>
                <a:lnTo>
                  <a:pt x="2125624" y="3810"/>
                </a:lnTo>
                <a:lnTo>
                  <a:pt x="2134768" y="7620"/>
                </a:lnTo>
                <a:close/>
              </a:path>
              <a:path w="2172334" h="407670">
                <a:moveTo>
                  <a:pt x="55600" y="11429"/>
                </a:moveTo>
                <a:lnTo>
                  <a:pt x="31508" y="11429"/>
                </a:lnTo>
                <a:lnTo>
                  <a:pt x="36982" y="7620"/>
                </a:lnTo>
                <a:lnTo>
                  <a:pt x="2135174" y="7620"/>
                </a:lnTo>
                <a:lnTo>
                  <a:pt x="2136999" y="8889"/>
                </a:lnTo>
                <a:lnTo>
                  <a:pt x="64947" y="8889"/>
                </a:lnTo>
                <a:lnTo>
                  <a:pt x="61620" y="10160"/>
                </a:lnTo>
                <a:lnTo>
                  <a:pt x="58813" y="10160"/>
                </a:lnTo>
                <a:lnTo>
                  <a:pt x="55600" y="11429"/>
                </a:lnTo>
                <a:close/>
              </a:path>
              <a:path w="2172334" h="407670">
                <a:moveTo>
                  <a:pt x="2140648" y="11429"/>
                </a:moveTo>
                <a:lnTo>
                  <a:pt x="2116556" y="11429"/>
                </a:lnTo>
                <a:lnTo>
                  <a:pt x="2113343" y="10160"/>
                </a:lnTo>
                <a:lnTo>
                  <a:pt x="2110536" y="10160"/>
                </a:lnTo>
                <a:lnTo>
                  <a:pt x="2107209" y="8889"/>
                </a:lnTo>
                <a:lnTo>
                  <a:pt x="2136999" y="8889"/>
                </a:lnTo>
                <a:lnTo>
                  <a:pt x="2140648" y="11429"/>
                </a:lnTo>
                <a:close/>
              </a:path>
              <a:path w="2172334" h="407670">
                <a:moveTo>
                  <a:pt x="23660" y="375920"/>
                </a:moveTo>
                <a:lnTo>
                  <a:pt x="11950" y="375920"/>
                </a:lnTo>
                <a:lnTo>
                  <a:pt x="8623" y="370839"/>
                </a:lnTo>
                <a:lnTo>
                  <a:pt x="8407" y="369570"/>
                </a:lnTo>
                <a:lnTo>
                  <a:pt x="5460" y="364489"/>
                </a:lnTo>
                <a:lnTo>
                  <a:pt x="4190" y="360679"/>
                </a:lnTo>
                <a:lnTo>
                  <a:pt x="3086" y="356870"/>
                </a:lnTo>
                <a:lnTo>
                  <a:pt x="2120" y="354329"/>
                </a:lnTo>
                <a:lnTo>
                  <a:pt x="1333" y="350520"/>
                </a:lnTo>
                <a:lnTo>
                  <a:pt x="711" y="346710"/>
                </a:lnTo>
                <a:lnTo>
                  <a:pt x="266" y="344170"/>
                </a:lnTo>
                <a:lnTo>
                  <a:pt x="0" y="340360"/>
                </a:lnTo>
                <a:lnTo>
                  <a:pt x="0" y="67310"/>
                </a:lnTo>
                <a:lnTo>
                  <a:pt x="3149" y="49529"/>
                </a:lnTo>
                <a:lnTo>
                  <a:pt x="4279" y="45720"/>
                </a:lnTo>
                <a:lnTo>
                  <a:pt x="8407" y="36829"/>
                </a:lnTo>
                <a:lnTo>
                  <a:pt x="8623" y="36829"/>
                </a:lnTo>
                <a:lnTo>
                  <a:pt x="11950" y="30479"/>
                </a:lnTo>
                <a:lnTo>
                  <a:pt x="12204" y="30479"/>
                </a:lnTo>
                <a:lnTo>
                  <a:pt x="16040" y="25400"/>
                </a:lnTo>
                <a:lnTo>
                  <a:pt x="16332" y="25400"/>
                </a:lnTo>
                <a:lnTo>
                  <a:pt x="20612" y="20320"/>
                </a:lnTo>
                <a:lnTo>
                  <a:pt x="20942" y="20320"/>
                </a:lnTo>
                <a:lnTo>
                  <a:pt x="25653" y="15239"/>
                </a:lnTo>
                <a:lnTo>
                  <a:pt x="26009" y="15239"/>
                </a:lnTo>
                <a:lnTo>
                  <a:pt x="31127" y="11429"/>
                </a:lnTo>
                <a:lnTo>
                  <a:pt x="52895" y="11429"/>
                </a:lnTo>
                <a:lnTo>
                  <a:pt x="49809" y="12700"/>
                </a:lnTo>
                <a:lnTo>
                  <a:pt x="50025" y="12700"/>
                </a:lnTo>
                <a:lnTo>
                  <a:pt x="47015" y="13970"/>
                </a:lnTo>
                <a:lnTo>
                  <a:pt x="47332" y="13970"/>
                </a:lnTo>
                <a:lnTo>
                  <a:pt x="41528" y="16510"/>
                </a:lnTo>
                <a:lnTo>
                  <a:pt x="41922" y="16510"/>
                </a:lnTo>
                <a:lnTo>
                  <a:pt x="36449" y="19050"/>
                </a:lnTo>
                <a:lnTo>
                  <a:pt x="36829" y="19050"/>
                </a:lnTo>
                <a:lnTo>
                  <a:pt x="31711" y="22860"/>
                </a:lnTo>
                <a:lnTo>
                  <a:pt x="32067" y="22860"/>
                </a:lnTo>
                <a:lnTo>
                  <a:pt x="27343" y="26670"/>
                </a:lnTo>
                <a:lnTo>
                  <a:pt x="27660" y="26670"/>
                </a:lnTo>
                <a:lnTo>
                  <a:pt x="23367" y="31750"/>
                </a:lnTo>
                <a:lnTo>
                  <a:pt x="23660" y="31750"/>
                </a:lnTo>
                <a:lnTo>
                  <a:pt x="20793" y="35560"/>
                </a:lnTo>
                <a:lnTo>
                  <a:pt x="20091" y="35560"/>
                </a:lnTo>
                <a:lnTo>
                  <a:pt x="17429" y="40639"/>
                </a:lnTo>
                <a:lnTo>
                  <a:pt x="16979" y="40639"/>
                </a:lnTo>
                <a:lnTo>
                  <a:pt x="14185" y="46989"/>
                </a:lnTo>
                <a:lnTo>
                  <a:pt x="14325" y="46989"/>
                </a:lnTo>
                <a:lnTo>
                  <a:pt x="13131" y="49529"/>
                </a:lnTo>
                <a:lnTo>
                  <a:pt x="12166" y="52070"/>
                </a:lnTo>
                <a:lnTo>
                  <a:pt x="11641" y="54610"/>
                </a:lnTo>
                <a:lnTo>
                  <a:pt x="11404" y="54610"/>
                </a:lnTo>
                <a:lnTo>
                  <a:pt x="10667" y="58420"/>
                </a:lnTo>
                <a:lnTo>
                  <a:pt x="10121" y="60960"/>
                </a:lnTo>
                <a:lnTo>
                  <a:pt x="9740" y="64770"/>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29"/>
                </a:moveTo>
                <a:lnTo>
                  <a:pt x="2148497" y="31750"/>
                </a:lnTo>
                <a:lnTo>
                  <a:pt x="2148776" y="31750"/>
                </a:lnTo>
                <a:lnTo>
                  <a:pt x="2144496" y="26670"/>
                </a:lnTo>
                <a:lnTo>
                  <a:pt x="2144814" y="26670"/>
                </a:lnTo>
                <a:lnTo>
                  <a:pt x="2140089" y="22860"/>
                </a:lnTo>
                <a:lnTo>
                  <a:pt x="2140445" y="22860"/>
                </a:lnTo>
                <a:lnTo>
                  <a:pt x="2135327" y="19050"/>
                </a:lnTo>
                <a:lnTo>
                  <a:pt x="2135708" y="19050"/>
                </a:lnTo>
                <a:lnTo>
                  <a:pt x="2130221" y="16510"/>
                </a:lnTo>
                <a:lnTo>
                  <a:pt x="2130628" y="16510"/>
                </a:lnTo>
                <a:lnTo>
                  <a:pt x="2124824" y="13970"/>
                </a:lnTo>
                <a:lnTo>
                  <a:pt x="2125141" y="13970"/>
                </a:lnTo>
                <a:lnTo>
                  <a:pt x="2122119" y="12700"/>
                </a:lnTo>
                <a:lnTo>
                  <a:pt x="2122347" y="12700"/>
                </a:lnTo>
                <a:lnTo>
                  <a:pt x="2119261" y="11429"/>
                </a:lnTo>
                <a:lnTo>
                  <a:pt x="2141029" y="11429"/>
                </a:lnTo>
                <a:lnTo>
                  <a:pt x="2146147" y="15239"/>
                </a:lnTo>
                <a:lnTo>
                  <a:pt x="2146503" y="15239"/>
                </a:lnTo>
                <a:lnTo>
                  <a:pt x="2151214" y="20320"/>
                </a:lnTo>
                <a:lnTo>
                  <a:pt x="2151545" y="20320"/>
                </a:lnTo>
                <a:lnTo>
                  <a:pt x="2155825" y="25400"/>
                </a:lnTo>
                <a:lnTo>
                  <a:pt x="2156117" y="25400"/>
                </a:lnTo>
                <a:lnTo>
                  <a:pt x="2159952" y="30479"/>
                </a:lnTo>
                <a:lnTo>
                  <a:pt x="2160206" y="30479"/>
                </a:lnTo>
                <a:lnTo>
                  <a:pt x="2162868" y="35560"/>
                </a:lnTo>
                <a:lnTo>
                  <a:pt x="2152065" y="35560"/>
                </a:lnTo>
                <a:lnTo>
                  <a:pt x="2152319" y="36829"/>
                </a:lnTo>
                <a:close/>
              </a:path>
              <a:path w="2172334" h="407670">
                <a:moveTo>
                  <a:pt x="19837" y="36829"/>
                </a:moveTo>
                <a:lnTo>
                  <a:pt x="20091" y="35560"/>
                </a:lnTo>
                <a:lnTo>
                  <a:pt x="20793" y="35560"/>
                </a:lnTo>
                <a:lnTo>
                  <a:pt x="19837" y="36829"/>
                </a:lnTo>
                <a:close/>
              </a:path>
              <a:path w="2172334" h="407670">
                <a:moveTo>
                  <a:pt x="2155393" y="41910"/>
                </a:moveTo>
                <a:lnTo>
                  <a:pt x="2152065" y="35560"/>
                </a:lnTo>
                <a:lnTo>
                  <a:pt x="2162868" y="35560"/>
                </a:lnTo>
                <a:lnTo>
                  <a:pt x="2163533" y="36829"/>
                </a:lnTo>
                <a:lnTo>
                  <a:pt x="2163749" y="36829"/>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79"/>
                </a:moveTo>
                <a:lnTo>
                  <a:pt x="2159914" y="52070"/>
                </a:lnTo>
                <a:lnTo>
                  <a:pt x="2158936" y="49529"/>
                </a:lnTo>
                <a:lnTo>
                  <a:pt x="2157831" y="46989"/>
                </a:lnTo>
                <a:lnTo>
                  <a:pt x="2157971" y="46989"/>
                </a:lnTo>
                <a:lnTo>
                  <a:pt x="2155164" y="40639"/>
                </a:lnTo>
                <a:lnTo>
                  <a:pt x="2165517" y="40639"/>
                </a:lnTo>
                <a:lnTo>
                  <a:pt x="2166696" y="43179"/>
                </a:lnTo>
                <a:lnTo>
                  <a:pt x="2167966" y="45720"/>
                </a:lnTo>
                <a:lnTo>
                  <a:pt x="2169071" y="49529"/>
                </a:lnTo>
                <a:lnTo>
                  <a:pt x="2170036" y="53339"/>
                </a:lnTo>
                <a:lnTo>
                  <a:pt x="2170429" y="54610"/>
                </a:lnTo>
                <a:lnTo>
                  <a:pt x="2160752" y="54610"/>
                </a:lnTo>
                <a:lnTo>
                  <a:pt x="2160803" y="55879"/>
                </a:lnTo>
                <a:close/>
              </a:path>
              <a:path w="2172334" h="407670">
                <a:moveTo>
                  <a:pt x="11341" y="55879"/>
                </a:moveTo>
                <a:lnTo>
                  <a:pt x="11404" y="54610"/>
                </a:lnTo>
                <a:lnTo>
                  <a:pt x="11641" y="54610"/>
                </a:lnTo>
                <a:lnTo>
                  <a:pt x="11341" y="55879"/>
                </a:lnTo>
                <a:close/>
              </a:path>
              <a:path w="2172334" h="407670">
                <a:moveTo>
                  <a:pt x="2172144" y="340360"/>
                </a:moveTo>
                <a:lnTo>
                  <a:pt x="2162632" y="340360"/>
                </a:lnTo>
                <a:lnTo>
                  <a:pt x="2162632" y="67310"/>
                </a:lnTo>
                <a:lnTo>
                  <a:pt x="2162390" y="64770"/>
                </a:lnTo>
                <a:lnTo>
                  <a:pt x="2161997" y="60960"/>
                </a:lnTo>
                <a:lnTo>
                  <a:pt x="2161438" y="58420"/>
                </a:lnTo>
                <a:lnTo>
                  <a:pt x="2160752" y="54610"/>
                </a:lnTo>
                <a:lnTo>
                  <a:pt x="2170429" y="54610"/>
                </a:lnTo>
                <a:lnTo>
                  <a:pt x="2170823" y="55879"/>
                </a:lnTo>
                <a:lnTo>
                  <a:pt x="2171445"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22" y="391160"/>
                </a:moveTo>
                <a:lnTo>
                  <a:pt x="25653" y="391160"/>
                </a:lnTo>
                <a:lnTo>
                  <a:pt x="20942" y="387350"/>
                </a:lnTo>
                <a:lnTo>
                  <a:pt x="20612" y="386079"/>
                </a:lnTo>
                <a:lnTo>
                  <a:pt x="16332" y="382270"/>
                </a:lnTo>
                <a:lnTo>
                  <a:pt x="16040" y="381000"/>
                </a:lnTo>
                <a:lnTo>
                  <a:pt x="12204" y="375920"/>
                </a:lnTo>
                <a:lnTo>
                  <a:pt x="23367" y="375920"/>
                </a:lnTo>
                <a:lnTo>
                  <a:pt x="27660" y="379729"/>
                </a:lnTo>
                <a:lnTo>
                  <a:pt x="27343" y="379729"/>
                </a:lnTo>
                <a:lnTo>
                  <a:pt x="32067" y="384810"/>
                </a:lnTo>
                <a:lnTo>
                  <a:pt x="33417" y="384810"/>
                </a:lnTo>
                <a:lnTo>
                  <a:pt x="36829" y="387350"/>
                </a:lnTo>
                <a:lnTo>
                  <a:pt x="36449" y="387350"/>
                </a:lnTo>
                <a:lnTo>
                  <a:pt x="41922"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71259"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67830" y="397510"/>
                </a:lnTo>
                <a:lnTo>
                  <a:pt x="71259" y="398779"/>
                </a:lnTo>
                <a:close/>
              </a:path>
              <a:path w="2172334" h="407670">
                <a:moveTo>
                  <a:pt x="2135174" y="398779"/>
                </a:moveTo>
                <a:lnTo>
                  <a:pt x="2100897" y="398779"/>
                </a:lnTo>
                <a:lnTo>
                  <a:pt x="2104313" y="397510"/>
                </a:lnTo>
                <a:lnTo>
                  <a:pt x="2113343" y="397510"/>
                </a:lnTo>
                <a:lnTo>
                  <a:pt x="2116556" y="396239"/>
                </a:lnTo>
                <a:lnTo>
                  <a:pt x="2116328" y="396239"/>
                </a:lnTo>
                <a:lnTo>
                  <a:pt x="2119477" y="394970"/>
                </a:lnTo>
                <a:lnTo>
                  <a:pt x="2122119" y="394970"/>
                </a:lnTo>
                <a:lnTo>
                  <a:pt x="2125141" y="393700"/>
                </a:lnTo>
                <a:lnTo>
                  <a:pt x="2124824" y="393700"/>
                </a:lnTo>
                <a:lnTo>
                  <a:pt x="2130628" y="391160"/>
                </a:lnTo>
                <a:lnTo>
                  <a:pt x="2146147" y="391160"/>
                </a:lnTo>
                <a:lnTo>
                  <a:pt x="2141029" y="394970"/>
                </a:lnTo>
                <a:lnTo>
                  <a:pt x="2140648" y="396239"/>
                </a:lnTo>
                <a:lnTo>
                  <a:pt x="2135174" y="398779"/>
                </a:lnTo>
                <a:close/>
              </a:path>
              <a:path w="2172334" h="407670">
                <a:moveTo>
                  <a:pt x="2115248" y="406400"/>
                </a:moveTo>
                <a:lnTo>
                  <a:pt x="56667" y="406400"/>
                </a:lnTo>
                <a:lnTo>
                  <a:pt x="49847" y="403860"/>
                </a:lnTo>
                <a:lnTo>
                  <a:pt x="46532" y="403860"/>
                </a:lnTo>
                <a:lnTo>
                  <a:pt x="43192" y="402589"/>
                </a:lnTo>
                <a:lnTo>
                  <a:pt x="37388" y="398779"/>
                </a:lnTo>
                <a:lnTo>
                  <a:pt x="2134768" y="398779"/>
                </a:lnTo>
                <a:lnTo>
                  <a:pt x="2128634" y="402589"/>
                </a:lnTo>
                <a:lnTo>
                  <a:pt x="2122081" y="405129"/>
                </a:lnTo>
                <a:lnTo>
                  <a:pt x="2118702" y="405129"/>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24" name="object 24"/>
          <p:cNvSpPr txBox="1"/>
          <p:nvPr/>
        </p:nvSpPr>
        <p:spPr>
          <a:xfrm>
            <a:off x="9858794" y="4621948"/>
            <a:ext cx="10407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结构清晰</a:t>
            </a:r>
            <a:r>
              <a:rPr sz="1600" spc="-50" dirty="0">
                <a:latin typeface="宋体"/>
                <a:cs typeface="宋体"/>
              </a:rPr>
              <a:t>度</a:t>
            </a:r>
            <a:endParaRPr sz="1600">
              <a:latin typeface="宋体"/>
              <a:cs typeface="宋体"/>
            </a:endParaRPr>
          </a:p>
        </p:txBody>
      </p:sp>
      <p:sp>
        <p:nvSpPr>
          <p:cNvPr id="25" name="object 25"/>
          <p:cNvSpPr/>
          <p:nvPr/>
        </p:nvSpPr>
        <p:spPr>
          <a:xfrm>
            <a:off x="9293631" y="5046027"/>
            <a:ext cx="2172335" cy="407670"/>
          </a:xfrm>
          <a:custGeom>
            <a:avLst/>
            <a:gdLst/>
            <a:ahLst/>
            <a:cxnLst/>
            <a:rect l="l" t="t" r="r" b="b"/>
            <a:pathLst>
              <a:path w="2172334" h="407670">
                <a:moveTo>
                  <a:pt x="2115489" y="1270"/>
                </a:moveTo>
                <a:lnTo>
                  <a:pt x="56908" y="1270"/>
                </a:lnTo>
                <a:lnTo>
                  <a:pt x="60413" y="0"/>
                </a:lnTo>
                <a:lnTo>
                  <a:pt x="2111984" y="0"/>
                </a:lnTo>
                <a:lnTo>
                  <a:pt x="2115489" y="1270"/>
                </a:lnTo>
                <a:close/>
              </a:path>
              <a:path w="2172334" h="407670">
                <a:moveTo>
                  <a:pt x="2134768" y="7620"/>
                </a:moveTo>
                <a:lnTo>
                  <a:pt x="37388" y="7620"/>
                </a:lnTo>
                <a:lnTo>
                  <a:pt x="43192" y="5079"/>
                </a:lnTo>
                <a:lnTo>
                  <a:pt x="46761" y="3810"/>
                </a:lnTo>
                <a:lnTo>
                  <a:pt x="53454" y="1270"/>
                </a:lnTo>
                <a:lnTo>
                  <a:pt x="2118931" y="1270"/>
                </a:lnTo>
                <a:lnTo>
                  <a:pt x="2125624" y="3810"/>
                </a:lnTo>
                <a:lnTo>
                  <a:pt x="2134768" y="7620"/>
                </a:lnTo>
                <a:close/>
              </a:path>
              <a:path w="2172334" h="407670">
                <a:moveTo>
                  <a:pt x="55600" y="11429"/>
                </a:moveTo>
                <a:lnTo>
                  <a:pt x="31508" y="11429"/>
                </a:lnTo>
                <a:lnTo>
                  <a:pt x="36982" y="7620"/>
                </a:lnTo>
                <a:lnTo>
                  <a:pt x="2135174" y="7620"/>
                </a:lnTo>
                <a:lnTo>
                  <a:pt x="2136999" y="8889"/>
                </a:lnTo>
                <a:lnTo>
                  <a:pt x="64947" y="8889"/>
                </a:lnTo>
                <a:lnTo>
                  <a:pt x="61620" y="10160"/>
                </a:lnTo>
                <a:lnTo>
                  <a:pt x="58813" y="10160"/>
                </a:lnTo>
                <a:lnTo>
                  <a:pt x="55600" y="11429"/>
                </a:lnTo>
                <a:close/>
              </a:path>
              <a:path w="2172334" h="407670">
                <a:moveTo>
                  <a:pt x="2140648" y="11429"/>
                </a:moveTo>
                <a:lnTo>
                  <a:pt x="2116556" y="11429"/>
                </a:lnTo>
                <a:lnTo>
                  <a:pt x="2113343" y="10160"/>
                </a:lnTo>
                <a:lnTo>
                  <a:pt x="2110536" y="10160"/>
                </a:lnTo>
                <a:lnTo>
                  <a:pt x="2107209" y="8889"/>
                </a:lnTo>
                <a:lnTo>
                  <a:pt x="2136999" y="8889"/>
                </a:lnTo>
                <a:lnTo>
                  <a:pt x="2140648" y="11429"/>
                </a:lnTo>
                <a:close/>
              </a:path>
              <a:path w="2172334" h="407670">
                <a:moveTo>
                  <a:pt x="23660" y="375920"/>
                </a:moveTo>
                <a:lnTo>
                  <a:pt x="11950" y="375920"/>
                </a:lnTo>
                <a:lnTo>
                  <a:pt x="8623" y="370839"/>
                </a:lnTo>
                <a:lnTo>
                  <a:pt x="8407" y="369570"/>
                </a:lnTo>
                <a:lnTo>
                  <a:pt x="5460" y="364489"/>
                </a:lnTo>
                <a:lnTo>
                  <a:pt x="4190" y="360679"/>
                </a:lnTo>
                <a:lnTo>
                  <a:pt x="3086" y="356870"/>
                </a:lnTo>
                <a:lnTo>
                  <a:pt x="2120" y="354329"/>
                </a:lnTo>
                <a:lnTo>
                  <a:pt x="1333" y="350520"/>
                </a:lnTo>
                <a:lnTo>
                  <a:pt x="711" y="346710"/>
                </a:lnTo>
                <a:lnTo>
                  <a:pt x="266" y="344170"/>
                </a:lnTo>
                <a:lnTo>
                  <a:pt x="0" y="340360"/>
                </a:lnTo>
                <a:lnTo>
                  <a:pt x="0" y="67310"/>
                </a:lnTo>
                <a:lnTo>
                  <a:pt x="3149" y="49529"/>
                </a:lnTo>
                <a:lnTo>
                  <a:pt x="4279" y="45720"/>
                </a:lnTo>
                <a:lnTo>
                  <a:pt x="8407" y="36829"/>
                </a:lnTo>
                <a:lnTo>
                  <a:pt x="8623" y="36829"/>
                </a:lnTo>
                <a:lnTo>
                  <a:pt x="11950" y="30479"/>
                </a:lnTo>
                <a:lnTo>
                  <a:pt x="12204" y="30479"/>
                </a:lnTo>
                <a:lnTo>
                  <a:pt x="16040" y="25400"/>
                </a:lnTo>
                <a:lnTo>
                  <a:pt x="16332" y="25400"/>
                </a:lnTo>
                <a:lnTo>
                  <a:pt x="20612" y="20320"/>
                </a:lnTo>
                <a:lnTo>
                  <a:pt x="20942" y="20320"/>
                </a:lnTo>
                <a:lnTo>
                  <a:pt x="25653" y="15239"/>
                </a:lnTo>
                <a:lnTo>
                  <a:pt x="26009" y="15239"/>
                </a:lnTo>
                <a:lnTo>
                  <a:pt x="31127" y="11429"/>
                </a:lnTo>
                <a:lnTo>
                  <a:pt x="52895" y="11429"/>
                </a:lnTo>
                <a:lnTo>
                  <a:pt x="49809" y="12700"/>
                </a:lnTo>
                <a:lnTo>
                  <a:pt x="50025" y="12700"/>
                </a:lnTo>
                <a:lnTo>
                  <a:pt x="47015" y="13970"/>
                </a:lnTo>
                <a:lnTo>
                  <a:pt x="47332" y="13970"/>
                </a:lnTo>
                <a:lnTo>
                  <a:pt x="41528" y="16510"/>
                </a:lnTo>
                <a:lnTo>
                  <a:pt x="41922" y="16510"/>
                </a:lnTo>
                <a:lnTo>
                  <a:pt x="36449" y="19050"/>
                </a:lnTo>
                <a:lnTo>
                  <a:pt x="36829" y="19050"/>
                </a:lnTo>
                <a:lnTo>
                  <a:pt x="31711" y="22860"/>
                </a:lnTo>
                <a:lnTo>
                  <a:pt x="32067" y="22860"/>
                </a:lnTo>
                <a:lnTo>
                  <a:pt x="27343" y="26670"/>
                </a:lnTo>
                <a:lnTo>
                  <a:pt x="27660" y="26670"/>
                </a:lnTo>
                <a:lnTo>
                  <a:pt x="23367" y="31750"/>
                </a:lnTo>
                <a:lnTo>
                  <a:pt x="23660" y="31750"/>
                </a:lnTo>
                <a:lnTo>
                  <a:pt x="20793" y="35560"/>
                </a:lnTo>
                <a:lnTo>
                  <a:pt x="20091" y="35560"/>
                </a:lnTo>
                <a:lnTo>
                  <a:pt x="17429" y="40639"/>
                </a:lnTo>
                <a:lnTo>
                  <a:pt x="16979" y="40639"/>
                </a:lnTo>
                <a:lnTo>
                  <a:pt x="14185" y="46989"/>
                </a:lnTo>
                <a:lnTo>
                  <a:pt x="14325" y="46989"/>
                </a:lnTo>
                <a:lnTo>
                  <a:pt x="13131" y="49529"/>
                </a:lnTo>
                <a:lnTo>
                  <a:pt x="12166" y="52070"/>
                </a:lnTo>
                <a:lnTo>
                  <a:pt x="11641" y="54610"/>
                </a:lnTo>
                <a:lnTo>
                  <a:pt x="11404" y="54610"/>
                </a:lnTo>
                <a:lnTo>
                  <a:pt x="10667" y="58420"/>
                </a:lnTo>
                <a:lnTo>
                  <a:pt x="10121" y="60960"/>
                </a:lnTo>
                <a:lnTo>
                  <a:pt x="9740" y="64770"/>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29"/>
                </a:moveTo>
                <a:lnTo>
                  <a:pt x="2148497" y="31750"/>
                </a:lnTo>
                <a:lnTo>
                  <a:pt x="2148776" y="31750"/>
                </a:lnTo>
                <a:lnTo>
                  <a:pt x="2144496" y="26670"/>
                </a:lnTo>
                <a:lnTo>
                  <a:pt x="2144814" y="26670"/>
                </a:lnTo>
                <a:lnTo>
                  <a:pt x="2140089" y="22860"/>
                </a:lnTo>
                <a:lnTo>
                  <a:pt x="2140445" y="22860"/>
                </a:lnTo>
                <a:lnTo>
                  <a:pt x="2135327" y="19050"/>
                </a:lnTo>
                <a:lnTo>
                  <a:pt x="2135708" y="19050"/>
                </a:lnTo>
                <a:lnTo>
                  <a:pt x="2130221" y="16510"/>
                </a:lnTo>
                <a:lnTo>
                  <a:pt x="2130628" y="16510"/>
                </a:lnTo>
                <a:lnTo>
                  <a:pt x="2124824" y="13970"/>
                </a:lnTo>
                <a:lnTo>
                  <a:pt x="2125141" y="13970"/>
                </a:lnTo>
                <a:lnTo>
                  <a:pt x="2122119" y="12700"/>
                </a:lnTo>
                <a:lnTo>
                  <a:pt x="2122347" y="12700"/>
                </a:lnTo>
                <a:lnTo>
                  <a:pt x="2119261" y="11429"/>
                </a:lnTo>
                <a:lnTo>
                  <a:pt x="2141029" y="11429"/>
                </a:lnTo>
                <a:lnTo>
                  <a:pt x="2146147" y="15239"/>
                </a:lnTo>
                <a:lnTo>
                  <a:pt x="2146503" y="15239"/>
                </a:lnTo>
                <a:lnTo>
                  <a:pt x="2151214" y="20320"/>
                </a:lnTo>
                <a:lnTo>
                  <a:pt x="2151545" y="20320"/>
                </a:lnTo>
                <a:lnTo>
                  <a:pt x="2155825" y="25400"/>
                </a:lnTo>
                <a:lnTo>
                  <a:pt x="2156117" y="25400"/>
                </a:lnTo>
                <a:lnTo>
                  <a:pt x="2159952" y="30479"/>
                </a:lnTo>
                <a:lnTo>
                  <a:pt x="2160206" y="30479"/>
                </a:lnTo>
                <a:lnTo>
                  <a:pt x="2162868" y="35560"/>
                </a:lnTo>
                <a:lnTo>
                  <a:pt x="2152065" y="35560"/>
                </a:lnTo>
                <a:lnTo>
                  <a:pt x="2152319" y="36829"/>
                </a:lnTo>
                <a:close/>
              </a:path>
              <a:path w="2172334" h="407670">
                <a:moveTo>
                  <a:pt x="19837" y="36829"/>
                </a:moveTo>
                <a:lnTo>
                  <a:pt x="20091" y="35560"/>
                </a:lnTo>
                <a:lnTo>
                  <a:pt x="20793" y="35560"/>
                </a:lnTo>
                <a:lnTo>
                  <a:pt x="19837" y="36829"/>
                </a:lnTo>
                <a:close/>
              </a:path>
              <a:path w="2172334" h="407670">
                <a:moveTo>
                  <a:pt x="2155393" y="41910"/>
                </a:moveTo>
                <a:lnTo>
                  <a:pt x="2152065" y="35560"/>
                </a:lnTo>
                <a:lnTo>
                  <a:pt x="2162868" y="35560"/>
                </a:lnTo>
                <a:lnTo>
                  <a:pt x="2163533" y="36829"/>
                </a:lnTo>
                <a:lnTo>
                  <a:pt x="2163749" y="36829"/>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79"/>
                </a:moveTo>
                <a:lnTo>
                  <a:pt x="2159914" y="52070"/>
                </a:lnTo>
                <a:lnTo>
                  <a:pt x="2158936" y="49529"/>
                </a:lnTo>
                <a:lnTo>
                  <a:pt x="2157831" y="46989"/>
                </a:lnTo>
                <a:lnTo>
                  <a:pt x="2157971" y="46989"/>
                </a:lnTo>
                <a:lnTo>
                  <a:pt x="2155164" y="40639"/>
                </a:lnTo>
                <a:lnTo>
                  <a:pt x="2165517" y="40639"/>
                </a:lnTo>
                <a:lnTo>
                  <a:pt x="2166696" y="43179"/>
                </a:lnTo>
                <a:lnTo>
                  <a:pt x="2167966" y="45720"/>
                </a:lnTo>
                <a:lnTo>
                  <a:pt x="2169071" y="49529"/>
                </a:lnTo>
                <a:lnTo>
                  <a:pt x="2170036" y="53339"/>
                </a:lnTo>
                <a:lnTo>
                  <a:pt x="2170429" y="54610"/>
                </a:lnTo>
                <a:lnTo>
                  <a:pt x="2160752" y="54610"/>
                </a:lnTo>
                <a:lnTo>
                  <a:pt x="2160803" y="55879"/>
                </a:lnTo>
                <a:close/>
              </a:path>
              <a:path w="2172334" h="407670">
                <a:moveTo>
                  <a:pt x="11341" y="55879"/>
                </a:moveTo>
                <a:lnTo>
                  <a:pt x="11404" y="54610"/>
                </a:lnTo>
                <a:lnTo>
                  <a:pt x="11641" y="54610"/>
                </a:lnTo>
                <a:lnTo>
                  <a:pt x="11341" y="55879"/>
                </a:lnTo>
                <a:close/>
              </a:path>
              <a:path w="2172334" h="407670">
                <a:moveTo>
                  <a:pt x="2172144" y="340360"/>
                </a:moveTo>
                <a:lnTo>
                  <a:pt x="2162632" y="340360"/>
                </a:lnTo>
                <a:lnTo>
                  <a:pt x="2162632" y="67310"/>
                </a:lnTo>
                <a:lnTo>
                  <a:pt x="2162390" y="64770"/>
                </a:lnTo>
                <a:lnTo>
                  <a:pt x="2161997" y="60960"/>
                </a:lnTo>
                <a:lnTo>
                  <a:pt x="2161438" y="58420"/>
                </a:lnTo>
                <a:lnTo>
                  <a:pt x="2160752" y="54610"/>
                </a:lnTo>
                <a:lnTo>
                  <a:pt x="2170429" y="54610"/>
                </a:lnTo>
                <a:lnTo>
                  <a:pt x="2170823" y="55879"/>
                </a:lnTo>
                <a:lnTo>
                  <a:pt x="2171445"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22" y="391160"/>
                </a:moveTo>
                <a:lnTo>
                  <a:pt x="25653" y="391160"/>
                </a:lnTo>
                <a:lnTo>
                  <a:pt x="20942" y="387350"/>
                </a:lnTo>
                <a:lnTo>
                  <a:pt x="20612" y="386079"/>
                </a:lnTo>
                <a:lnTo>
                  <a:pt x="16332" y="382270"/>
                </a:lnTo>
                <a:lnTo>
                  <a:pt x="16040" y="381000"/>
                </a:lnTo>
                <a:lnTo>
                  <a:pt x="12204" y="375920"/>
                </a:lnTo>
                <a:lnTo>
                  <a:pt x="23367" y="375920"/>
                </a:lnTo>
                <a:lnTo>
                  <a:pt x="27660" y="379729"/>
                </a:lnTo>
                <a:lnTo>
                  <a:pt x="27343" y="379729"/>
                </a:lnTo>
                <a:lnTo>
                  <a:pt x="32067" y="384810"/>
                </a:lnTo>
                <a:lnTo>
                  <a:pt x="33417" y="384810"/>
                </a:lnTo>
                <a:lnTo>
                  <a:pt x="36829" y="387350"/>
                </a:lnTo>
                <a:lnTo>
                  <a:pt x="36449" y="387350"/>
                </a:lnTo>
                <a:lnTo>
                  <a:pt x="41922"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71259"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67830" y="397510"/>
                </a:lnTo>
                <a:lnTo>
                  <a:pt x="71259" y="398779"/>
                </a:lnTo>
                <a:close/>
              </a:path>
              <a:path w="2172334" h="407670">
                <a:moveTo>
                  <a:pt x="2135174" y="398779"/>
                </a:moveTo>
                <a:lnTo>
                  <a:pt x="2100897" y="398779"/>
                </a:lnTo>
                <a:lnTo>
                  <a:pt x="2104313" y="397510"/>
                </a:lnTo>
                <a:lnTo>
                  <a:pt x="2113343" y="397510"/>
                </a:lnTo>
                <a:lnTo>
                  <a:pt x="2116556" y="396239"/>
                </a:lnTo>
                <a:lnTo>
                  <a:pt x="2116328" y="396239"/>
                </a:lnTo>
                <a:lnTo>
                  <a:pt x="2119477" y="394970"/>
                </a:lnTo>
                <a:lnTo>
                  <a:pt x="2122119" y="394970"/>
                </a:lnTo>
                <a:lnTo>
                  <a:pt x="2125141" y="393700"/>
                </a:lnTo>
                <a:lnTo>
                  <a:pt x="2124824" y="393700"/>
                </a:lnTo>
                <a:lnTo>
                  <a:pt x="2130628" y="391160"/>
                </a:lnTo>
                <a:lnTo>
                  <a:pt x="2146147" y="391160"/>
                </a:lnTo>
                <a:lnTo>
                  <a:pt x="2141029" y="394970"/>
                </a:lnTo>
                <a:lnTo>
                  <a:pt x="2140648" y="396239"/>
                </a:lnTo>
                <a:lnTo>
                  <a:pt x="2135174" y="398779"/>
                </a:lnTo>
                <a:close/>
              </a:path>
              <a:path w="2172334" h="407670">
                <a:moveTo>
                  <a:pt x="2115248" y="406400"/>
                </a:moveTo>
                <a:lnTo>
                  <a:pt x="56667" y="406400"/>
                </a:lnTo>
                <a:lnTo>
                  <a:pt x="49847" y="403860"/>
                </a:lnTo>
                <a:lnTo>
                  <a:pt x="46532" y="403860"/>
                </a:lnTo>
                <a:lnTo>
                  <a:pt x="43192" y="402589"/>
                </a:lnTo>
                <a:lnTo>
                  <a:pt x="37388" y="398779"/>
                </a:lnTo>
                <a:lnTo>
                  <a:pt x="2134768" y="398779"/>
                </a:lnTo>
                <a:lnTo>
                  <a:pt x="2128634" y="402589"/>
                </a:lnTo>
                <a:lnTo>
                  <a:pt x="2122081" y="405129"/>
                </a:lnTo>
                <a:lnTo>
                  <a:pt x="2118702" y="405129"/>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26" name="object 26"/>
          <p:cNvSpPr txBox="1"/>
          <p:nvPr/>
        </p:nvSpPr>
        <p:spPr>
          <a:xfrm>
            <a:off x="9960394" y="5117249"/>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语言表</a:t>
            </a:r>
            <a:r>
              <a:rPr sz="1600" spc="-50" dirty="0">
                <a:latin typeface="宋体"/>
                <a:cs typeface="宋体"/>
              </a:rPr>
              <a:t>达</a:t>
            </a:r>
            <a:endParaRPr sz="1600">
              <a:latin typeface="宋体"/>
              <a:cs typeface="宋体"/>
            </a:endParaRPr>
          </a:p>
        </p:txBody>
      </p:sp>
      <p:sp>
        <p:nvSpPr>
          <p:cNvPr id="27" name="object 27"/>
          <p:cNvSpPr/>
          <p:nvPr/>
        </p:nvSpPr>
        <p:spPr>
          <a:xfrm>
            <a:off x="9293631" y="5541327"/>
            <a:ext cx="2172335" cy="407670"/>
          </a:xfrm>
          <a:custGeom>
            <a:avLst/>
            <a:gdLst/>
            <a:ahLst/>
            <a:cxnLst/>
            <a:rect l="l" t="t" r="r" b="b"/>
            <a:pathLst>
              <a:path w="2172334" h="407670">
                <a:moveTo>
                  <a:pt x="2115489" y="1270"/>
                </a:moveTo>
                <a:lnTo>
                  <a:pt x="56908" y="1270"/>
                </a:lnTo>
                <a:lnTo>
                  <a:pt x="60413" y="0"/>
                </a:lnTo>
                <a:lnTo>
                  <a:pt x="2111984" y="0"/>
                </a:lnTo>
                <a:lnTo>
                  <a:pt x="2115489" y="1270"/>
                </a:lnTo>
                <a:close/>
              </a:path>
              <a:path w="2172334" h="407670">
                <a:moveTo>
                  <a:pt x="2134768" y="7620"/>
                </a:moveTo>
                <a:lnTo>
                  <a:pt x="37388" y="7620"/>
                </a:lnTo>
                <a:lnTo>
                  <a:pt x="43192" y="5079"/>
                </a:lnTo>
                <a:lnTo>
                  <a:pt x="46761" y="3810"/>
                </a:lnTo>
                <a:lnTo>
                  <a:pt x="53454" y="1270"/>
                </a:lnTo>
                <a:lnTo>
                  <a:pt x="2118931" y="1270"/>
                </a:lnTo>
                <a:lnTo>
                  <a:pt x="2125624" y="3810"/>
                </a:lnTo>
                <a:lnTo>
                  <a:pt x="2134768" y="7620"/>
                </a:lnTo>
                <a:close/>
              </a:path>
              <a:path w="2172334" h="407670">
                <a:moveTo>
                  <a:pt x="55600" y="11429"/>
                </a:moveTo>
                <a:lnTo>
                  <a:pt x="31508" y="11429"/>
                </a:lnTo>
                <a:lnTo>
                  <a:pt x="36982" y="7620"/>
                </a:lnTo>
                <a:lnTo>
                  <a:pt x="2135174" y="7620"/>
                </a:lnTo>
                <a:lnTo>
                  <a:pt x="2136999" y="8889"/>
                </a:lnTo>
                <a:lnTo>
                  <a:pt x="64947" y="8889"/>
                </a:lnTo>
                <a:lnTo>
                  <a:pt x="61620" y="10160"/>
                </a:lnTo>
                <a:lnTo>
                  <a:pt x="58813" y="10160"/>
                </a:lnTo>
                <a:lnTo>
                  <a:pt x="55600" y="11429"/>
                </a:lnTo>
                <a:close/>
              </a:path>
              <a:path w="2172334" h="407670">
                <a:moveTo>
                  <a:pt x="2140648" y="11429"/>
                </a:moveTo>
                <a:lnTo>
                  <a:pt x="2116556" y="11429"/>
                </a:lnTo>
                <a:lnTo>
                  <a:pt x="2113343" y="10160"/>
                </a:lnTo>
                <a:lnTo>
                  <a:pt x="2110536" y="10160"/>
                </a:lnTo>
                <a:lnTo>
                  <a:pt x="2107209" y="8889"/>
                </a:lnTo>
                <a:lnTo>
                  <a:pt x="2136999" y="8889"/>
                </a:lnTo>
                <a:lnTo>
                  <a:pt x="2140648" y="11429"/>
                </a:lnTo>
                <a:close/>
              </a:path>
              <a:path w="2172334" h="407670">
                <a:moveTo>
                  <a:pt x="23660" y="375920"/>
                </a:moveTo>
                <a:lnTo>
                  <a:pt x="11950" y="375920"/>
                </a:lnTo>
                <a:lnTo>
                  <a:pt x="8623" y="370839"/>
                </a:lnTo>
                <a:lnTo>
                  <a:pt x="8407" y="369570"/>
                </a:lnTo>
                <a:lnTo>
                  <a:pt x="5460" y="364489"/>
                </a:lnTo>
                <a:lnTo>
                  <a:pt x="4190" y="360679"/>
                </a:lnTo>
                <a:lnTo>
                  <a:pt x="3086" y="356870"/>
                </a:lnTo>
                <a:lnTo>
                  <a:pt x="2120" y="354329"/>
                </a:lnTo>
                <a:lnTo>
                  <a:pt x="1333" y="350520"/>
                </a:lnTo>
                <a:lnTo>
                  <a:pt x="711" y="346710"/>
                </a:lnTo>
                <a:lnTo>
                  <a:pt x="266" y="344170"/>
                </a:lnTo>
                <a:lnTo>
                  <a:pt x="0" y="340360"/>
                </a:lnTo>
                <a:lnTo>
                  <a:pt x="0" y="67310"/>
                </a:lnTo>
                <a:lnTo>
                  <a:pt x="3149" y="49529"/>
                </a:lnTo>
                <a:lnTo>
                  <a:pt x="4279" y="45720"/>
                </a:lnTo>
                <a:lnTo>
                  <a:pt x="8407" y="36829"/>
                </a:lnTo>
                <a:lnTo>
                  <a:pt x="8623" y="36829"/>
                </a:lnTo>
                <a:lnTo>
                  <a:pt x="11950" y="30479"/>
                </a:lnTo>
                <a:lnTo>
                  <a:pt x="12204" y="30479"/>
                </a:lnTo>
                <a:lnTo>
                  <a:pt x="16040" y="25400"/>
                </a:lnTo>
                <a:lnTo>
                  <a:pt x="16332" y="25400"/>
                </a:lnTo>
                <a:lnTo>
                  <a:pt x="20612" y="20320"/>
                </a:lnTo>
                <a:lnTo>
                  <a:pt x="20942" y="20320"/>
                </a:lnTo>
                <a:lnTo>
                  <a:pt x="25653" y="15239"/>
                </a:lnTo>
                <a:lnTo>
                  <a:pt x="26009" y="15239"/>
                </a:lnTo>
                <a:lnTo>
                  <a:pt x="31127" y="11429"/>
                </a:lnTo>
                <a:lnTo>
                  <a:pt x="52895" y="11429"/>
                </a:lnTo>
                <a:lnTo>
                  <a:pt x="49809" y="12700"/>
                </a:lnTo>
                <a:lnTo>
                  <a:pt x="50025" y="12700"/>
                </a:lnTo>
                <a:lnTo>
                  <a:pt x="47015" y="13970"/>
                </a:lnTo>
                <a:lnTo>
                  <a:pt x="47332" y="13970"/>
                </a:lnTo>
                <a:lnTo>
                  <a:pt x="41528" y="16510"/>
                </a:lnTo>
                <a:lnTo>
                  <a:pt x="41922" y="16510"/>
                </a:lnTo>
                <a:lnTo>
                  <a:pt x="36449" y="19050"/>
                </a:lnTo>
                <a:lnTo>
                  <a:pt x="36829" y="19050"/>
                </a:lnTo>
                <a:lnTo>
                  <a:pt x="31711" y="22860"/>
                </a:lnTo>
                <a:lnTo>
                  <a:pt x="32067" y="22860"/>
                </a:lnTo>
                <a:lnTo>
                  <a:pt x="27343" y="26670"/>
                </a:lnTo>
                <a:lnTo>
                  <a:pt x="27660" y="26670"/>
                </a:lnTo>
                <a:lnTo>
                  <a:pt x="23367" y="31750"/>
                </a:lnTo>
                <a:lnTo>
                  <a:pt x="23660" y="31750"/>
                </a:lnTo>
                <a:lnTo>
                  <a:pt x="20793" y="35560"/>
                </a:lnTo>
                <a:lnTo>
                  <a:pt x="20091" y="35560"/>
                </a:lnTo>
                <a:lnTo>
                  <a:pt x="17429" y="40639"/>
                </a:lnTo>
                <a:lnTo>
                  <a:pt x="16979" y="40639"/>
                </a:lnTo>
                <a:lnTo>
                  <a:pt x="14185" y="46989"/>
                </a:lnTo>
                <a:lnTo>
                  <a:pt x="14325" y="46989"/>
                </a:lnTo>
                <a:lnTo>
                  <a:pt x="13131" y="49529"/>
                </a:lnTo>
                <a:lnTo>
                  <a:pt x="12166" y="52070"/>
                </a:lnTo>
                <a:lnTo>
                  <a:pt x="11641" y="54610"/>
                </a:lnTo>
                <a:lnTo>
                  <a:pt x="11404" y="54610"/>
                </a:lnTo>
                <a:lnTo>
                  <a:pt x="10667" y="58420"/>
                </a:lnTo>
                <a:lnTo>
                  <a:pt x="10121" y="60960"/>
                </a:lnTo>
                <a:lnTo>
                  <a:pt x="9740" y="64770"/>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29"/>
                </a:moveTo>
                <a:lnTo>
                  <a:pt x="2148497" y="31750"/>
                </a:lnTo>
                <a:lnTo>
                  <a:pt x="2148776" y="31750"/>
                </a:lnTo>
                <a:lnTo>
                  <a:pt x="2144496" y="26670"/>
                </a:lnTo>
                <a:lnTo>
                  <a:pt x="2144814" y="26670"/>
                </a:lnTo>
                <a:lnTo>
                  <a:pt x="2140089" y="22860"/>
                </a:lnTo>
                <a:lnTo>
                  <a:pt x="2140445" y="22860"/>
                </a:lnTo>
                <a:lnTo>
                  <a:pt x="2135327" y="19050"/>
                </a:lnTo>
                <a:lnTo>
                  <a:pt x="2135708" y="19050"/>
                </a:lnTo>
                <a:lnTo>
                  <a:pt x="2130221" y="16510"/>
                </a:lnTo>
                <a:lnTo>
                  <a:pt x="2130628" y="16510"/>
                </a:lnTo>
                <a:lnTo>
                  <a:pt x="2124824" y="13970"/>
                </a:lnTo>
                <a:lnTo>
                  <a:pt x="2125141" y="13970"/>
                </a:lnTo>
                <a:lnTo>
                  <a:pt x="2122119" y="12700"/>
                </a:lnTo>
                <a:lnTo>
                  <a:pt x="2122347" y="12700"/>
                </a:lnTo>
                <a:lnTo>
                  <a:pt x="2119261" y="11429"/>
                </a:lnTo>
                <a:lnTo>
                  <a:pt x="2141029" y="11429"/>
                </a:lnTo>
                <a:lnTo>
                  <a:pt x="2146147" y="15239"/>
                </a:lnTo>
                <a:lnTo>
                  <a:pt x="2146503" y="15239"/>
                </a:lnTo>
                <a:lnTo>
                  <a:pt x="2151214" y="20320"/>
                </a:lnTo>
                <a:lnTo>
                  <a:pt x="2151545" y="20320"/>
                </a:lnTo>
                <a:lnTo>
                  <a:pt x="2155825" y="25400"/>
                </a:lnTo>
                <a:lnTo>
                  <a:pt x="2156117" y="25400"/>
                </a:lnTo>
                <a:lnTo>
                  <a:pt x="2159952" y="30479"/>
                </a:lnTo>
                <a:lnTo>
                  <a:pt x="2160206" y="30479"/>
                </a:lnTo>
                <a:lnTo>
                  <a:pt x="2162868" y="35560"/>
                </a:lnTo>
                <a:lnTo>
                  <a:pt x="2152065" y="35560"/>
                </a:lnTo>
                <a:lnTo>
                  <a:pt x="2152319" y="36829"/>
                </a:lnTo>
                <a:close/>
              </a:path>
              <a:path w="2172334" h="407670">
                <a:moveTo>
                  <a:pt x="19837" y="36829"/>
                </a:moveTo>
                <a:lnTo>
                  <a:pt x="20091" y="35560"/>
                </a:lnTo>
                <a:lnTo>
                  <a:pt x="20793" y="35560"/>
                </a:lnTo>
                <a:lnTo>
                  <a:pt x="19837" y="36829"/>
                </a:lnTo>
                <a:close/>
              </a:path>
              <a:path w="2172334" h="407670">
                <a:moveTo>
                  <a:pt x="2155393" y="41910"/>
                </a:moveTo>
                <a:lnTo>
                  <a:pt x="2152065" y="35560"/>
                </a:lnTo>
                <a:lnTo>
                  <a:pt x="2162868" y="35560"/>
                </a:lnTo>
                <a:lnTo>
                  <a:pt x="2163533" y="36829"/>
                </a:lnTo>
                <a:lnTo>
                  <a:pt x="2163749" y="36829"/>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79"/>
                </a:moveTo>
                <a:lnTo>
                  <a:pt x="2159914" y="52070"/>
                </a:lnTo>
                <a:lnTo>
                  <a:pt x="2158936" y="49529"/>
                </a:lnTo>
                <a:lnTo>
                  <a:pt x="2157831" y="46989"/>
                </a:lnTo>
                <a:lnTo>
                  <a:pt x="2157971" y="46989"/>
                </a:lnTo>
                <a:lnTo>
                  <a:pt x="2155164" y="40639"/>
                </a:lnTo>
                <a:lnTo>
                  <a:pt x="2165517" y="40639"/>
                </a:lnTo>
                <a:lnTo>
                  <a:pt x="2166696" y="43179"/>
                </a:lnTo>
                <a:lnTo>
                  <a:pt x="2167966" y="45720"/>
                </a:lnTo>
                <a:lnTo>
                  <a:pt x="2169071" y="49529"/>
                </a:lnTo>
                <a:lnTo>
                  <a:pt x="2170036" y="53339"/>
                </a:lnTo>
                <a:lnTo>
                  <a:pt x="2170429" y="54610"/>
                </a:lnTo>
                <a:lnTo>
                  <a:pt x="2160752" y="54610"/>
                </a:lnTo>
                <a:lnTo>
                  <a:pt x="2160803" y="55879"/>
                </a:lnTo>
                <a:close/>
              </a:path>
              <a:path w="2172334" h="407670">
                <a:moveTo>
                  <a:pt x="11341" y="55879"/>
                </a:moveTo>
                <a:lnTo>
                  <a:pt x="11404" y="54610"/>
                </a:lnTo>
                <a:lnTo>
                  <a:pt x="11641" y="54610"/>
                </a:lnTo>
                <a:lnTo>
                  <a:pt x="11341" y="55879"/>
                </a:lnTo>
                <a:close/>
              </a:path>
              <a:path w="2172334" h="407670">
                <a:moveTo>
                  <a:pt x="2172144" y="340360"/>
                </a:moveTo>
                <a:lnTo>
                  <a:pt x="2162632" y="340360"/>
                </a:lnTo>
                <a:lnTo>
                  <a:pt x="2162632" y="67310"/>
                </a:lnTo>
                <a:lnTo>
                  <a:pt x="2162390" y="64770"/>
                </a:lnTo>
                <a:lnTo>
                  <a:pt x="2161997" y="60960"/>
                </a:lnTo>
                <a:lnTo>
                  <a:pt x="2161438" y="58420"/>
                </a:lnTo>
                <a:lnTo>
                  <a:pt x="2160752" y="54610"/>
                </a:lnTo>
                <a:lnTo>
                  <a:pt x="2170429" y="54610"/>
                </a:lnTo>
                <a:lnTo>
                  <a:pt x="2170823" y="55879"/>
                </a:lnTo>
                <a:lnTo>
                  <a:pt x="2171445"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22" y="391160"/>
                </a:moveTo>
                <a:lnTo>
                  <a:pt x="25653" y="391160"/>
                </a:lnTo>
                <a:lnTo>
                  <a:pt x="20942" y="387350"/>
                </a:lnTo>
                <a:lnTo>
                  <a:pt x="20612" y="386079"/>
                </a:lnTo>
                <a:lnTo>
                  <a:pt x="16332" y="382270"/>
                </a:lnTo>
                <a:lnTo>
                  <a:pt x="16040" y="381000"/>
                </a:lnTo>
                <a:lnTo>
                  <a:pt x="12204" y="375920"/>
                </a:lnTo>
                <a:lnTo>
                  <a:pt x="23367" y="375920"/>
                </a:lnTo>
                <a:lnTo>
                  <a:pt x="27660" y="379729"/>
                </a:lnTo>
                <a:lnTo>
                  <a:pt x="27343" y="379729"/>
                </a:lnTo>
                <a:lnTo>
                  <a:pt x="32067" y="384810"/>
                </a:lnTo>
                <a:lnTo>
                  <a:pt x="33417" y="384810"/>
                </a:lnTo>
                <a:lnTo>
                  <a:pt x="36829" y="387350"/>
                </a:lnTo>
                <a:lnTo>
                  <a:pt x="36449" y="387350"/>
                </a:lnTo>
                <a:lnTo>
                  <a:pt x="41922"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71259"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67830" y="397510"/>
                </a:lnTo>
                <a:lnTo>
                  <a:pt x="71259" y="398779"/>
                </a:lnTo>
                <a:close/>
              </a:path>
              <a:path w="2172334" h="407670">
                <a:moveTo>
                  <a:pt x="2135174" y="398779"/>
                </a:moveTo>
                <a:lnTo>
                  <a:pt x="2100897" y="398779"/>
                </a:lnTo>
                <a:lnTo>
                  <a:pt x="2104313" y="397510"/>
                </a:lnTo>
                <a:lnTo>
                  <a:pt x="2113343" y="397510"/>
                </a:lnTo>
                <a:lnTo>
                  <a:pt x="2116556" y="396239"/>
                </a:lnTo>
                <a:lnTo>
                  <a:pt x="2116328" y="396239"/>
                </a:lnTo>
                <a:lnTo>
                  <a:pt x="2119477" y="394970"/>
                </a:lnTo>
                <a:lnTo>
                  <a:pt x="2122119" y="394970"/>
                </a:lnTo>
                <a:lnTo>
                  <a:pt x="2125141" y="393700"/>
                </a:lnTo>
                <a:lnTo>
                  <a:pt x="2124824" y="393700"/>
                </a:lnTo>
                <a:lnTo>
                  <a:pt x="2130628" y="391160"/>
                </a:lnTo>
                <a:lnTo>
                  <a:pt x="2146147" y="391160"/>
                </a:lnTo>
                <a:lnTo>
                  <a:pt x="2141029" y="394970"/>
                </a:lnTo>
                <a:lnTo>
                  <a:pt x="2140648" y="396239"/>
                </a:lnTo>
                <a:lnTo>
                  <a:pt x="2135174" y="398779"/>
                </a:lnTo>
                <a:close/>
              </a:path>
              <a:path w="2172334" h="407670">
                <a:moveTo>
                  <a:pt x="2115248" y="406400"/>
                </a:moveTo>
                <a:lnTo>
                  <a:pt x="56667" y="406400"/>
                </a:lnTo>
                <a:lnTo>
                  <a:pt x="49847" y="403860"/>
                </a:lnTo>
                <a:lnTo>
                  <a:pt x="46532" y="403860"/>
                </a:lnTo>
                <a:lnTo>
                  <a:pt x="43192" y="402589"/>
                </a:lnTo>
                <a:lnTo>
                  <a:pt x="37388" y="398779"/>
                </a:lnTo>
                <a:lnTo>
                  <a:pt x="2134768" y="398779"/>
                </a:lnTo>
                <a:lnTo>
                  <a:pt x="2128634" y="402589"/>
                </a:lnTo>
                <a:lnTo>
                  <a:pt x="2122081" y="405129"/>
                </a:lnTo>
                <a:lnTo>
                  <a:pt x="2118702" y="405129"/>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28" name="object 28"/>
          <p:cNvSpPr txBox="1"/>
          <p:nvPr/>
        </p:nvSpPr>
        <p:spPr>
          <a:xfrm>
            <a:off x="9858794" y="5612549"/>
            <a:ext cx="10407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跨学科整</a:t>
            </a:r>
            <a:r>
              <a:rPr sz="1600" spc="-50" dirty="0">
                <a:latin typeface="宋体"/>
                <a:cs typeface="宋体"/>
              </a:rPr>
              <a:t>合</a:t>
            </a:r>
            <a:endParaRPr sz="1600">
              <a:latin typeface="宋体"/>
              <a:cs typeface="宋体"/>
            </a:endParaRPr>
          </a:p>
        </p:txBody>
      </p:sp>
      <p:sp>
        <p:nvSpPr>
          <p:cNvPr id="29" name="object 29"/>
          <p:cNvSpPr/>
          <p:nvPr/>
        </p:nvSpPr>
        <p:spPr>
          <a:xfrm>
            <a:off x="9293631" y="6036627"/>
            <a:ext cx="2172335" cy="407670"/>
          </a:xfrm>
          <a:custGeom>
            <a:avLst/>
            <a:gdLst/>
            <a:ahLst/>
            <a:cxnLst/>
            <a:rect l="l" t="t" r="r" b="b"/>
            <a:pathLst>
              <a:path w="2172334" h="407670">
                <a:moveTo>
                  <a:pt x="2115489" y="1270"/>
                </a:moveTo>
                <a:lnTo>
                  <a:pt x="56908" y="1270"/>
                </a:lnTo>
                <a:lnTo>
                  <a:pt x="60413" y="0"/>
                </a:lnTo>
                <a:lnTo>
                  <a:pt x="2111984" y="0"/>
                </a:lnTo>
                <a:lnTo>
                  <a:pt x="2115489" y="1270"/>
                </a:lnTo>
                <a:close/>
              </a:path>
              <a:path w="2172334" h="407670">
                <a:moveTo>
                  <a:pt x="2134768" y="7620"/>
                </a:moveTo>
                <a:lnTo>
                  <a:pt x="37388" y="7620"/>
                </a:lnTo>
                <a:lnTo>
                  <a:pt x="43192" y="5079"/>
                </a:lnTo>
                <a:lnTo>
                  <a:pt x="46761" y="3810"/>
                </a:lnTo>
                <a:lnTo>
                  <a:pt x="53454" y="1270"/>
                </a:lnTo>
                <a:lnTo>
                  <a:pt x="2118931" y="1270"/>
                </a:lnTo>
                <a:lnTo>
                  <a:pt x="2125624" y="3810"/>
                </a:lnTo>
                <a:lnTo>
                  <a:pt x="2134768" y="7620"/>
                </a:lnTo>
                <a:close/>
              </a:path>
              <a:path w="2172334" h="407670">
                <a:moveTo>
                  <a:pt x="55600" y="11429"/>
                </a:moveTo>
                <a:lnTo>
                  <a:pt x="31508" y="11429"/>
                </a:lnTo>
                <a:lnTo>
                  <a:pt x="36982" y="7620"/>
                </a:lnTo>
                <a:lnTo>
                  <a:pt x="2135174" y="7620"/>
                </a:lnTo>
                <a:lnTo>
                  <a:pt x="2136999" y="8889"/>
                </a:lnTo>
                <a:lnTo>
                  <a:pt x="64947" y="8889"/>
                </a:lnTo>
                <a:lnTo>
                  <a:pt x="61620" y="10160"/>
                </a:lnTo>
                <a:lnTo>
                  <a:pt x="58813" y="10160"/>
                </a:lnTo>
                <a:lnTo>
                  <a:pt x="55600" y="11429"/>
                </a:lnTo>
                <a:close/>
              </a:path>
              <a:path w="2172334" h="407670">
                <a:moveTo>
                  <a:pt x="2140648" y="11429"/>
                </a:moveTo>
                <a:lnTo>
                  <a:pt x="2116556" y="11429"/>
                </a:lnTo>
                <a:lnTo>
                  <a:pt x="2113343" y="10160"/>
                </a:lnTo>
                <a:lnTo>
                  <a:pt x="2110536" y="10160"/>
                </a:lnTo>
                <a:lnTo>
                  <a:pt x="2107209" y="8889"/>
                </a:lnTo>
                <a:lnTo>
                  <a:pt x="2136999" y="8889"/>
                </a:lnTo>
                <a:lnTo>
                  <a:pt x="2140648" y="11429"/>
                </a:lnTo>
                <a:close/>
              </a:path>
              <a:path w="2172334" h="407670">
                <a:moveTo>
                  <a:pt x="23660" y="375920"/>
                </a:moveTo>
                <a:lnTo>
                  <a:pt x="11950" y="375920"/>
                </a:lnTo>
                <a:lnTo>
                  <a:pt x="8623" y="370839"/>
                </a:lnTo>
                <a:lnTo>
                  <a:pt x="8407" y="369570"/>
                </a:lnTo>
                <a:lnTo>
                  <a:pt x="5460" y="364489"/>
                </a:lnTo>
                <a:lnTo>
                  <a:pt x="4190" y="360679"/>
                </a:lnTo>
                <a:lnTo>
                  <a:pt x="3086" y="356870"/>
                </a:lnTo>
                <a:lnTo>
                  <a:pt x="2120" y="354329"/>
                </a:lnTo>
                <a:lnTo>
                  <a:pt x="1333" y="350520"/>
                </a:lnTo>
                <a:lnTo>
                  <a:pt x="711" y="346710"/>
                </a:lnTo>
                <a:lnTo>
                  <a:pt x="266" y="344170"/>
                </a:lnTo>
                <a:lnTo>
                  <a:pt x="0" y="340360"/>
                </a:lnTo>
                <a:lnTo>
                  <a:pt x="0" y="67310"/>
                </a:lnTo>
                <a:lnTo>
                  <a:pt x="3149" y="49529"/>
                </a:lnTo>
                <a:lnTo>
                  <a:pt x="4279" y="45720"/>
                </a:lnTo>
                <a:lnTo>
                  <a:pt x="8407" y="36829"/>
                </a:lnTo>
                <a:lnTo>
                  <a:pt x="8623" y="36829"/>
                </a:lnTo>
                <a:lnTo>
                  <a:pt x="11950" y="30479"/>
                </a:lnTo>
                <a:lnTo>
                  <a:pt x="12204" y="30479"/>
                </a:lnTo>
                <a:lnTo>
                  <a:pt x="16040" y="25400"/>
                </a:lnTo>
                <a:lnTo>
                  <a:pt x="16332" y="25400"/>
                </a:lnTo>
                <a:lnTo>
                  <a:pt x="20612" y="20320"/>
                </a:lnTo>
                <a:lnTo>
                  <a:pt x="20942" y="20320"/>
                </a:lnTo>
                <a:lnTo>
                  <a:pt x="25653" y="15239"/>
                </a:lnTo>
                <a:lnTo>
                  <a:pt x="26009" y="15239"/>
                </a:lnTo>
                <a:lnTo>
                  <a:pt x="31127" y="11429"/>
                </a:lnTo>
                <a:lnTo>
                  <a:pt x="52895" y="11429"/>
                </a:lnTo>
                <a:lnTo>
                  <a:pt x="49809" y="12700"/>
                </a:lnTo>
                <a:lnTo>
                  <a:pt x="50025" y="12700"/>
                </a:lnTo>
                <a:lnTo>
                  <a:pt x="47015" y="13970"/>
                </a:lnTo>
                <a:lnTo>
                  <a:pt x="47332" y="13970"/>
                </a:lnTo>
                <a:lnTo>
                  <a:pt x="41528" y="16510"/>
                </a:lnTo>
                <a:lnTo>
                  <a:pt x="41922" y="16510"/>
                </a:lnTo>
                <a:lnTo>
                  <a:pt x="36449" y="19050"/>
                </a:lnTo>
                <a:lnTo>
                  <a:pt x="36829" y="19050"/>
                </a:lnTo>
                <a:lnTo>
                  <a:pt x="31711" y="22860"/>
                </a:lnTo>
                <a:lnTo>
                  <a:pt x="32067" y="22860"/>
                </a:lnTo>
                <a:lnTo>
                  <a:pt x="27343" y="26670"/>
                </a:lnTo>
                <a:lnTo>
                  <a:pt x="27660" y="26670"/>
                </a:lnTo>
                <a:lnTo>
                  <a:pt x="23367" y="31750"/>
                </a:lnTo>
                <a:lnTo>
                  <a:pt x="23660" y="31750"/>
                </a:lnTo>
                <a:lnTo>
                  <a:pt x="20793" y="35560"/>
                </a:lnTo>
                <a:lnTo>
                  <a:pt x="20091" y="35560"/>
                </a:lnTo>
                <a:lnTo>
                  <a:pt x="17429" y="40639"/>
                </a:lnTo>
                <a:lnTo>
                  <a:pt x="16979" y="40639"/>
                </a:lnTo>
                <a:lnTo>
                  <a:pt x="14185" y="46989"/>
                </a:lnTo>
                <a:lnTo>
                  <a:pt x="14325" y="46989"/>
                </a:lnTo>
                <a:lnTo>
                  <a:pt x="13131" y="49529"/>
                </a:lnTo>
                <a:lnTo>
                  <a:pt x="12166" y="52070"/>
                </a:lnTo>
                <a:lnTo>
                  <a:pt x="11641" y="54610"/>
                </a:lnTo>
                <a:lnTo>
                  <a:pt x="11404" y="54610"/>
                </a:lnTo>
                <a:lnTo>
                  <a:pt x="10667" y="58420"/>
                </a:lnTo>
                <a:lnTo>
                  <a:pt x="10121" y="60960"/>
                </a:lnTo>
                <a:lnTo>
                  <a:pt x="9740" y="64770"/>
                </a:lnTo>
                <a:lnTo>
                  <a:pt x="9512" y="67310"/>
                </a:lnTo>
                <a:lnTo>
                  <a:pt x="9596" y="340360"/>
                </a:lnTo>
                <a:lnTo>
                  <a:pt x="9766" y="342900"/>
                </a:lnTo>
                <a:lnTo>
                  <a:pt x="10159" y="345439"/>
                </a:lnTo>
                <a:lnTo>
                  <a:pt x="10706" y="349250"/>
                </a:lnTo>
                <a:lnTo>
                  <a:pt x="11404" y="351789"/>
                </a:lnTo>
                <a:lnTo>
                  <a:pt x="12242" y="354329"/>
                </a:lnTo>
                <a:lnTo>
                  <a:pt x="13220" y="358139"/>
                </a:lnTo>
                <a:lnTo>
                  <a:pt x="14325" y="360679"/>
                </a:lnTo>
                <a:lnTo>
                  <a:pt x="14185" y="360679"/>
                </a:lnTo>
                <a:lnTo>
                  <a:pt x="16979" y="365760"/>
                </a:lnTo>
                <a:lnTo>
                  <a:pt x="16763" y="365760"/>
                </a:lnTo>
                <a:lnTo>
                  <a:pt x="20091" y="370839"/>
                </a:lnTo>
                <a:lnTo>
                  <a:pt x="19837" y="370839"/>
                </a:lnTo>
                <a:lnTo>
                  <a:pt x="23660" y="375920"/>
                </a:lnTo>
                <a:close/>
              </a:path>
              <a:path w="2172334" h="407670">
                <a:moveTo>
                  <a:pt x="2152319" y="36829"/>
                </a:moveTo>
                <a:lnTo>
                  <a:pt x="2148497" y="31750"/>
                </a:lnTo>
                <a:lnTo>
                  <a:pt x="2148776" y="31750"/>
                </a:lnTo>
                <a:lnTo>
                  <a:pt x="2144496" y="26670"/>
                </a:lnTo>
                <a:lnTo>
                  <a:pt x="2144814" y="26670"/>
                </a:lnTo>
                <a:lnTo>
                  <a:pt x="2140089" y="22860"/>
                </a:lnTo>
                <a:lnTo>
                  <a:pt x="2140445" y="22860"/>
                </a:lnTo>
                <a:lnTo>
                  <a:pt x="2135327" y="19050"/>
                </a:lnTo>
                <a:lnTo>
                  <a:pt x="2135708" y="19050"/>
                </a:lnTo>
                <a:lnTo>
                  <a:pt x="2130221" y="16510"/>
                </a:lnTo>
                <a:lnTo>
                  <a:pt x="2130628" y="16510"/>
                </a:lnTo>
                <a:lnTo>
                  <a:pt x="2124824" y="13970"/>
                </a:lnTo>
                <a:lnTo>
                  <a:pt x="2125141" y="13970"/>
                </a:lnTo>
                <a:lnTo>
                  <a:pt x="2122119" y="12700"/>
                </a:lnTo>
                <a:lnTo>
                  <a:pt x="2122347" y="12700"/>
                </a:lnTo>
                <a:lnTo>
                  <a:pt x="2119261" y="11429"/>
                </a:lnTo>
                <a:lnTo>
                  <a:pt x="2141029" y="11429"/>
                </a:lnTo>
                <a:lnTo>
                  <a:pt x="2146147" y="15239"/>
                </a:lnTo>
                <a:lnTo>
                  <a:pt x="2146503" y="15239"/>
                </a:lnTo>
                <a:lnTo>
                  <a:pt x="2151214" y="20320"/>
                </a:lnTo>
                <a:lnTo>
                  <a:pt x="2151545" y="20320"/>
                </a:lnTo>
                <a:lnTo>
                  <a:pt x="2155825" y="25400"/>
                </a:lnTo>
                <a:lnTo>
                  <a:pt x="2156117" y="25400"/>
                </a:lnTo>
                <a:lnTo>
                  <a:pt x="2159952" y="30479"/>
                </a:lnTo>
                <a:lnTo>
                  <a:pt x="2160206" y="30479"/>
                </a:lnTo>
                <a:lnTo>
                  <a:pt x="2162868" y="35560"/>
                </a:lnTo>
                <a:lnTo>
                  <a:pt x="2152065" y="35560"/>
                </a:lnTo>
                <a:lnTo>
                  <a:pt x="2152319" y="36829"/>
                </a:lnTo>
                <a:close/>
              </a:path>
              <a:path w="2172334" h="407670">
                <a:moveTo>
                  <a:pt x="19837" y="36829"/>
                </a:moveTo>
                <a:lnTo>
                  <a:pt x="20091" y="35560"/>
                </a:lnTo>
                <a:lnTo>
                  <a:pt x="20793" y="35560"/>
                </a:lnTo>
                <a:lnTo>
                  <a:pt x="19837" y="36829"/>
                </a:lnTo>
                <a:close/>
              </a:path>
              <a:path w="2172334" h="407670">
                <a:moveTo>
                  <a:pt x="2155393" y="41910"/>
                </a:moveTo>
                <a:lnTo>
                  <a:pt x="2152065" y="35560"/>
                </a:lnTo>
                <a:lnTo>
                  <a:pt x="2162868" y="35560"/>
                </a:lnTo>
                <a:lnTo>
                  <a:pt x="2163533" y="36829"/>
                </a:lnTo>
                <a:lnTo>
                  <a:pt x="2163749" y="36829"/>
                </a:lnTo>
                <a:lnTo>
                  <a:pt x="2165517" y="40639"/>
                </a:lnTo>
                <a:lnTo>
                  <a:pt x="2155164" y="40639"/>
                </a:lnTo>
                <a:lnTo>
                  <a:pt x="2155393" y="41910"/>
                </a:lnTo>
                <a:close/>
              </a:path>
              <a:path w="2172334" h="407670">
                <a:moveTo>
                  <a:pt x="16763" y="41910"/>
                </a:moveTo>
                <a:lnTo>
                  <a:pt x="16979" y="40639"/>
                </a:lnTo>
                <a:lnTo>
                  <a:pt x="17429" y="40639"/>
                </a:lnTo>
                <a:lnTo>
                  <a:pt x="16763" y="41910"/>
                </a:lnTo>
                <a:close/>
              </a:path>
              <a:path w="2172334" h="407670">
                <a:moveTo>
                  <a:pt x="2160803" y="55879"/>
                </a:moveTo>
                <a:lnTo>
                  <a:pt x="2159914" y="52070"/>
                </a:lnTo>
                <a:lnTo>
                  <a:pt x="2158936" y="49529"/>
                </a:lnTo>
                <a:lnTo>
                  <a:pt x="2157831" y="46989"/>
                </a:lnTo>
                <a:lnTo>
                  <a:pt x="2157971" y="46989"/>
                </a:lnTo>
                <a:lnTo>
                  <a:pt x="2155164" y="40639"/>
                </a:lnTo>
                <a:lnTo>
                  <a:pt x="2165517" y="40639"/>
                </a:lnTo>
                <a:lnTo>
                  <a:pt x="2166696" y="43179"/>
                </a:lnTo>
                <a:lnTo>
                  <a:pt x="2167966" y="45720"/>
                </a:lnTo>
                <a:lnTo>
                  <a:pt x="2169071" y="49529"/>
                </a:lnTo>
                <a:lnTo>
                  <a:pt x="2170036" y="53339"/>
                </a:lnTo>
                <a:lnTo>
                  <a:pt x="2170429" y="54610"/>
                </a:lnTo>
                <a:lnTo>
                  <a:pt x="2160752" y="54610"/>
                </a:lnTo>
                <a:lnTo>
                  <a:pt x="2160803" y="55879"/>
                </a:lnTo>
                <a:close/>
              </a:path>
              <a:path w="2172334" h="407670">
                <a:moveTo>
                  <a:pt x="11341" y="55879"/>
                </a:moveTo>
                <a:lnTo>
                  <a:pt x="11404" y="54610"/>
                </a:lnTo>
                <a:lnTo>
                  <a:pt x="11641" y="54610"/>
                </a:lnTo>
                <a:lnTo>
                  <a:pt x="11341" y="55879"/>
                </a:lnTo>
                <a:close/>
              </a:path>
              <a:path w="2172334" h="407670">
                <a:moveTo>
                  <a:pt x="2172144" y="340360"/>
                </a:moveTo>
                <a:lnTo>
                  <a:pt x="2162632" y="340360"/>
                </a:lnTo>
                <a:lnTo>
                  <a:pt x="2162632" y="67310"/>
                </a:lnTo>
                <a:lnTo>
                  <a:pt x="2162390" y="64770"/>
                </a:lnTo>
                <a:lnTo>
                  <a:pt x="2161997" y="60960"/>
                </a:lnTo>
                <a:lnTo>
                  <a:pt x="2161438" y="58420"/>
                </a:lnTo>
                <a:lnTo>
                  <a:pt x="2160752" y="54610"/>
                </a:lnTo>
                <a:lnTo>
                  <a:pt x="2170429" y="54610"/>
                </a:lnTo>
                <a:lnTo>
                  <a:pt x="2170823" y="55879"/>
                </a:lnTo>
                <a:lnTo>
                  <a:pt x="2171445" y="59689"/>
                </a:lnTo>
                <a:lnTo>
                  <a:pt x="2171890" y="63500"/>
                </a:lnTo>
                <a:lnTo>
                  <a:pt x="2172157" y="67310"/>
                </a:lnTo>
                <a:lnTo>
                  <a:pt x="2172144" y="340360"/>
                </a:lnTo>
                <a:close/>
              </a:path>
              <a:path w="2172334" h="407670">
                <a:moveTo>
                  <a:pt x="9596" y="340360"/>
                </a:moveTo>
                <a:lnTo>
                  <a:pt x="9512" y="339089"/>
                </a:lnTo>
                <a:lnTo>
                  <a:pt x="9596" y="340360"/>
                </a:lnTo>
                <a:close/>
              </a:path>
              <a:path w="2172334" h="407670">
                <a:moveTo>
                  <a:pt x="2160206" y="375920"/>
                </a:moveTo>
                <a:lnTo>
                  <a:pt x="2148497" y="375920"/>
                </a:lnTo>
                <a:lnTo>
                  <a:pt x="2152319" y="370839"/>
                </a:lnTo>
                <a:lnTo>
                  <a:pt x="2152065" y="370839"/>
                </a:lnTo>
                <a:lnTo>
                  <a:pt x="2155393" y="365760"/>
                </a:lnTo>
                <a:lnTo>
                  <a:pt x="2155164" y="365760"/>
                </a:lnTo>
                <a:lnTo>
                  <a:pt x="2157971" y="360679"/>
                </a:lnTo>
                <a:lnTo>
                  <a:pt x="2157831" y="360679"/>
                </a:lnTo>
                <a:lnTo>
                  <a:pt x="2159025" y="358139"/>
                </a:lnTo>
                <a:lnTo>
                  <a:pt x="2159977" y="354329"/>
                </a:lnTo>
                <a:lnTo>
                  <a:pt x="2160803" y="351789"/>
                </a:lnTo>
                <a:lnTo>
                  <a:pt x="2161489" y="349250"/>
                </a:lnTo>
                <a:lnTo>
                  <a:pt x="2162035" y="345439"/>
                </a:lnTo>
                <a:lnTo>
                  <a:pt x="2162416" y="342900"/>
                </a:lnTo>
                <a:lnTo>
                  <a:pt x="2162644" y="339089"/>
                </a:lnTo>
                <a:lnTo>
                  <a:pt x="2162632" y="340360"/>
                </a:lnTo>
                <a:lnTo>
                  <a:pt x="2172144" y="340360"/>
                </a:lnTo>
                <a:lnTo>
                  <a:pt x="2171865" y="344170"/>
                </a:lnTo>
                <a:lnTo>
                  <a:pt x="2171407" y="347979"/>
                </a:lnTo>
                <a:lnTo>
                  <a:pt x="2170772" y="350520"/>
                </a:lnTo>
                <a:lnTo>
                  <a:pt x="2169972" y="354329"/>
                </a:lnTo>
                <a:lnTo>
                  <a:pt x="2169007" y="358139"/>
                </a:lnTo>
                <a:lnTo>
                  <a:pt x="2167877" y="360679"/>
                </a:lnTo>
                <a:lnTo>
                  <a:pt x="2166696" y="364489"/>
                </a:lnTo>
                <a:lnTo>
                  <a:pt x="2163749" y="369570"/>
                </a:lnTo>
                <a:lnTo>
                  <a:pt x="2163533" y="370839"/>
                </a:lnTo>
                <a:lnTo>
                  <a:pt x="2160206" y="375920"/>
                </a:lnTo>
                <a:close/>
              </a:path>
              <a:path w="2172334" h="407670">
                <a:moveTo>
                  <a:pt x="41922" y="391160"/>
                </a:moveTo>
                <a:lnTo>
                  <a:pt x="25653" y="391160"/>
                </a:lnTo>
                <a:lnTo>
                  <a:pt x="20942" y="387350"/>
                </a:lnTo>
                <a:lnTo>
                  <a:pt x="20612" y="386079"/>
                </a:lnTo>
                <a:lnTo>
                  <a:pt x="16332" y="382270"/>
                </a:lnTo>
                <a:lnTo>
                  <a:pt x="16040" y="381000"/>
                </a:lnTo>
                <a:lnTo>
                  <a:pt x="12204" y="375920"/>
                </a:lnTo>
                <a:lnTo>
                  <a:pt x="23367" y="375920"/>
                </a:lnTo>
                <a:lnTo>
                  <a:pt x="27660" y="379729"/>
                </a:lnTo>
                <a:lnTo>
                  <a:pt x="27343" y="379729"/>
                </a:lnTo>
                <a:lnTo>
                  <a:pt x="32067" y="384810"/>
                </a:lnTo>
                <a:lnTo>
                  <a:pt x="33417" y="384810"/>
                </a:lnTo>
                <a:lnTo>
                  <a:pt x="36829" y="387350"/>
                </a:lnTo>
                <a:lnTo>
                  <a:pt x="36449" y="387350"/>
                </a:lnTo>
                <a:lnTo>
                  <a:pt x="41922" y="391160"/>
                </a:lnTo>
                <a:close/>
              </a:path>
              <a:path w="2172334" h="407670">
                <a:moveTo>
                  <a:pt x="2152971" y="384810"/>
                </a:moveTo>
                <a:lnTo>
                  <a:pt x="2140089" y="384810"/>
                </a:lnTo>
                <a:lnTo>
                  <a:pt x="2144814" y="379729"/>
                </a:lnTo>
                <a:lnTo>
                  <a:pt x="2144496" y="379729"/>
                </a:lnTo>
                <a:lnTo>
                  <a:pt x="2148776" y="375920"/>
                </a:lnTo>
                <a:lnTo>
                  <a:pt x="2159952" y="375920"/>
                </a:lnTo>
                <a:lnTo>
                  <a:pt x="2156117" y="381000"/>
                </a:lnTo>
                <a:lnTo>
                  <a:pt x="2155825" y="382270"/>
                </a:lnTo>
                <a:lnTo>
                  <a:pt x="2152971" y="384810"/>
                </a:lnTo>
                <a:close/>
              </a:path>
              <a:path w="2172334" h="407670">
                <a:moveTo>
                  <a:pt x="33417" y="384810"/>
                </a:moveTo>
                <a:lnTo>
                  <a:pt x="32067" y="384810"/>
                </a:lnTo>
                <a:lnTo>
                  <a:pt x="31711" y="383539"/>
                </a:lnTo>
                <a:lnTo>
                  <a:pt x="33417" y="384810"/>
                </a:lnTo>
                <a:close/>
              </a:path>
              <a:path w="2172334" h="407670">
                <a:moveTo>
                  <a:pt x="2146503" y="391160"/>
                </a:moveTo>
                <a:lnTo>
                  <a:pt x="2130221" y="391160"/>
                </a:lnTo>
                <a:lnTo>
                  <a:pt x="2135708" y="387350"/>
                </a:lnTo>
                <a:lnTo>
                  <a:pt x="2135327" y="387350"/>
                </a:lnTo>
                <a:lnTo>
                  <a:pt x="2140445" y="383539"/>
                </a:lnTo>
                <a:lnTo>
                  <a:pt x="2140089" y="384810"/>
                </a:lnTo>
                <a:lnTo>
                  <a:pt x="2152971" y="384810"/>
                </a:lnTo>
                <a:lnTo>
                  <a:pt x="2151545" y="386079"/>
                </a:lnTo>
                <a:lnTo>
                  <a:pt x="2151214" y="387350"/>
                </a:lnTo>
                <a:lnTo>
                  <a:pt x="2146503" y="391160"/>
                </a:lnTo>
                <a:close/>
              </a:path>
              <a:path w="2172334" h="407670">
                <a:moveTo>
                  <a:pt x="71259" y="398779"/>
                </a:moveTo>
                <a:lnTo>
                  <a:pt x="36982" y="398779"/>
                </a:lnTo>
                <a:lnTo>
                  <a:pt x="31508" y="396239"/>
                </a:lnTo>
                <a:lnTo>
                  <a:pt x="31127" y="394970"/>
                </a:lnTo>
                <a:lnTo>
                  <a:pt x="26009" y="391160"/>
                </a:lnTo>
                <a:lnTo>
                  <a:pt x="41528" y="391160"/>
                </a:lnTo>
                <a:lnTo>
                  <a:pt x="47332" y="393700"/>
                </a:lnTo>
                <a:lnTo>
                  <a:pt x="47015" y="393700"/>
                </a:lnTo>
                <a:lnTo>
                  <a:pt x="50025" y="394970"/>
                </a:lnTo>
                <a:lnTo>
                  <a:pt x="52679" y="394970"/>
                </a:lnTo>
                <a:lnTo>
                  <a:pt x="55829" y="396239"/>
                </a:lnTo>
                <a:lnTo>
                  <a:pt x="55600" y="396239"/>
                </a:lnTo>
                <a:lnTo>
                  <a:pt x="58813" y="397510"/>
                </a:lnTo>
                <a:lnTo>
                  <a:pt x="67830" y="397510"/>
                </a:lnTo>
                <a:lnTo>
                  <a:pt x="71259" y="398779"/>
                </a:lnTo>
                <a:close/>
              </a:path>
              <a:path w="2172334" h="407670">
                <a:moveTo>
                  <a:pt x="2135174" y="398779"/>
                </a:moveTo>
                <a:lnTo>
                  <a:pt x="2100897" y="398779"/>
                </a:lnTo>
                <a:lnTo>
                  <a:pt x="2104313" y="397510"/>
                </a:lnTo>
                <a:lnTo>
                  <a:pt x="2113343" y="397510"/>
                </a:lnTo>
                <a:lnTo>
                  <a:pt x="2116556" y="396239"/>
                </a:lnTo>
                <a:lnTo>
                  <a:pt x="2116328" y="396239"/>
                </a:lnTo>
                <a:lnTo>
                  <a:pt x="2119477" y="394970"/>
                </a:lnTo>
                <a:lnTo>
                  <a:pt x="2122119" y="394970"/>
                </a:lnTo>
                <a:lnTo>
                  <a:pt x="2125141" y="393700"/>
                </a:lnTo>
                <a:lnTo>
                  <a:pt x="2124824" y="393700"/>
                </a:lnTo>
                <a:lnTo>
                  <a:pt x="2130628" y="391160"/>
                </a:lnTo>
                <a:lnTo>
                  <a:pt x="2146147" y="391160"/>
                </a:lnTo>
                <a:lnTo>
                  <a:pt x="2141029" y="394970"/>
                </a:lnTo>
                <a:lnTo>
                  <a:pt x="2140648" y="396239"/>
                </a:lnTo>
                <a:lnTo>
                  <a:pt x="2135174" y="398779"/>
                </a:lnTo>
                <a:close/>
              </a:path>
              <a:path w="2172334" h="407670">
                <a:moveTo>
                  <a:pt x="2115248" y="406400"/>
                </a:moveTo>
                <a:lnTo>
                  <a:pt x="56667" y="406400"/>
                </a:lnTo>
                <a:lnTo>
                  <a:pt x="49847" y="403860"/>
                </a:lnTo>
                <a:lnTo>
                  <a:pt x="46532" y="403860"/>
                </a:lnTo>
                <a:lnTo>
                  <a:pt x="43192" y="402589"/>
                </a:lnTo>
                <a:lnTo>
                  <a:pt x="37388" y="398779"/>
                </a:lnTo>
                <a:lnTo>
                  <a:pt x="2134768" y="398779"/>
                </a:lnTo>
                <a:lnTo>
                  <a:pt x="2128634" y="402589"/>
                </a:lnTo>
                <a:lnTo>
                  <a:pt x="2122081" y="405129"/>
                </a:lnTo>
                <a:lnTo>
                  <a:pt x="2118702" y="405129"/>
                </a:lnTo>
                <a:lnTo>
                  <a:pt x="2115248" y="406400"/>
                </a:lnTo>
                <a:close/>
              </a:path>
              <a:path w="2172334" h="407670">
                <a:moveTo>
                  <a:pt x="2108174" y="407670"/>
                </a:moveTo>
                <a:lnTo>
                  <a:pt x="63741" y="407670"/>
                </a:lnTo>
                <a:lnTo>
                  <a:pt x="60172" y="406400"/>
                </a:lnTo>
                <a:lnTo>
                  <a:pt x="2111743" y="406400"/>
                </a:lnTo>
                <a:lnTo>
                  <a:pt x="2108174" y="407670"/>
                </a:lnTo>
                <a:close/>
              </a:path>
            </a:pathLst>
          </a:custGeom>
          <a:solidFill>
            <a:srgbClr val="0A80DF"/>
          </a:solidFill>
        </p:spPr>
        <p:txBody>
          <a:bodyPr wrap="square" lIns="0" tIns="0" rIns="0" bIns="0" rtlCol="0"/>
          <a:lstStyle/>
          <a:p>
            <a:endParaRPr/>
          </a:p>
        </p:txBody>
      </p:sp>
      <p:sp>
        <p:nvSpPr>
          <p:cNvPr id="30" name="object 30"/>
          <p:cNvSpPr txBox="1"/>
          <p:nvPr/>
        </p:nvSpPr>
        <p:spPr>
          <a:xfrm>
            <a:off x="9960394" y="6107849"/>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未来展</a:t>
            </a:r>
            <a:r>
              <a:rPr sz="1600" spc="-50" dirty="0">
                <a:latin typeface="宋体"/>
                <a:cs typeface="宋体"/>
              </a:rPr>
              <a:t>望</a:t>
            </a:r>
            <a:endParaRPr sz="1600">
              <a:latin typeface="宋体"/>
              <a:cs typeface="宋体"/>
            </a:endParaRPr>
          </a:p>
        </p:txBody>
      </p:sp>
      <p:pic>
        <p:nvPicPr>
          <p:cNvPr id="31" name="object 31"/>
          <p:cNvPicPr/>
          <p:nvPr/>
        </p:nvPicPr>
        <p:blipFill>
          <a:blip r:embed="rId3" cstate="print"/>
          <a:stretch>
            <a:fillRect/>
          </a:stretch>
        </p:blipFill>
        <p:spPr>
          <a:xfrm>
            <a:off x="425195" y="6045708"/>
            <a:ext cx="1319784" cy="614171"/>
          </a:xfrm>
          <a:prstGeom prst="rect">
            <a:avLst/>
          </a:prstGeom>
        </p:spPr>
      </p:pic>
      <p:sp>
        <p:nvSpPr>
          <p:cNvPr id="32" name="object 32"/>
          <p:cNvSpPr txBox="1"/>
          <p:nvPr/>
        </p:nvSpPr>
        <p:spPr>
          <a:xfrm>
            <a:off x="563981" y="6191986"/>
            <a:ext cx="1040765" cy="268605"/>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宋体"/>
                <a:cs typeface="宋体"/>
              </a:rPr>
              <a:t>递进式深</a:t>
            </a:r>
            <a:r>
              <a:rPr sz="1600" spc="-50" dirty="0">
                <a:solidFill>
                  <a:srgbClr val="FFFFFF"/>
                </a:solidFill>
                <a:latin typeface="宋体"/>
                <a:cs typeface="宋体"/>
              </a:rPr>
              <a:t>化</a:t>
            </a:r>
            <a:endParaRPr sz="1600">
              <a:latin typeface="宋体"/>
              <a:cs typeface="宋体"/>
            </a:endParaRPr>
          </a:p>
        </p:txBody>
      </p:sp>
      <p:sp>
        <p:nvSpPr>
          <p:cNvPr id="33" name="object 33"/>
          <p:cNvSpPr txBox="1"/>
          <p:nvPr/>
        </p:nvSpPr>
        <p:spPr>
          <a:xfrm>
            <a:off x="436880" y="5506720"/>
            <a:ext cx="2317115"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执行技巧与注意事项</a:t>
            </a:r>
            <a:endParaRPr sz="2000">
              <a:latin typeface="Microsoft JhengHei"/>
              <a:cs typeface="Microsoft JhengHei"/>
            </a:endParaRPr>
          </a:p>
        </p:txBody>
      </p:sp>
      <p:pic>
        <p:nvPicPr>
          <p:cNvPr id="34" name="object 34"/>
          <p:cNvPicPr/>
          <p:nvPr/>
        </p:nvPicPr>
        <p:blipFill>
          <a:blip r:embed="rId4" cstate="print"/>
          <a:stretch>
            <a:fillRect/>
          </a:stretch>
        </p:blipFill>
        <p:spPr>
          <a:xfrm>
            <a:off x="2130551" y="6045708"/>
            <a:ext cx="1319784" cy="614171"/>
          </a:xfrm>
          <a:prstGeom prst="rect">
            <a:avLst/>
          </a:prstGeom>
        </p:spPr>
      </p:pic>
      <p:sp>
        <p:nvSpPr>
          <p:cNvPr id="35" name="object 35"/>
          <p:cNvSpPr txBox="1"/>
          <p:nvPr/>
        </p:nvSpPr>
        <p:spPr>
          <a:xfrm>
            <a:off x="2371191" y="6191986"/>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宋体"/>
                <a:cs typeface="宋体"/>
              </a:rPr>
              <a:t>动态调</a:t>
            </a:r>
            <a:r>
              <a:rPr sz="1600" spc="-50" dirty="0">
                <a:solidFill>
                  <a:srgbClr val="FFFFFF"/>
                </a:solidFill>
                <a:latin typeface="宋体"/>
                <a:cs typeface="宋体"/>
              </a:rPr>
              <a:t>整</a:t>
            </a:r>
            <a:endParaRPr sz="1600">
              <a:latin typeface="宋体"/>
              <a:cs typeface="宋体"/>
            </a:endParaRPr>
          </a:p>
        </p:txBody>
      </p:sp>
      <p:pic>
        <p:nvPicPr>
          <p:cNvPr id="36" name="object 36"/>
          <p:cNvPicPr/>
          <p:nvPr/>
        </p:nvPicPr>
        <p:blipFill>
          <a:blip r:embed="rId5" cstate="print"/>
          <a:stretch>
            <a:fillRect/>
          </a:stretch>
        </p:blipFill>
        <p:spPr>
          <a:xfrm>
            <a:off x="3837432" y="6045708"/>
            <a:ext cx="1318259" cy="614171"/>
          </a:xfrm>
          <a:prstGeom prst="rect">
            <a:avLst/>
          </a:prstGeom>
        </p:spPr>
      </p:pic>
      <p:sp>
        <p:nvSpPr>
          <p:cNvPr id="37" name="object 37"/>
          <p:cNvSpPr txBox="1"/>
          <p:nvPr/>
        </p:nvSpPr>
        <p:spPr>
          <a:xfrm>
            <a:off x="4076801" y="6191986"/>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宋体"/>
                <a:cs typeface="宋体"/>
              </a:rPr>
              <a:t>定期回</a:t>
            </a:r>
            <a:r>
              <a:rPr sz="1600" spc="-50" dirty="0">
                <a:solidFill>
                  <a:srgbClr val="FFFFFF"/>
                </a:solidFill>
                <a:latin typeface="宋体"/>
                <a:cs typeface="宋体"/>
              </a:rPr>
              <a:t>顾</a:t>
            </a:r>
            <a:endParaRPr sz="1600">
              <a:latin typeface="宋体"/>
              <a:cs typeface="宋体"/>
            </a:endParaRPr>
          </a:p>
        </p:txBody>
      </p:sp>
      <p:pic>
        <p:nvPicPr>
          <p:cNvPr id="38" name="object 38"/>
          <p:cNvPicPr/>
          <p:nvPr/>
        </p:nvPicPr>
        <p:blipFill>
          <a:blip r:embed="rId6" cstate="print"/>
          <a:stretch>
            <a:fillRect/>
          </a:stretch>
        </p:blipFill>
        <p:spPr>
          <a:xfrm>
            <a:off x="5542788" y="6045708"/>
            <a:ext cx="1318260" cy="614171"/>
          </a:xfrm>
          <a:prstGeom prst="rect">
            <a:avLst/>
          </a:prstGeom>
        </p:spPr>
      </p:pic>
      <p:sp>
        <p:nvSpPr>
          <p:cNvPr id="39" name="object 39"/>
          <p:cNvSpPr txBox="1"/>
          <p:nvPr/>
        </p:nvSpPr>
        <p:spPr>
          <a:xfrm>
            <a:off x="5680811" y="6191986"/>
            <a:ext cx="1040765" cy="268605"/>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宋体"/>
                <a:cs typeface="宋体"/>
              </a:rPr>
              <a:t>交互式改</a:t>
            </a:r>
            <a:r>
              <a:rPr sz="1600" spc="-50" dirty="0">
                <a:solidFill>
                  <a:srgbClr val="FFFFFF"/>
                </a:solidFill>
                <a:latin typeface="宋体"/>
                <a:cs typeface="宋体"/>
              </a:rPr>
              <a:t>进</a:t>
            </a:r>
            <a:endParaRPr sz="1600">
              <a:latin typeface="宋体"/>
              <a:cs typeface="宋体"/>
            </a:endParaRPr>
          </a:p>
        </p:txBody>
      </p:sp>
      <p:pic>
        <p:nvPicPr>
          <p:cNvPr id="40" name="object 40"/>
          <p:cNvPicPr/>
          <p:nvPr/>
        </p:nvPicPr>
        <p:blipFill>
          <a:blip r:embed="rId7" cstate="print"/>
          <a:stretch>
            <a:fillRect/>
          </a:stretch>
        </p:blipFill>
        <p:spPr>
          <a:xfrm>
            <a:off x="7248143" y="6045708"/>
            <a:ext cx="1318259" cy="614171"/>
          </a:xfrm>
          <a:prstGeom prst="rect">
            <a:avLst/>
          </a:prstGeom>
        </p:spPr>
      </p:pic>
      <p:sp>
        <p:nvSpPr>
          <p:cNvPr id="41" name="object 41"/>
          <p:cNvSpPr txBox="1"/>
          <p:nvPr/>
        </p:nvSpPr>
        <p:spPr>
          <a:xfrm>
            <a:off x="7488021" y="6191986"/>
            <a:ext cx="837565" cy="268605"/>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宋体"/>
                <a:cs typeface="宋体"/>
              </a:rPr>
              <a:t>平衡控</a:t>
            </a:r>
            <a:r>
              <a:rPr sz="1600" spc="-50" dirty="0">
                <a:solidFill>
                  <a:srgbClr val="FFFFFF"/>
                </a:solidFill>
                <a:latin typeface="宋体"/>
                <a:cs typeface="宋体"/>
              </a:rPr>
              <a:t>制</a:t>
            </a:r>
            <a:endParaRPr sz="1600">
              <a:latin typeface="宋体"/>
              <a:cs typeface="宋体"/>
            </a:endParaRPr>
          </a:p>
        </p:txBody>
      </p:sp>
      <p:pic>
        <p:nvPicPr>
          <p:cNvPr id="42" name="object 42"/>
          <p:cNvPicPr/>
          <p:nvPr/>
        </p:nvPicPr>
        <p:blipFill>
          <a:blip r:embed="rId8" cstate="print"/>
          <a:stretch>
            <a:fillRect/>
          </a:stretch>
        </p:blipFill>
        <p:spPr>
          <a:xfrm>
            <a:off x="1833879" y="6252755"/>
            <a:ext cx="250913" cy="248462"/>
          </a:xfrm>
          <a:prstGeom prst="rect">
            <a:avLst/>
          </a:prstGeom>
        </p:spPr>
      </p:pic>
      <p:pic>
        <p:nvPicPr>
          <p:cNvPr id="43" name="object 43"/>
          <p:cNvPicPr/>
          <p:nvPr/>
        </p:nvPicPr>
        <p:blipFill>
          <a:blip r:embed="rId9" cstate="print"/>
          <a:stretch>
            <a:fillRect/>
          </a:stretch>
        </p:blipFill>
        <p:spPr>
          <a:xfrm>
            <a:off x="3522345" y="6252755"/>
            <a:ext cx="250913" cy="248462"/>
          </a:xfrm>
          <a:prstGeom prst="rect">
            <a:avLst/>
          </a:prstGeom>
        </p:spPr>
      </p:pic>
      <p:pic>
        <p:nvPicPr>
          <p:cNvPr id="44" name="object 44"/>
          <p:cNvPicPr/>
          <p:nvPr/>
        </p:nvPicPr>
        <p:blipFill>
          <a:blip r:embed="rId8" cstate="print"/>
          <a:stretch>
            <a:fillRect/>
          </a:stretch>
        </p:blipFill>
        <p:spPr>
          <a:xfrm>
            <a:off x="5224779" y="6252755"/>
            <a:ext cx="250913" cy="248462"/>
          </a:xfrm>
          <a:prstGeom prst="rect">
            <a:avLst/>
          </a:prstGeom>
        </p:spPr>
      </p:pic>
      <p:pic>
        <p:nvPicPr>
          <p:cNvPr id="45" name="object 45"/>
          <p:cNvPicPr/>
          <p:nvPr/>
        </p:nvPicPr>
        <p:blipFill>
          <a:blip r:embed="rId10" cstate="print"/>
          <a:stretch>
            <a:fillRect/>
          </a:stretch>
        </p:blipFill>
        <p:spPr>
          <a:xfrm>
            <a:off x="6948169" y="6252755"/>
            <a:ext cx="250913" cy="24846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241915" cy="634365"/>
          </a:xfrm>
          <a:prstGeom prst="rect">
            <a:avLst/>
          </a:prstGeom>
        </p:spPr>
        <p:txBody>
          <a:bodyPr vert="horz" wrap="square" lIns="0" tIns="12065" rIns="0" bIns="0" rtlCol="0">
            <a:spAutoFit/>
          </a:bodyPr>
          <a:lstStyle/>
          <a:p>
            <a:pPr marL="12700">
              <a:lnSpc>
                <a:spcPct val="100000"/>
              </a:lnSpc>
              <a:spcBef>
                <a:spcPts val="95"/>
              </a:spcBef>
            </a:pPr>
            <a:r>
              <a:rPr sz="4000" spc="270" dirty="0"/>
              <a:t>语用意图分析（</a:t>
            </a:r>
            <a:r>
              <a:rPr sz="4000" spc="270" dirty="0">
                <a:latin typeface="Arial"/>
                <a:cs typeface="Arial"/>
              </a:rPr>
              <a:t>PIA</a:t>
            </a:r>
            <a:r>
              <a:rPr sz="4000" spc="270" dirty="0"/>
              <a:t>）：解码内容生成目</a:t>
            </a:r>
            <a:r>
              <a:rPr sz="4000" spc="-50" dirty="0"/>
              <a:t>的</a:t>
            </a:r>
            <a:endParaRPr sz="4000">
              <a:latin typeface="Arial"/>
              <a:cs typeface="Arial"/>
            </a:endParaRPr>
          </a:p>
        </p:txBody>
      </p:sp>
      <p:graphicFrame>
        <p:nvGraphicFramePr>
          <p:cNvPr id="3" name="object 3"/>
          <p:cNvGraphicFramePr>
            <a:graphicFrameLocks noGrp="1"/>
          </p:cNvGraphicFramePr>
          <p:nvPr/>
        </p:nvGraphicFramePr>
        <p:xfrm>
          <a:off x="6192520" y="2329179"/>
          <a:ext cx="5414645" cy="1412875"/>
        </p:xfrm>
        <a:graphic>
          <a:graphicData uri="http://schemas.openxmlformats.org/drawingml/2006/table">
            <a:tbl>
              <a:tblPr firstRow="1" bandRow="1">
                <a:tableStyleId>{2D5ABB26-0587-4C30-8999-92F81FD0307C}</a:tableStyleId>
              </a:tblPr>
              <a:tblGrid>
                <a:gridCol w="1000125">
                  <a:extLst>
                    <a:ext uri="{9D8B030D-6E8A-4147-A177-3AD203B41FA5}">
                      <a16:colId xmlns:a16="http://schemas.microsoft.com/office/drawing/2014/main" val="20000"/>
                    </a:ext>
                  </a:extLst>
                </a:gridCol>
                <a:gridCol w="1410970">
                  <a:extLst>
                    <a:ext uri="{9D8B030D-6E8A-4147-A177-3AD203B41FA5}">
                      <a16:colId xmlns:a16="http://schemas.microsoft.com/office/drawing/2014/main" val="20001"/>
                    </a:ext>
                  </a:extLst>
                </a:gridCol>
                <a:gridCol w="3003550">
                  <a:extLst>
                    <a:ext uri="{9D8B030D-6E8A-4147-A177-3AD203B41FA5}">
                      <a16:colId xmlns:a16="http://schemas.microsoft.com/office/drawing/2014/main" val="20002"/>
                    </a:ext>
                  </a:extLst>
                </a:gridCol>
              </a:tblGrid>
              <a:tr h="235585">
                <a:tc>
                  <a:txBody>
                    <a:bodyPr/>
                    <a:lstStyle/>
                    <a:p>
                      <a:pPr algn="ctr">
                        <a:lnSpc>
                          <a:spcPct val="100000"/>
                        </a:lnSpc>
                        <a:spcBef>
                          <a:spcPts val="145"/>
                        </a:spcBef>
                      </a:pPr>
                      <a:r>
                        <a:rPr sz="1100" spc="-20" dirty="0">
                          <a:latin typeface="宋体"/>
                          <a:cs typeface="宋体"/>
                        </a:rPr>
                        <a:t>语用意图</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145"/>
                        </a:spcBef>
                      </a:pPr>
                      <a:r>
                        <a:rPr sz="1100" spc="-10" dirty="0">
                          <a:latin typeface="宋体"/>
                          <a:cs typeface="宋体"/>
                        </a:rPr>
                        <a:t>强度（</a:t>
                      </a:r>
                      <a:r>
                        <a:rPr sz="1100" spc="-10" dirty="0">
                          <a:latin typeface="Arial"/>
                          <a:cs typeface="Arial"/>
                        </a:rPr>
                        <a:t>1-</a:t>
                      </a:r>
                      <a:r>
                        <a:rPr sz="1100" spc="-25" dirty="0">
                          <a:latin typeface="Arial"/>
                          <a:cs typeface="Arial"/>
                        </a:rPr>
                        <a:t>10</a:t>
                      </a:r>
                      <a:r>
                        <a:rPr sz="1100" spc="-25" dirty="0">
                          <a:latin typeface="宋体"/>
                          <a:cs typeface="宋体"/>
                        </a:rPr>
                        <a:t>）</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marL="635" algn="ctr">
                        <a:lnSpc>
                          <a:spcPct val="100000"/>
                        </a:lnSpc>
                        <a:spcBef>
                          <a:spcPts val="145"/>
                        </a:spcBef>
                      </a:pPr>
                      <a:r>
                        <a:rPr sz="1100" spc="-30" dirty="0">
                          <a:latin typeface="宋体"/>
                          <a:cs typeface="宋体"/>
                        </a:rPr>
                        <a:t>说明</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235585">
                <a:tc>
                  <a:txBody>
                    <a:bodyPr/>
                    <a:lstStyle/>
                    <a:p>
                      <a:pPr algn="ctr">
                        <a:lnSpc>
                          <a:spcPct val="100000"/>
                        </a:lnSpc>
                        <a:spcBef>
                          <a:spcPts val="145"/>
                        </a:spcBef>
                      </a:pPr>
                      <a:r>
                        <a:rPr sz="1100" spc="-25" dirty="0">
                          <a:latin typeface="宋体"/>
                          <a:cs typeface="宋体"/>
                        </a:rPr>
                        <a:t>陈述型</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209"/>
                        </a:spcBef>
                      </a:pPr>
                      <a:r>
                        <a:rPr sz="1100" dirty="0">
                          <a:latin typeface="Arial"/>
                          <a:cs typeface="Arial"/>
                        </a:rPr>
                        <a:t>8</a:t>
                      </a:r>
                      <a:endParaRPr sz="1100">
                        <a:latin typeface="Arial"/>
                        <a:cs typeface="Arial"/>
                      </a:endParaRPr>
                    </a:p>
                  </a:txBody>
                  <a:tcPr marL="0" marR="0" marT="266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45"/>
                        </a:spcBef>
                      </a:pPr>
                      <a:r>
                        <a:rPr sz="1100" spc="-15" dirty="0">
                          <a:latin typeface="宋体"/>
                          <a:cs typeface="宋体"/>
                        </a:rPr>
                        <a:t>提供关于气候变化的事实和数据</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235585">
                <a:tc>
                  <a:txBody>
                    <a:bodyPr/>
                    <a:lstStyle/>
                    <a:p>
                      <a:pPr algn="ctr">
                        <a:lnSpc>
                          <a:spcPct val="100000"/>
                        </a:lnSpc>
                        <a:spcBef>
                          <a:spcPts val="145"/>
                        </a:spcBef>
                      </a:pPr>
                      <a:r>
                        <a:rPr sz="1100" spc="-25" dirty="0">
                          <a:latin typeface="宋体"/>
                          <a:cs typeface="宋体"/>
                        </a:rPr>
                        <a:t>指令型</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210"/>
                        </a:spcBef>
                      </a:pPr>
                      <a:r>
                        <a:rPr sz="1100" dirty="0">
                          <a:latin typeface="Arial"/>
                          <a:cs typeface="Arial"/>
                        </a:rPr>
                        <a:t>7</a:t>
                      </a:r>
                      <a:endParaRPr sz="1100">
                        <a:latin typeface="Arial"/>
                        <a:cs typeface="Arial"/>
                      </a:endParaRPr>
                    </a:p>
                  </a:txBody>
                  <a:tcPr marL="0" marR="0" marT="266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45"/>
                        </a:spcBef>
                      </a:pPr>
                      <a:r>
                        <a:rPr sz="1100" spc="-15" dirty="0">
                          <a:latin typeface="宋体"/>
                          <a:cs typeface="宋体"/>
                        </a:rPr>
                        <a:t>鼓励读者采取环保行动</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235585">
                <a:tc>
                  <a:txBody>
                    <a:bodyPr/>
                    <a:lstStyle/>
                    <a:p>
                      <a:pPr algn="ctr">
                        <a:lnSpc>
                          <a:spcPct val="100000"/>
                        </a:lnSpc>
                        <a:spcBef>
                          <a:spcPts val="145"/>
                        </a:spcBef>
                      </a:pPr>
                      <a:r>
                        <a:rPr sz="1100" spc="-25" dirty="0">
                          <a:latin typeface="宋体"/>
                          <a:cs typeface="宋体"/>
                        </a:rPr>
                        <a:t>表达型</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209"/>
                        </a:spcBef>
                      </a:pPr>
                      <a:r>
                        <a:rPr sz="1100" dirty="0">
                          <a:latin typeface="Arial"/>
                          <a:cs typeface="Arial"/>
                        </a:rPr>
                        <a:t>6</a:t>
                      </a:r>
                      <a:endParaRPr sz="1100">
                        <a:latin typeface="Arial"/>
                        <a:cs typeface="Arial"/>
                      </a:endParaRPr>
                    </a:p>
                  </a:txBody>
                  <a:tcPr marL="0" marR="0" marT="26669"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45"/>
                        </a:spcBef>
                      </a:pPr>
                      <a:r>
                        <a:rPr sz="1100" spc="-15" dirty="0">
                          <a:latin typeface="宋体"/>
                          <a:cs typeface="宋体"/>
                        </a:rPr>
                        <a:t>表达对气候变化的关切</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234950">
                <a:tc>
                  <a:txBody>
                    <a:bodyPr/>
                    <a:lstStyle/>
                    <a:p>
                      <a:pPr algn="ctr">
                        <a:lnSpc>
                          <a:spcPct val="100000"/>
                        </a:lnSpc>
                        <a:spcBef>
                          <a:spcPts val="145"/>
                        </a:spcBef>
                      </a:pPr>
                      <a:r>
                        <a:rPr sz="1100" spc="-25" dirty="0">
                          <a:latin typeface="宋体"/>
                          <a:cs typeface="宋体"/>
                        </a:rPr>
                        <a:t>承诺型</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210"/>
                        </a:spcBef>
                      </a:pPr>
                      <a:r>
                        <a:rPr sz="1100" dirty="0">
                          <a:latin typeface="Arial"/>
                          <a:cs typeface="Arial"/>
                        </a:rPr>
                        <a:t>3</a:t>
                      </a:r>
                      <a:endParaRPr sz="1100">
                        <a:latin typeface="Arial"/>
                        <a:cs typeface="Arial"/>
                      </a:endParaRPr>
                    </a:p>
                  </a:txBody>
                  <a:tcPr marL="0" marR="0" marT="266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45"/>
                        </a:spcBef>
                      </a:pPr>
                      <a:r>
                        <a:rPr sz="1100" spc="-15" dirty="0">
                          <a:latin typeface="宋体"/>
                          <a:cs typeface="宋体"/>
                        </a:rPr>
                        <a:t>提出未来行动的建议</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235585">
                <a:tc>
                  <a:txBody>
                    <a:bodyPr/>
                    <a:lstStyle/>
                    <a:p>
                      <a:pPr algn="ctr">
                        <a:lnSpc>
                          <a:spcPct val="100000"/>
                        </a:lnSpc>
                        <a:spcBef>
                          <a:spcPts val="145"/>
                        </a:spcBef>
                      </a:pPr>
                      <a:r>
                        <a:rPr sz="1100" spc="-25" dirty="0">
                          <a:latin typeface="宋体"/>
                          <a:cs typeface="宋体"/>
                        </a:rPr>
                        <a:t>宣告型</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210"/>
                        </a:spcBef>
                      </a:pPr>
                      <a:r>
                        <a:rPr sz="1100" dirty="0">
                          <a:latin typeface="Arial"/>
                          <a:cs typeface="Arial"/>
                        </a:rPr>
                        <a:t>1</a:t>
                      </a:r>
                      <a:endParaRPr sz="1100">
                        <a:latin typeface="Arial"/>
                        <a:cs typeface="Arial"/>
                      </a:endParaRPr>
                    </a:p>
                  </a:txBody>
                  <a:tcPr marL="0" marR="0" marT="266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145"/>
                        </a:spcBef>
                      </a:pPr>
                      <a:r>
                        <a:rPr sz="1100" spc="-20" dirty="0">
                          <a:latin typeface="宋体"/>
                          <a:cs typeface="宋体"/>
                        </a:rPr>
                        <a:t>不适用于此文章</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
        <p:nvSpPr>
          <p:cNvPr id="4" name="object 4"/>
          <p:cNvSpPr/>
          <p:nvPr/>
        </p:nvSpPr>
        <p:spPr>
          <a:xfrm>
            <a:off x="6195695" y="3783329"/>
            <a:ext cx="5422265" cy="2921635"/>
          </a:xfrm>
          <a:custGeom>
            <a:avLst/>
            <a:gdLst/>
            <a:ahLst/>
            <a:cxnLst/>
            <a:rect l="l" t="t" r="r" b="b"/>
            <a:pathLst>
              <a:path w="5422265" h="2921634">
                <a:moveTo>
                  <a:pt x="5418455" y="2921635"/>
                </a:moveTo>
                <a:lnTo>
                  <a:pt x="3809" y="2921635"/>
                </a:lnTo>
                <a:lnTo>
                  <a:pt x="2349" y="2921342"/>
                </a:lnTo>
                <a:lnTo>
                  <a:pt x="1117" y="2920517"/>
                </a:lnTo>
                <a:lnTo>
                  <a:pt x="292" y="2919285"/>
                </a:lnTo>
                <a:lnTo>
                  <a:pt x="0" y="2917825"/>
                </a:lnTo>
                <a:lnTo>
                  <a:pt x="0" y="3810"/>
                </a:lnTo>
                <a:lnTo>
                  <a:pt x="292" y="2349"/>
                </a:lnTo>
                <a:lnTo>
                  <a:pt x="1117" y="1117"/>
                </a:lnTo>
                <a:lnTo>
                  <a:pt x="2349" y="292"/>
                </a:lnTo>
                <a:lnTo>
                  <a:pt x="3809" y="0"/>
                </a:lnTo>
                <a:lnTo>
                  <a:pt x="5418455" y="0"/>
                </a:lnTo>
                <a:lnTo>
                  <a:pt x="5419915" y="292"/>
                </a:lnTo>
                <a:lnTo>
                  <a:pt x="5421147" y="1117"/>
                </a:lnTo>
                <a:lnTo>
                  <a:pt x="5421972" y="2349"/>
                </a:lnTo>
                <a:lnTo>
                  <a:pt x="5422264" y="3810"/>
                </a:lnTo>
                <a:lnTo>
                  <a:pt x="7619" y="3810"/>
                </a:lnTo>
                <a:lnTo>
                  <a:pt x="3809" y="7620"/>
                </a:lnTo>
                <a:lnTo>
                  <a:pt x="7619" y="7620"/>
                </a:lnTo>
                <a:lnTo>
                  <a:pt x="7619" y="2914015"/>
                </a:lnTo>
                <a:lnTo>
                  <a:pt x="3809" y="2914015"/>
                </a:lnTo>
                <a:lnTo>
                  <a:pt x="7619" y="2917825"/>
                </a:lnTo>
                <a:lnTo>
                  <a:pt x="5422264" y="2917825"/>
                </a:lnTo>
                <a:lnTo>
                  <a:pt x="5421972" y="2919285"/>
                </a:lnTo>
                <a:lnTo>
                  <a:pt x="5421147" y="2920517"/>
                </a:lnTo>
                <a:lnTo>
                  <a:pt x="5419915" y="2921342"/>
                </a:lnTo>
                <a:lnTo>
                  <a:pt x="5418455" y="2921635"/>
                </a:lnTo>
                <a:close/>
              </a:path>
              <a:path w="5422265" h="2921634">
                <a:moveTo>
                  <a:pt x="7619" y="7620"/>
                </a:moveTo>
                <a:lnTo>
                  <a:pt x="3809" y="7620"/>
                </a:lnTo>
                <a:lnTo>
                  <a:pt x="7619" y="3810"/>
                </a:lnTo>
                <a:lnTo>
                  <a:pt x="7619" y="7620"/>
                </a:lnTo>
                <a:close/>
              </a:path>
              <a:path w="5422265" h="2921634">
                <a:moveTo>
                  <a:pt x="5414645" y="7620"/>
                </a:moveTo>
                <a:lnTo>
                  <a:pt x="7619" y="7620"/>
                </a:lnTo>
                <a:lnTo>
                  <a:pt x="7619" y="3810"/>
                </a:lnTo>
                <a:lnTo>
                  <a:pt x="5414645" y="3810"/>
                </a:lnTo>
                <a:lnTo>
                  <a:pt x="5414645" y="7620"/>
                </a:lnTo>
                <a:close/>
              </a:path>
              <a:path w="5422265" h="2921634">
                <a:moveTo>
                  <a:pt x="5414645" y="2917825"/>
                </a:moveTo>
                <a:lnTo>
                  <a:pt x="5414645" y="3810"/>
                </a:lnTo>
                <a:lnTo>
                  <a:pt x="5418455" y="7620"/>
                </a:lnTo>
                <a:lnTo>
                  <a:pt x="5422264" y="7620"/>
                </a:lnTo>
                <a:lnTo>
                  <a:pt x="5422264" y="2914015"/>
                </a:lnTo>
                <a:lnTo>
                  <a:pt x="5418455" y="2914015"/>
                </a:lnTo>
                <a:lnTo>
                  <a:pt x="5414645" y="2917825"/>
                </a:lnTo>
                <a:close/>
              </a:path>
              <a:path w="5422265" h="2921634">
                <a:moveTo>
                  <a:pt x="5422264" y="7620"/>
                </a:moveTo>
                <a:lnTo>
                  <a:pt x="5418455" y="7620"/>
                </a:lnTo>
                <a:lnTo>
                  <a:pt x="5414645" y="3810"/>
                </a:lnTo>
                <a:lnTo>
                  <a:pt x="5422264" y="3810"/>
                </a:lnTo>
                <a:lnTo>
                  <a:pt x="5422264" y="7620"/>
                </a:lnTo>
                <a:close/>
              </a:path>
              <a:path w="5422265" h="2921634">
                <a:moveTo>
                  <a:pt x="7619" y="2917825"/>
                </a:moveTo>
                <a:lnTo>
                  <a:pt x="3809" y="2914015"/>
                </a:lnTo>
                <a:lnTo>
                  <a:pt x="7619" y="2914015"/>
                </a:lnTo>
                <a:lnTo>
                  <a:pt x="7619" y="2917825"/>
                </a:lnTo>
                <a:close/>
              </a:path>
              <a:path w="5422265" h="2921634">
                <a:moveTo>
                  <a:pt x="5414645" y="2917825"/>
                </a:moveTo>
                <a:lnTo>
                  <a:pt x="7619" y="2917825"/>
                </a:lnTo>
                <a:lnTo>
                  <a:pt x="7619" y="2914015"/>
                </a:lnTo>
                <a:lnTo>
                  <a:pt x="5414645" y="2914015"/>
                </a:lnTo>
                <a:lnTo>
                  <a:pt x="5414645" y="2917825"/>
                </a:lnTo>
                <a:close/>
              </a:path>
              <a:path w="5422265" h="2921634">
                <a:moveTo>
                  <a:pt x="5422264" y="2917825"/>
                </a:moveTo>
                <a:lnTo>
                  <a:pt x="5414645" y="2917825"/>
                </a:lnTo>
                <a:lnTo>
                  <a:pt x="5418455" y="2914015"/>
                </a:lnTo>
                <a:lnTo>
                  <a:pt x="5422264" y="2914015"/>
                </a:lnTo>
                <a:lnTo>
                  <a:pt x="5422264" y="2917825"/>
                </a:lnTo>
                <a:close/>
              </a:path>
            </a:pathLst>
          </a:custGeom>
          <a:solidFill>
            <a:srgbClr val="E6E6E6"/>
          </a:solidFill>
        </p:spPr>
        <p:txBody>
          <a:bodyPr wrap="square" lIns="0" tIns="0" rIns="0" bIns="0" rtlCol="0"/>
          <a:lstStyle/>
          <a:p>
            <a:endParaRPr/>
          </a:p>
        </p:txBody>
      </p:sp>
      <p:sp>
        <p:nvSpPr>
          <p:cNvPr id="5" name="object 5"/>
          <p:cNvSpPr txBox="1"/>
          <p:nvPr/>
        </p:nvSpPr>
        <p:spPr>
          <a:xfrm>
            <a:off x="6254115" y="3805554"/>
            <a:ext cx="5378450" cy="2819400"/>
          </a:xfrm>
          <a:prstGeom prst="rect">
            <a:avLst/>
          </a:prstGeom>
        </p:spPr>
        <p:txBody>
          <a:bodyPr vert="horz" wrap="square" lIns="0" tIns="12700" rIns="0" bIns="0" rtlCol="0">
            <a:spAutoFit/>
          </a:bodyPr>
          <a:lstStyle/>
          <a:p>
            <a:pPr marL="12700" marR="5080" indent="323850">
              <a:lnSpc>
                <a:spcPct val="152800"/>
              </a:lnSpc>
              <a:spcBef>
                <a:spcPts val="100"/>
              </a:spcBef>
            </a:pPr>
            <a:r>
              <a:rPr sz="1200" spc="-5" dirty="0">
                <a:latin typeface="宋体"/>
                <a:cs typeface="宋体"/>
              </a:rPr>
              <a:t>任务目标：创作一篇关于气候变化的文章，旨在提高公众意识并促进行动。</a:t>
            </a:r>
            <a:r>
              <a:rPr sz="1200" spc="-10" dirty="0">
                <a:latin typeface="宋体"/>
                <a:cs typeface="宋体"/>
              </a:rPr>
              <a:t>主要语用意图：</a:t>
            </a:r>
            <a:endParaRPr sz="1200">
              <a:latin typeface="宋体"/>
              <a:cs typeface="宋体"/>
            </a:endParaRPr>
          </a:p>
          <a:p>
            <a:pPr marL="619125" indent="-382270">
              <a:lnSpc>
                <a:spcPct val="100000"/>
              </a:lnSpc>
              <a:spcBef>
                <a:spcPts val="760"/>
              </a:spcBef>
              <a:buSzPct val="91666"/>
              <a:buAutoNum type="arabicPlain"/>
              <a:tabLst>
                <a:tab pos="619125" algn="l"/>
              </a:tabLst>
            </a:pPr>
            <a:r>
              <a:rPr sz="1200" dirty="0">
                <a:latin typeface="宋体"/>
                <a:cs typeface="宋体"/>
              </a:rPr>
              <a:t>陈述型（强度8）：</a:t>
            </a:r>
            <a:r>
              <a:rPr sz="1200" spc="-5" dirty="0">
                <a:latin typeface="宋体"/>
                <a:cs typeface="宋体"/>
              </a:rPr>
              <a:t>提供可靠的气候变化数据和科学发现。</a:t>
            </a:r>
            <a:endParaRPr sz="1200">
              <a:latin typeface="宋体"/>
              <a:cs typeface="宋体"/>
            </a:endParaRPr>
          </a:p>
          <a:p>
            <a:pPr marL="619125" indent="-382270">
              <a:lnSpc>
                <a:spcPct val="100000"/>
              </a:lnSpc>
              <a:spcBef>
                <a:spcPts val="760"/>
              </a:spcBef>
              <a:buSzPct val="91666"/>
              <a:buAutoNum type="arabicPlain"/>
              <a:tabLst>
                <a:tab pos="619125" algn="l"/>
              </a:tabLst>
            </a:pPr>
            <a:r>
              <a:rPr sz="1200" dirty="0">
                <a:latin typeface="宋体"/>
                <a:cs typeface="宋体"/>
              </a:rPr>
              <a:t>指令型（强度7）：</a:t>
            </a:r>
            <a:r>
              <a:rPr sz="1200" spc="-5" dirty="0">
                <a:latin typeface="宋体"/>
                <a:cs typeface="宋体"/>
              </a:rPr>
              <a:t>鼓励读者采取具体的环保行动。</a:t>
            </a:r>
            <a:endParaRPr sz="1200">
              <a:latin typeface="宋体"/>
              <a:cs typeface="宋体"/>
            </a:endParaRPr>
          </a:p>
          <a:p>
            <a:pPr marL="349885" marR="1323340" indent="-112395">
              <a:lnSpc>
                <a:spcPct val="152800"/>
              </a:lnSpc>
              <a:buSzPct val="91666"/>
              <a:buAutoNum type="arabicPlain"/>
              <a:tabLst>
                <a:tab pos="619125" algn="l"/>
              </a:tabLst>
            </a:pPr>
            <a:r>
              <a:rPr sz="1200" dirty="0">
                <a:latin typeface="宋体"/>
                <a:cs typeface="宋体"/>
              </a:rPr>
              <a:t>表达型（强度6）：</a:t>
            </a:r>
            <a:r>
              <a:rPr sz="1200" spc="-5" dirty="0">
                <a:latin typeface="宋体"/>
                <a:cs typeface="宋体"/>
              </a:rPr>
              <a:t>传达对气候变化威胁的紧迫感。</a:t>
            </a:r>
            <a:r>
              <a:rPr sz="1200" spc="-10" dirty="0">
                <a:latin typeface="宋体"/>
                <a:cs typeface="宋体"/>
              </a:rPr>
              <a:t>请确保文章：</a:t>
            </a:r>
            <a:endParaRPr sz="1200">
              <a:latin typeface="宋体"/>
              <a:cs typeface="宋体"/>
            </a:endParaRPr>
          </a:p>
          <a:p>
            <a:pPr marL="349885" marR="2734945">
              <a:lnSpc>
                <a:spcPct val="152800"/>
              </a:lnSpc>
            </a:pPr>
            <a:r>
              <a:rPr sz="1200" spc="-5" dirty="0">
                <a:latin typeface="宋体"/>
                <a:cs typeface="宋体"/>
              </a:rPr>
              <a:t>包含来自权威来源的最新气候数据解释气候变化的原因和影响</a:t>
            </a:r>
            <a:endParaRPr sz="1200">
              <a:latin typeface="宋体"/>
              <a:cs typeface="宋体"/>
            </a:endParaRPr>
          </a:p>
          <a:p>
            <a:pPr marL="349885">
              <a:lnSpc>
                <a:spcPct val="100000"/>
              </a:lnSpc>
              <a:spcBef>
                <a:spcPts val="760"/>
              </a:spcBef>
            </a:pPr>
            <a:r>
              <a:rPr sz="1200" dirty="0">
                <a:latin typeface="宋体"/>
                <a:cs typeface="宋体"/>
              </a:rPr>
              <a:t>提供至少5</a:t>
            </a:r>
            <a:r>
              <a:rPr sz="1200" spc="-5" dirty="0">
                <a:latin typeface="宋体"/>
                <a:cs typeface="宋体"/>
              </a:rPr>
              <a:t>个读者可以立即采取的行动建议</a:t>
            </a:r>
            <a:endParaRPr sz="1200">
              <a:latin typeface="宋体"/>
              <a:cs typeface="宋体"/>
            </a:endParaRPr>
          </a:p>
          <a:p>
            <a:pPr marL="349885">
              <a:lnSpc>
                <a:spcPct val="100000"/>
              </a:lnSpc>
              <a:spcBef>
                <a:spcPts val="760"/>
              </a:spcBef>
            </a:pPr>
            <a:r>
              <a:rPr sz="1200" spc="-5" dirty="0">
                <a:latin typeface="宋体"/>
                <a:cs typeface="宋体"/>
              </a:rPr>
              <a:t>使用引人入胜的语言来激发读者的环保意识。</a:t>
            </a:r>
            <a:endParaRPr sz="1200">
              <a:latin typeface="宋体"/>
              <a:cs typeface="宋体"/>
            </a:endParaRPr>
          </a:p>
        </p:txBody>
      </p:sp>
      <p:sp>
        <p:nvSpPr>
          <p:cNvPr id="6" name="object 6"/>
          <p:cNvSpPr/>
          <p:nvPr/>
        </p:nvSpPr>
        <p:spPr>
          <a:xfrm>
            <a:off x="6199632" y="1150619"/>
            <a:ext cx="2106295" cy="349250"/>
          </a:xfrm>
          <a:custGeom>
            <a:avLst/>
            <a:gdLst/>
            <a:ahLst/>
            <a:cxnLst/>
            <a:rect l="l" t="t" r="r" b="b"/>
            <a:pathLst>
              <a:path w="2106295" h="349250">
                <a:moveTo>
                  <a:pt x="2048256" y="348995"/>
                </a:moveTo>
                <a:lnTo>
                  <a:pt x="57912" y="348995"/>
                </a:lnTo>
                <a:lnTo>
                  <a:pt x="35354" y="344569"/>
                </a:lnTo>
                <a:lnTo>
                  <a:pt x="16916" y="332174"/>
                </a:lnTo>
                <a:lnTo>
                  <a:pt x="4498" y="313713"/>
                </a:lnTo>
                <a:lnTo>
                  <a:pt x="0" y="291083"/>
                </a:lnTo>
                <a:lnTo>
                  <a:pt x="0" y="57911"/>
                </a:lnTo>
                <a:lnTo>
                  <a:pt x="4498" y="35425"/>
                </a:lnTo>
                <a:lnTo>
                  <a:pt x="16916" y="17011"/>
                </a:lnTo>
                <a:lnTo>
                  <a:pt x="35354" y="4569"/>
                </a:lnTo>
                <a:lnTo>
                  <a:pt x="57912" y="0"/>
                </a:lnTo>
                <a:lnTo>
                  <a:pt x="2048256" y="0"/>
                </a:lnTo>
                <a:lnTo>
                  <a:pt x="2070742" y="4569"/>
                </a:lnTo>
                <a:lnTo>
                  <a:pt x="2089156" y="17011"/>
                </a:lnTo>
                <a:lnTo>
                  <a:pt x="2101598" y="35425"/>
                </a:lnTo>
                <a:lnTo>
                  <a:pt x="2106167" y="57911"/>
                </a:lnTo>
                <a:lnTo>
                  <a:pt x="2106167" y="291083"/>
                </a:lnTo>
                <a:lnTo>
                  <a:pt x="2101598" y="313713"/>
                </a:lnTo>
                <a:lnTo>
                  <a:pt x="2089156" y="332174"/>
                </a:lnTo>
                <a:lnTo>
                  <a:pt x="2070742" y="344569"/>
                </a:lnTo>
                <a:lnTo>
                  <a:pt x="2048256" y="348995"/>
                </a:lnTo>
                <a:close/>
              </a:path>
            </a:pathLst>
          </a:custGeom>
          <a:solidFill>
            <a:srgbClr val="0A80DF"/>
          </a:solidFill>
        </p:spPr>
        <p:txBody>
          <a:bodyPr wrap="square" lIns="0" tIns="0" rIns="0" bIns="0" rtlCol="0"/>
          <a:lstStyle/>
          <a:p>
            <a:endParaRPr/>
          </a:p>
        </p:txBody>
      </p:sp>
      <p:sp>
        <p:nvSpPr>
          <p:cNvPr id="7" name="object 7"/>
          <p:cNvSpPr txBox="1"/>
          <p:nvPr/>
        </p:nvSpPr>
        <p:spPr>
          <a:xfrm>
            <a:off x="6276975" y="1036751"/>
            <a:ext cx="5257800" cy="1211580"/>
          </a:xfrm>
          <a:prstGeom prst="rect">
            <a:avLst/>
          </a:prstGeom>
        </p:spPr>
        <p:txBody>
          <a:bodyPr vert="horz" wrap="square" lIns="0" tIns="153035" rIns="0" bIns="0" rtlCol="0">
            <a:spAutoFit/>
          </a:bodyPr>
          <a:lstStyle/>
          <a:p>
            <a:pPr marL="516255">
              <a:lnSpc>
                <a:spcPct val="100000"/>
              </a:lnSpc>
              <a:spcBef>
                <a:spcPts val="1205"/>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a:lnSpc>
                <a:spcPct val="100000"/>
              </a:lnSpc>
              <a:spcBef>
                <a:spcPts val="1105"/>
              </a:spcBef>
            </a:pPr>
            <a:r>
              <a:rPr sz="1800" spc="100" dirty="0">
                <a:latin typeface="宋体"/>
                <a:cs typeface="宋体"/>
              </a:rPr>
              <a:t>假设需要撰写一篇关于</a:t>
            </a:r>
            <a:r>
              <a:rPr sz="1800" spc="100" dirty="0">
                <a:latin typeface="Arial"/>
                <a:cs typeface="Arial"/>
              </a:rPr>
              <a:t>“</a:t>
            </a:r>
            <a:r>
              <a:rPr sz="1800" spc="100" dirty="0">
                <a:latin typeface="宋体"/>
                <a:cs typeface="宋体"/>
              </a:rPr>
              <a:t>气候变化</a:t>
            </a:r>
            <a:r>
              <a:rPr sz="1800" spc="100" dirty="0">
                <a:latin typeface="Arial"/>
                <a:cs typeface="Arial"/>
              </a:rPr>
              <a:t>”</a:t>
            </a:r>
            <a:r>
              <a:rPr sz="1800" spc="75" dirty="0">
                <a:latin typeface="宋体"/>
                <a:cs typeface="宋体"/>
              </a:rPr>
              <a:t>的文章，目的是</a:t>
            </a:r>
            <a:endParaRPr sz="1800">
              <a:latin typeface="宋体"/>
              <a:cs typeface="宋体"/>
            </a:endParaRPr>
          </a:p>
          <a:p>
            <a:pPr marL="12700">
              <a:lnSpc>
                <a:spcPct val="100000"/>
              </a:lnSpc>
              <a:spcBef>
                <a:spcPts val="645"/>
              </a:spcBef>
            </a:pPr>
            <a:r>
              <a:rPr sz="1800" dirty="0">
                <a:latin typeface="Arial"/>
                <a:cs typeface="Arial"/>
              </a:rPr>
              <a:t>“</a:t>
            </a:r>
            <a:r>
              <a:rPr sz="1800" dirty="0">
                <a:latin typeface="宋体"/>
                <a:cs typeface="宋体"/>
              </a:rPr>
              <a:t>增强公众意识并促进行动</a:t>
            </a:r>
            <a:r>
              <a:rPr sz="1800" spc="-25" dirty="0">
                <a:latin typeface="Arial"/>
                <a:cs typeface="Arial"/>
              </a:rPr>
              <a:t>”</a:t>
            </a:r>
            <a:r>
              <a:rPr sz="1800" spc="-25" dirty="0">
                <a:latin typeface="宋体"/>
                <a:cs typeface="宋体"/>
              </a:rPr>
              <a:t>：</a:t>
            </a:r>
            <a:endParaRPr sz="1800">
              <a:latin typeface="宋体"/>
              <a:cs typeface="宋体"/>
            </a:endParaRPr>
          </a:p>
        </p:txBody>
      </p:sp>
      <p:sp>
        <p:nvSpPr>
          <p:cNvPr id="8" name="object 8"/>
          <p:cNvSpPr/>
          <p:nvPr/>
        </p:nvSpPr>
        <p:spPr>
          <a:xfrm>
            <a:off x="503872" y="2777172"/>
            <a:ext cx="2577465" cy="427355"/>
          </a:xfrm>
          <a:custGeom>
            <a:avLst/>
            <a:gdLst/>
            <a:ahLst/>
            <a:cxnLst/>
            <a:rect l="l" t="t" r="r" b="b"/>
            <a:pathLst>
              <a:path w="2577465" h="427355">
                <a:moveTo>
                  <a:pt x="2577465" y="427354"/>
                </a:moveTo>
                <a:lnTo>
                  <a:pt x="0" y="427354"/>
                </a:lnTo>
                <a:lnTo>
                  <a:pt x="0" y="0"/>
                </a:lnTo>
                <a:lnTo>
                  <a:pt x="2577465" y="0"/>
                </a:lnTo>
                <a:lnTo>
                  <a:pt x="2577465" y="14287"/>
                </a:lnTo>
                <a:lnTo>
                  <a:pt x="28575" y="14287"/>
                </a:lnTo>
                <a:lnTo>
                  <a:pt x="14287" y="28575"/>
                </a:lnTo>
                <a:lnTo>
                  <a:pt x="28575" y="28575"/>
                </a:lnTo>
                <a:lnTo>
                  <a:pt x="28575" y="398779"/>
                </a:lnTo>
                <a:lnTo>
                  <a:pt x="14287" y="398779"/>
                </a:lnTo>
                <a:lnTo>
                  <a:pt x="28575" y="413067"/>
                </a:lnTo>
                <a:lnTo>
                  <a:pt x="2577465" y="413067"/>
                </a:lnTo>
                <a:lnTo>
                  <a:pt x="2577465" y="427354"/>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79"/>
                </a:lnTo>
                <a:lnTo>
                  <a:pt x="2563177" y="398779"/>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79"/>
                </a:lnTo>
                <a:lnTo>
                  <a:pt x="28575" y="398779"/>
                </a:lnTo>
                <a:lnTo>
                  <a:pt x="28575" y="413067"/>
                </a:lnTo>
                <a:close/>
              </a:path>
              <a:path w="2577465" h="427355">
                <a:moveTo>
                  <a:pt x="2548890" y="413067"/>
                </a:moveTo>
                <a:lnTo>
                  <a:pt x="28575" y="413067"/>
                </a:lnTo>
                <a:lnTo>
                  <a:pt x="28575" y="398779"/>
                </a:lnTo>
                <a:lnTo>
                  <a:pt x="2548890" y="398779"/>
                </a:lnTo>
                <a:lnTo>
                  <a:pt x="2548890" y="413067"/>
                </a:lnTo>
                <a:close/>
              </a:path>
              <a:path w="2577465" h="427355">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9" name="object 9"/>
          <p:cNvSpPr/>
          <p:nvPr/>
        </p:nvSpPr>
        <p:spPr>
          <a:xfrm>
            <a:off x="503872" y="3363912"/>
            <a:ext cx="2577465" cy="436245"/>
          </a:xfrm>
          <a:custGeom>
            <a:avLst/>
            <a:gdLst/>
            <a:ahLst/>
            <a:cxnLst/>
            <a:rect l="l" t="t" r="r" b="b"/>
            <a:pathLst>
              <a:path w="2577465" h="436245">
                <a:moveTo>
                  <a:pt x="2577465" y="436245"/>
                </a:moveTo>
                <a:lnTo>
                  <a:pt x="0" y="436245"/>
                </a:lnTo>
                <a:lnTo>
                  <a:pt x="0" y="0"/>
                </a:lnTo>
                <a:lnTo>
                  <a:pt x="2577465" y="0"/>
                </a:lnTo>
                <a:lnTo>
                  <a:pt x="2577465" y="14287"/>
                </a:lnTo>
                <a:lnTo>
                  <a:pt x="28575" y="14287"/>
                </a:lnTo>
                <a:lnTo>
                  <a:pt x="14287" y="28575"/>
                </a:lnTo>
                <a:lnTo>
                  <a:pt x="28575" y="28575"/>
                </a:lnTo>
                <a:lnTo>
                  <a:pt x="28575" y="407670"/>
                </a:lnTo>
                <a:lnTo>
                  <a:pt x="14287" y="407670"/>
                </a:lnTo>
                <a:lnTo>
                  <a:pt x="28575" y="421957"/>
                </a:lnTo>
                <a:lnTo>
                  <a:pt x="2577465" y="421957"/>
                </a:lnTo>
                <a:lnTo>
                  <a:pt x="2577465" y="436245"/>
                </a:lnTo>
                <a:close/>
              </a:path>
              <a:path w="2577465" h="436245">
                <a:moveTo>
                  <a:pt x="28575" y="28575"/>
                </a:moveTo>
                <a:lnTo>
                  <a:pt x="14287" y="28575"/>
                </a:lnTo>
                <a:lnTo>
                  <a:pt x="28575" y="14287"/>
                </a:lnTo>
                <a:lnTo>
                  <a:pt x="28575" y="28575"/>
                </a:lnTo>
                <a:close/>
              </a:path>
              <a:path w="2577465" h="436245">
                <a:moveTo>
                  <a:pt x="2548890" y="28575"/>
                </a:moveTo>
                <a:lnTo>
                  <a:pt x="28575" y="28575"/>
                </a:lnTo>
                <a:lnTo>
                  <a:pt x="28575" y="14287"/>
                </a:lnTo>
                <a:lnTo>
                  <a:pt x="2548890" y="14287"/>
                </a:lnTo>
                <a:lnTo>
                  <a:pt x="2548890" y="28575"/>
                </a:lnTo>
                <a:close/>
              </a:path>
              <a:path w="2577465" h="436245">
                <a:moveTo>
                  <a:pt x="2548890" y="421957"/>
                </a:moveTo>
                <a:lnTo>
                  <a:pt x="2548890" y="14287"/>
                </a:lnTo>
                <a:lnTo>
                  <a:pt x="2563177" y="28575"/>
                </a:lnTo>
                <a:lnTo>
                  <a:pt x="2577465" y="28575"/>
                </a:lnTo>
                <a:lnTo>
                  <a:pt x="2577465" y="407670"/>
                </a:lnTo>
                <a:lnTo>
                  <a:pt x="2563177" y="407670"/>
                </a:lnTo>
                <a:lnTo>
                  <a:pt x="2548890" y="421957"/>
                </a:lnTo>
                <a:close/>
              </a:path>
              <a:path w="2577465" h="436245">
                <a:moveTo>
                  <a:pt x="2577465" y="28575"/>
                </a:moveTo>
                <a:lnTo>
                  <a:pt x="2563177" y="28575"/>
                </a:lnTo>
                <a:lnTo>
                  <a:pt x="2548890" y="14287"/>
                </a:lnTo>
                <a:lnTo>
                  <a:pt x="2577465" y="14287"/>
                </a:lnTo>
                <a:lnTo>
                  <a:pt x="2577465" y="28575"/>
                </a:lnTo>
                <a:close/>
              </a:path>
              <a:path w="2577465" h="436245">
                <a:moveTo>
                  <a:pt x="28575" y="421957"/>
                </a:moveTo>
                <a:lnTo>
                  <a:pt x="14287" y="407670"/>
                </a:lnTo>
                <a:lnTo>
                  <a:pt x="28575" y="407670"/>
                </a:lnTo>
                <a:lnTo>
                  <a:pt x="28575" y="421957"/>
                </a:lnTo>
                <a:close/>
              </a:path>
              <a:path w="2577465" h="436245">
                <a:moveTo>
                  <a:pt x="2548890" y="421957"/>
                </a:moveTo>
                <a:lnTo>
                  <a:pt x="28575" y="421957"/>
                </a:lnTo>
                <a:lnTo>
                  <a:pt x="28575" y="407670"/>
                </a:lnTo>
                <a:lnTo>
                  <a:pt x="2548890" y="407670"/>
                </a:lnTo>
                <a:lnTo>
                  <a:pt x="2548890" y="421957"/>
                </a:lnTo>
                <a:close/>
              </a:path>
              <a:path w="2577465" h="436245">
                <a:moveTo>
                  <a:pt x="2577465" y="421957"/>
                </a:moveTo>
                <a:lnTo>
                  <a:pt x="2548890" y="421957"/>
                </a:lnTo>
                <a:lnTo>
                  <a:pt x="2563177" y="407670"/>
                </a:lnTo>
                <a:lnTo>
                  <a:pt x="2577465" y="407670"/>
                </a:lnTo>
                <a:lnTo>
                  <a:pt x="2577465" y="421957"/>
                </a:lnTo>
                <a:close/>
              </a:path>
            </a:pathLst>
          </a:custGeom>
          <a:solidFill>
            <a:srgbClr val="5F95E6"/>
          </a:solidFill>
        </p:spPr>
        <p:txBody>
          <a:bodyPr wrap="square" lIns="0" tIns="0" rIns="0" bIns="0" rtlCol="0"/>
          <a:lstStyle/>
          <a:p>
            <a:endParaRPr/>
          </a:p>
        </p:txBody>
      </p:sp>
      <p:sp>
        <p:nvSpPr>
          <p:cNvPr id="10" name="object 10"/>
          <p:cNvSpPr/>
          <p:nvPr/>
        </p:nvSpPr>
        <p:spPr>
          <a:xfrm>
            <a:off x="503872" y="3950017"/>
            <a:ext cx="2577465" cy="427355"/>
          </a:xfrm>
          <a:custGeom>
            <a:avLst/>
            <a:gdLst/>
            <a:ahLst/>
            <a:cxnLst/>
            <a:rect l="l" t="t" r="r" b="b"/>
            <a:pathLst>
              <a:path w="2577465" h="427354">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80"/>
                </a:lnTo>
                <a:lnTo>
                  <a:pt x="2563177" y="398780"/>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80"/>
                </a:lnTo>
                <a:lnTo>
                  <a:pt x="28575" y="398780"/>
                </a:lnTo>
                <a:lnTo>
                  <a:pt x="28575" y="413067"/>
                </a:lnTo>
                <a:close/>
              </a:path>
              <a:path w="2577465" h="427354">
                <a:moveTo>
                  <a:pt x="2548890" y="413067"/>
                </a:moveTo>
                <a:lnTo>
                  <a:pt x="28575" y="413067"/>
                </a:lnTo>
                <a:lnTo>
                  <a:pt x="28575" y="398780"/>
                </a:lnTo>
                <a:lnTo>
                  <a:pt x="2548890" y="398780"/>
                </a:lnTo>
                <a:lnTo>
                  <a:pt x="2548890" y="413067"/>
                </a:lnTo>
                <a:close/>
              </a:path>
              <a:path w="2577465" h="427354">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1" name="object 11"/>
          <p:cNvSpPr/>
          <p:nvPr/>
        </p:nvSpPr>
        <p:spPr>
          <a:xfrm>
            <a:off x="3179762" y="2779077"/>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2" name="object 12"/>
          <p:cNvSpPr/>
          <p:nvPr/>
        </p:nvSpPr>
        <p:spPr>
          <a:xfrm>
            <a:off x="3179762" y="3370897"/>
            <a:ext cx="2577465" cy="427355"/>
          </a:xfrm>
          <a:custGeom>
            <a:avLst/>
            <a:gdLst/>
            <a:ahLst/>
            <a:cxnLst/>
            <a:rect l="l" t="t" r="r" b="b"/>
            <a:pathLst>
              <a:path w="2577465" h="427354">
                <a:moveTo>
                  <a:pt x="2577465" y="427354"/>
                </a:moveTo>
                <a:lnTo>
                  <a:pt x="0" y="427354"/>
                </a:lnTo>
                <a:lnTo>
                  <a:pt x="0" y="0"/>
                </a:lnTo>
                <a:lnTo>
                  <a:pt x="2577465" y="0"/>
                </a:lnTo>
                <a:lnTo>
                  <a:pt x="2577465" y="14287"/>
                </a:lnTo>
                <a:lnTo>
                  <a:pt x="28575" y="14287"/>
                </a:lnTo>
                <a:lnTo>
                  <a:pt x="14287" y="28575"/>
                </a:lnTo>
                <a:lnTo>
                  <a:pt x="28575" y="28575"/>
                </a:lnTo>
                <a:lnTo>
                  <a:pt x="28575" y="398779"/>
                </a:lnTo>
                <a:lnTo>
                  <a:pt x="14287" y="398779"/>
                </a:lnTo>
                <a:lnTo>
                  <a:pt x="28575" y="413067"/>
                </a:lnTo>
                <a:lnTo>
                  <a:pt x="2577465" y="413067"/>
                </a:lnTo>
                <a:lnTo>
                  <a:pt x="2577465" y="427354"/>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79"/>
                </a:lnTo>
                <a:lnTo>
                  <a:pt x="2563177" y="398779"/>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79"/>
                </a:lnTo>
                <a:lnTo>
                  <a:pt x="28575" y="398779"/>
                </a:lnTo>
                <a:lnTo>
                  <a:pt x="28575" y="413067"/>
                </a:lnTo>
                <a:close/>
              </a:path>
              <a:path w="2577465" h="427354">
                <a:moveTo>
                  <a:pt x="2548890" y="413067"/>
                </a:moveTo>
                <a:lnTo>
                  <a:pt x="28575" y="413067"/>
                </a:lnTo>
                <a:lnTo>
                  <a:pt x="28575" y="398779"/>
                </a:lnTo>
                <a:lnTo>
                  <a:pt x="2548890" y="398779"/>
                </a:lnTo>
                <a:lnTo>
                  <a:pt x="2548890" y="413067"/>
                </a:lnTo>
                <a:close/>
              </a:path>
              <a:path w="2577465" h="427354">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13" name="object 13"/>
          <p:cNvSpPr txBox="1"/>
          <p:nvPr/>
        </p:nvSpPr>
        <p:spPr>
          <a:xfrm>
            <a:off x="540384" y="994805"/>
            <a:ext cx="5365115" cy="548005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PIA</a:t>
            </a:r>
            <a:r>
              <a:rPr sz="2000" b="1" spc="-10" dirty="0">
                <a:latin typeface="Microsoft JhengHei"/>
                <a:cs typeface="Microsoft JhengHei"/>
              </a:rPr>
              <a:t>的理论基础：</a:t>
            </a:r>
            <a:endParaRPr sz="2000">
              <a:latin typeface="Microsoft JhengHei"/>
              <a:cs typeface="Microsoft JhengHei"/>
            </a:endParaRPr>
          </a:p>
          <a:p>
            <a:pPr marL="12700" marR="113030" algn="just">
              <a:lnSpc>
                <a:spcPct val="129900"/>
              </a:lnSpc>
              <a:spcBef>
                <a:spcPts val="434"/>
              </a:spcBef>
            </a:pPr>
            <a:r>
              <a:rPr sz="1800" dirty="0">
                <a:latin typeface="Arial"/>
                <a:cs typeface="Arial"/>
              </a:rPr>
              <a:t>PIA</a:t>
            </a:r>
            <a:r>
              <a:rPr sz="1800" spc="-5" dirty="0">
                <a:latin typeface="宋体"/>
                <a:cs typeface="宋体"/>
              </a:rPr>
              <a:t>建立在语用学和言语行为理论的基础上，通过分</a:t>
            </a:r>
            <a:r>
              <a:rPr sz="1800" spc="75" dirty="0">
                <a:latin typeface="宋体"/>
                <a:cs typeface="宋体"/>
              </a:rPr>
              <a:t>析任务的语用意图，为</a:t>
            </a:r>
            <a:r>
              <a:rPr sz="1800" spc="70" dirty="0">
                <a:latin typeface="Arial"/>
                <a:cs typeface="Arial"/>
              </a:rPr>
              <a:t>AI</a:t>
            </a:r>
            <a:r>
              <a:rPr sz="1800" spc="65" dirty="0">
                <a:latin typeface="宋体"/>
                <a:cs typeface="宋体"/>
              </a:rPr>
              <a:t>设定明确的任务目标，并</a:t>
            </a:r>
            <a:r>
              <a:rPr sz="1800" spc="-10" dirty="0">
                <a:latin typeface="宋体"/>
                <a:cs typeface="宋体"/>
              </a:rPr>
              <a:t>提出了以下分类：</a:t>
            </a:r>
            <a:endParaRPr sz="1800">
              <a:latin typeface="宋体"/>
              <a:cs typeface="宋体"/>
            </a:endParaRPr>
          </a:p>
          <a:p>
            <a:pPr marL="236220" marR="287020" indent="-25400">
              <a:lnSpc>
                <a:spcPts val="4660"/>
              </a:lnSpc>
              <a:spcBef>
                <a:spcPts val="180"/>
              </a:spcBef>
              <a:tabLst>
                <a:tab pos="2784475" algn="l"/>
              </a:tabLst>
            </a:pPr>
            <a:r>
              <a:rPr sz="1800" dirty="0">
                <a:latin typeface="宋体"/>
                <a:cs typeface="宋体"/>
              </a:rPr>
              <a:t>陈述型</a:t>
            </a:r>
            <a:r>
              <a:rPr sz="1800" spc="-10" dirty="0">
                <a:latin typeface="宋体"/>
                <a:cs typeface="宋体"/>
              </a:rPr>
              <a:t>（</a:t>
            </a:r>
            <a:r>
              <a:rPr sz="1800" spc="-10" dirty="0">
                <a:latin typeface="Arial"/>
                <a:cs typeface="Arial"/>
              </a:rPr>
              <a:t>Assertive</a:t>
            </a:r>
            <a:r>
              <a:rPr sz="1800" spc="-10" dirty="0">
                <a:latin typeface="宋体"/>
                <a:cs typeface="宋体"/>
              </a:rPr>
              <a:t>）</a:t>
            </a:r>
            <a:r>
              <a:rPr sz="1800" dirty="0">
                <a:latin typeface="宋体"/>
                <a:cs typeface="宋体"/>
              </a:rPr>
              <a:t>	</a:t>
            </a:r>
            <a:r>
              <a:rPr sz="1800" spc="-805" dirty="0">
                <a:latin typeface="宋体"/>
                <a:cs typeface="宋体"/>
              </a:rPr>
              <a:t> </a:t>
            </a:r>
            <a:r>
              <a:rPr sz="1800" dirty="0">
                <a:latin typeface="宋体"/>
                <a:cs typeface="宋体"/>
              </a:rPr>
              <a:t>表达型（</a:t>
            </a:r>
            <a:r>
              <a:rPr sz="1800" dirty="0">
                <a:latin typeface="Arial"/>
                <a:cs typeface="Arial"/>
              </a:rPr>
              <a:t>Expressive</a:t>
            </a:r>
            <a:r>
              <a:rPr sz="1800" dirty="0">
                <a:latin typeface="宋体"/>
                <a:cs typeface="宋体"/>
              </a:rPr>
              <a:t>）指令型</a:t>
            </a:r>
            <a:r>
              <a:rPr sz="1800" spc="-10" dirty="0">
                <a:latin typeface="宋体"/>
                <a:cs typeface="宋体"/>
              </a:rPr>
              <a:t>（</a:t>
            </a:r>
            <a:r>
              <a:rPr sz="1800" spc="-10" dirty="0">
                <a:latin typeface="Arial"/>
                <a:cs typeface="Arial"/>
              </a:rPr>
              <a:t>Directive</a:t>
            </a:r>
            <a:r>
              <a:rPr sz="1800" spc="-10" dirty="0">
                <a:latin typeface="宋体"/>
                <a:cs typeface="宋体"/>
              </a:rPr>
              <a:t>）</a:t>
            </a:r>
            <a:r>
              <a:rPr sz="1800" dirty="0">
                <a:latin typeface="宋体"/>
                <a:cs typeface="宋体"/>
              </a:rPr>
              <a:t>	宣告型</a:t>
            </a:r>
            <a:r>
              <a:rPr sz="1800" spc="-10" dirty="0">
                <a:latin typeface="宋体"/>
                <a:cs typeface="宋体"/>
              </a:rPr>
              <a:t>（</a:t>
            </a:r>
            <a:r>
              <a:rPr sz="1800" spc="-10" dirty="0">
                <a:latin typeface="Arial"/>
                <a:cs typeface="Arial"/>
              </a:rPr>
              <a:t>Declarative</a:t>
            </a:r>
            <a:r>
              <a:rPr sz="1800" spc="-10" dirty="0">
                <a:latin typeface="宋体"/>
                <a:cs typeface="宋体"/>
              </a:rPr>
              <a:t>）</a:t>
            </a:r>
            <a:endParaRPr sz="1800">
              <a:latin typeface="宋体"/>
              <a:cs typeface="宋体"/>
            </a:endParaRPr>
          </a:p>
          <a:p>
            <a:pPr marL="58419">
              <a:lnSpc>
                <a:spcPct val="100000"/>
              </a:lnSpc>
              <a:spcBef>
                <a:spcPts val="1830"/>
              </a:spcBef>
            </a:pPr>
            <a:r>
              <a:rPr sz="1800" dirty="0">
                <a:latin typeface="宋体"/>
                <a:cs typeface="宋体"/>
              </a:rPr>
              <a:t>承诺型</a:t>
            </a:r>
            <a:r>
              <a:rPr sz="1800" spc="-10" dirty="0">
                <a:latin typeface="宋体"/>
                <a:cs typeface="宋体"/>
              </a:rPr>
              <a:t>（</a:t>
            </a:r>
            <a:r>
              <a:rPr sz="1800" spc="-10" dirty="0">
                <a:latin typeface="Arial"/>
                <a:cs typeface="Arial"/>
              </a:rPr>
              <a:t>Commissive</a:t>
            </a:r>
            <a:r>
              <a:rPr sz="1800" spc="-10" dirty="0">
                <a:latin typeface="宋体"/>
                <a:cs typeface="宋体"/>
              </a:rPr>
              <a:t>）</a:t>
            </a:r>
            <a:endParaRPr sz="1800">
              <a:latin typeface="宋体"/>
              <a:cs typeface="宋体"/>
            </a:endParaRPr>
          </a:p>
          <a:p>
            <a:pPr>
              <a:lnSpc>
                <a:spcPct val="100000"/>
              </a:lnSpc>
              <a:spcBef>
                <a:spcPts val="10"/>
              </a:spcBef>
            </a:pPr>
            <a:endParaRPr sz="1900">
              <a:latin typeface="宋体"/>
              <a:cs typeface="宋体"/>
            </a:endParaRPr>
          </a:p>
          <a:p>
            <a:pPr marL="267335">
              <a:lnSpc>
                <a:spcPct val="100000"/>
              </a:lnSpc>
            </a:pPr>
            <a:r>
              <a:rPr sz="2000" b="1" spc="-10" dirty="0">
                <a:latin typeface="Arial"/>
                <a:cs typeface="Arial"/>
              </a:rPr>
              <a:t>PIA</a:t>
            </a:r>
            <a:r>
              <a:rPr sz="2000" b="1" spc="-10" dirty="0">
                <a:latin typeface="Microsoft JhengHei"/>
                <a:cs typeface="Microsoft JhengHei"/>
              </a:rPr>
              <a:t>实施步骤：</a:t>
            </a:r>
            <a:endParaRPr sz="2000">
              <a:latin typeface="Microsoft JhengHei"/>
              <a:cs typeface="Microsoft JhengHei"/>
            </a:endParaRPr>
          </a:p>
          <a:p>
            <a:pPr marL="323215" indent="-254000">
              <a:lnSpc>
                <a:spcPct val="100000"/>
              </a:lnSpc>
              <a:spcBef>
                <a:spcPts val="1580"/>
              </a:spcBef>
              <a:buFont typeface="Arial"/>
              <a:buAutoNum type="arabicPeriod"/>
              <a:tabLst>
                <a:tab pos="323215" algn="l"/>
              </a:tabLst>
            </a:pPr>
            <a:r>
              <a:rPr sz="1800" spc="-5" dirty="0">
                <a:latin typeface="宋体"/>
                <a:cs typeface="宋体"/>
              </a:rPr>
              <a:t>识别主要语用意图：确定任务的首要目的</a:t>
            </a:r>
            <a:endParaRPr sz="1800">
              <a:latin typeface="宋体"/>
              <a:cs typeface="宋体"/>
            </a:endParaRPr>
          </a:p>
          <a:p>
            <a:pPr marL="323215" indent="-254000">
              <a:lnSpc>
                <a:spcPct val="100000"/>
              </a:lnSpc>
              <a:spcBef>
                <a:spcPts val="645"/>
              </a:spcBef>
              <a:buFont typeface="Arial"/>
              <a:buAutoNum type="arabicPeriod"/>
              <a:tabLst>
                <a:tab pos="323215" algn="l"/>
              </a:tabLst>
            </a:pPr>
            <a:r>
              <a:rPr sz="1800" spc="-5" dirty="0">
                <a:latin typeface="宋体"/>
                <a:cs typeface="宋体"/>
              </a:rPr>
              <a:t>分析次要语用意图：识别可能的辅助目的</a:t>
            </a:r>
            <a:endParaRPr sz="1800">
              <a:latin typeface="宋体"/>
              <a:cs typeface="宋体"/>
            </a:endParaRPr>
          </a:p>
          <a:p>
            <a:pPr marL="323215" indent="-254000">
              <a:lnSpc>
                <a:spcPct val="100000"/>
              </a:lnSpc>
              <a:spcBef>
                <a:spcPts val="645"/>
              </a:spcBef>
              <a:buFont typeface="Arial"/>
              <a:buAutoNum type="arabicPeriod"/>
              <a:tabLst>
                <a:tab pos="323215" algn="l"/>
              </a:tabLst>
            </a:pPr>
            <a:r>
              <a:rPr sz="1800" spc="-5" dirty="0">
                <a:latin typeface="宋体"/>
                <a:cs typeface="宋体"/>
              </a:rPr>
              <a:t>评估语用意图的强度：量化每种意图的强度</a:t>
            </a:r>
            <a:endParaRPr sz="1800">
              <a:latin typeface="宋体"/>
              <a:cs typeface="宋体"/>
            </a:endParaRPr>
          </a:p>
          <a:p>
            <a:pPr marL="323215" indent="-254000">
              <a:lnSpc>
                <a:spcPct val="100000"/>
              </a:lnSpc>
              <a:spcBef>
                <a:spcPts val="645"/>
              </a:spcBef>
              <a:buFont typeface="Arial"/>
              <a:buAutoNum type="arabicPeriod"/>
              <a:tabLst>
                <a:tab pos="323215" algn="l"/>
              </a:tabLst>
            </a:pPr>
            <a:r>
              <a:rPr sz="1800" spc="-5" dirty="0">
                <a:latin typeface="宋体"/>
                <a:cs typeface="宋体"/>
              </a:rPr>
              <a:t>构建语用意图矩阵：创建语用意图及其强度的矩阵</a:t>
            </a:r>
            <a:endParaRPr sz="1800">
              <a:latin typeface="宋体"/>
              <a:cs typeface="宋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24377" y="2659419"/>
            <a:ext cx="4287674" cy="1805878"/>
          </a:xfrm>
          <a:prstGeom prst="rect">
            <a:avLst/>
          </a:prstGeom>
        </p:spPr>
      </p:pic>
      <p:sp>
        <p:nvSpPr>
          <p:cNvPr id="3" name="object 3"/>
          <p:cNvSpPr txBox="1">
            <a:spLocks noGrp="1"/>
          </p:cNvSpPr>
          <p:nvPr>
            <p:ph type="title"/>
          </p:nvPr>
        </p:nvSpPr>
        <p:spPr>
          <a:xfrm>
            <a:off x="363854" y="234314"/>
            <a:ext cx="9345295" cy="634365"/>
          </a:xfrm>
          <a:prstGeom prst="rect">
            <a:avLst/>
          </a:prstGeom>
        </p:spPr>
        <p:txBody>
          <a:bodyPr vert="horz" wrap="square" lIns="0" tIns="12065" rIns="0" bIns="0" rtlCol="0">
            <a:spAutoFit/>
          </a:bodyPr>
          <a:lstStyle/>
          <a:p>
            <a:pPr marL="12700">
              <a:lnSpc>
                <a:spcPct val="100000"/>
              </a:lnSpc>
              <a:spcBef>
                <a:spcPts val="95"/>
              </a:spcBef>
            </a:pPr>
            <a:r>
              <a:rPr sz="4000" spc="270" dirty="0"/>
              <a:t>主题聚焦机制（</a:t>
            </a:r>
            <a:r>
              <a:rPr sz="4000" spc="270" dirty="0">
                <a:latin typeface="Arial"/>
                <a:cs typeface="Arial"/>
              </a:rPr>
              <a:t>TFM</a:t>
            </a:r>
            <a:r>
              <a:rPr sz="4000" spc="270" dirty="0"/>
              <a:t>）：锁定核心内</a:t>
            </a:r>
            <a:r>
              <a:rPr sz="4000" spc="-50" dirty="0"/>
              <a:t>容</a:t>
            </a:r>
            <a:endParaRPr sz="4000">
              <a:latin typeface="Arial"/>
              <a:cs typeface="Arial"/>
            </a:endParaRPr>
          </a:p>
        </p:txBody>
      </p:sp>
      <p:sp>
        <p:nvSpPr>
          <p:cNvPr id="4" name="object 4"/>
          <p:cNvSpPr txBox="1"/>
          <p:nvPr/>
        </p:nvSpPr>
        <p:spPr>
          <a:xfrm>
            <a:off x="596900" y="4276090"/>
            <a:ext cx="5420360" cy="2211070"/>
          </a:xfrm>
          <a:prstGeom prst="rect">
            <a:avLst/>
          </a:prstGeom>
        </p:spPr>
        <p:txBody>
          <a:bodyPr vert="horz" wrap="square" lIns="0" tIns="13335" rIns="0" bIns="0" rtlCol="0">
            <a:spAutoFit/>
          </a:bodyPr>
          <a:lstStyle/>
          <a:p>
            <a:pPr marL="210820">
              <a:lnSpc>
                <a:spcPct val="100000"/>
              </a:lnSpc>
              <a:spcBef>
                <a:spcPts val="105"/>
              </a:spcBef>
            </a:pPr>
            <a:r>
              <a:rPr sz="2000" b="1" spc="-10" dirty="0">
                <a:latin typeface="Arial"/>
                <a:cs typeface="Arial"/>
              </a:rPr>
              <a:t>TFM</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425"/>
              </a:spcBef>
              <a:buFont typeface="Arial"/>
              <a:buAutoNum type="arabicPeriod"/>
              <a:tabLst>
                <a:tab pos="354965" algn="l"/>
                <a:tab pos="355600" algn="l"/>
              </a:tabLst>
            </a:pPr>
            <a:r>
              <a:rPr sz="1800" spc="-5" dirty="0">
                <a:latin typeface="宋体"/>
                <a:cs typeface="宋体"/>
              </a:rPr>
              <a:t>定义主题原型：列出主题的关键特征和代表性例子</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构建语义框架：创建与主题相关的概念图</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设置重点梯度：按重要性排序相关概念和子主题</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spc="-5" dirty="0">
                <a:latin typeface="宋体"/>
                <a:cs typeface="宋体"/>
              </a:rPr>
              <a:t>创建主题引导符：设计特定的关键词或短语来保持</a:t>
            </a:r>
            <a:r>
              <a:rPr sz="1800" spc="-15" dirty="0">
                <a:latin typeface="宋体"/>
                <a:cs typeface="宋体"/>
              </a:rPr>
              <a:t>主题聚焦</a:t>
            </a:r>
            <a:endParaRPr sz="1800">
              <a:latin typeface="宋体"/>
              <a:cs typeface="宋体"/>
            </a:endParaRPr>
          </a:p>
        </p:txBody>
      </p:sp>
      <p:sp>
        <p:nvSpPr>
          <p:cNvPr id="5" name="object 5"/>
          <p:cNvSpPr/>
          <p:nvPr/>
        </p:nvSpPr>
        <p:spPr>
          <a:xfrm>
            <a:off x="6199632" y="1150619"/>
            <a:ext cx="2106295" cy="349250"/>
          </a:xfrm>
          <a:custGeom>
            <a:avLst/>
            <a:gdLst/>
            <a:ahLst/>
            <a:cxnLst/>
            <a:rect l="l" t="t" r="r" b="b"/>
            <a:pathLst>
              <a:path w="2106295" h="349250">
                <a:moveTo>
                  <a:pt x="2048256" y="348995"/>
                </a:moveTo>
                <a:lnTo>
                  <a:pt x="57912" y="348995"/>
                </a:lnTo>
                <a:lnTo>
                  <a:pt x="35354" y="344569"/>
                </a:lnTo>
                <a:lnTo>
                  <a:pt x="16916" y="332174"/>
                </a:lnTo>
                <a:lnTo>
                  <a:pt x="4498" y="313713"/>
                </a:lnTo>
                <a:lnTo>
                  <a:pt x="0" y="291083"/>
                </a:lnTo>
                <a:lnTo>
                  <a:pt x="0" y="57911"/>
                </a:lnTo>
                <a:lnTo>
                  <a:pt x="4498" y="35425"/>
                </a:lnTo>
                <a:lnTo>
                  <a:pt x="16916" y="17011"/>
                </a:lnTo>
                <a:lnTo>
                  <a:pt x="35354" y="4569"/>
                </a:lnTo>
                <a:lnTo>
                  <a:pt x="57912" y="0"/>
                </a:lnTo>
                <a:lnTo>
                  <a:pt x="2048256" y="0"/>
                </a:lnTo>
                <a:lnTo>
                  <a:pt x="2070742" y="4569"/>
                </a:lnTo>
                <a:lnTo>
                  <a:pt x="2089156" y="17011"/>
                </a:lnTo>
                <a:lnTo>
                  <a:pt x="2101598" y="35425"/>
                </a:lnTo>
                <a:lnTo>
                  <a:pt x="2106167" y="57911"/>
                </a:lnTo>
                <a:lnTo>
                  <a:pt x="2106167" y="291083"/>
                </a:lnTo>
                <a:lnTo>
                  <a:pt x="2101598" y="313713"/>
                </a:lnTo>
                <a:lnTo>
                  <a:pt x="2089156" y="332174"/>
                </a:lnTo>
                <a:lnTo>
                  <a:pt x="2070742" y="344569"/>
                </a:lnTo>
                <a:lnTo>
                  <a:pt x="2048256" y="348995"/>
                </a:lnTo>
                <a:close/>
              </a:path>
            </a:pathLst>
          </a:custGeom>
          <a:solidFill>
            <a:srgbClr val="0A80DF"/>
          </a:solidFill>
        </p:spPr>
        <p:txBody>
          <a:bodyPr wrap="square" lIns="0" tIns="0" rIns="0" bIns="0" rtlCol="0"/>
          <a:lstStyle/>
          <a:p>
            <a:endParaRPr/>
          </a:p>
        </p:txBody>
      </p:sp>
      <p:sp>
        <p:nvSpPr>
          <p:cNvPr id="6" name="object 6"/>
          <p:cNvSpPr txBox="1"/>
          <p:nvPr/>
        </p:nvSpPr>
        <p:spPr>
          <a:xfrm>
            <a:off x="6276975" y="1031671"/>
            <a:ext cx="1445895" cy="865505"/>
          </a:xfrm>
          <a:prstGeom prst="rect">
            <a:avLst/>
          </a:prstGeom>
        </p:spPr>
        <p:txBody>
          <a:bodyPr vert="horz" wrap="square" lIns="0" tIns="158115" rIns="0" bIns="0" rtlCol="0">
            <a:spAutoFit/>
          </a:bodyPr>
          <a:lstStyle/>
          <a:p>
            <a:pPr marL="516255">
              <a:lnSpc>
                <a:spcPct val="100000"/>
              </a:lnSpc>
              <a:spcBef>
                <a:spcPts val="1245"/>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a:lnSpc>
                <a:spcPct val="100000"/>
              </a:lnSpc>
              <a:spcBef>
                <a:spcPts val="1145"/>
              </a:spcBef>
            </a:pPr>
            <a:r>
              <a:rPr sz="1800" b="1" dirty="0">
                <a:latin typeface="Arial"/>
                <a:cs typeface="Arial"/>
              </a:rPr>
              <a:t>1. </a:t>
            </a:r>
            <a:r>
              <a:rPr sz="1800" b="1" spc="-15" dirty="0">
                <a:latin typeface="Microsoft JhengHei"/>
                <a:cs typeface="Microsoft JhengHei"/>
              </a:rPr>
              <a:t>主题原型</a:t>
            </a:r>
            <a:endParaRPr sz="1800">
              <a:latin typeface="Microsoft JhengHei"/>
              <a:cs typeface="Microsoft JhengHei"/>
            </a:endParaRPr>
          </a:p>
        </p:txBody>
      </p:sp>
      <p:sp>
        <p:nvSpPr>
          <p:cNvPr id="7" name="object 7"/>
          <p:cNvSpPr txBox="1"/>
          <p:nvPr/>
        </p:nvSpPr>
        <p:spPr>
          <a:xfrm>
            <a:off x="6276975" y="1880361"/>
            <a:ext cx="5112385" cy="579120"/>
          </a:xfrm>
          <a:prstGeom prst="rect">
            <a:avLst/>
          </a:prstGeom>
        </p:spPr>
        <p:txBody>
          <a:bodyPr vert="horz" wrap="square" lIns="0" tIns="76200" rIns="0" bIns="0" rtlCol="0">
            <a:spAutoFit/>
          </a:bodyPr>
          <a:lstStyle/>
          <a:p>
            <a:pPr marL="298450" indent="-285750">
              <a:lnSpc>
                <a:spcPct val="100000"/>
              </a:lnSpc>
              <a:spcBef>
                <a:spcPts val="600"/>
              </a:spcBef>
              <a:buFont typeface="Arial"/>
              <a:buChar char="•"/>
              <a:tabLst>
                <a:tab pos="297815" algn="l"/>
                <a:tab pos="298450" algn="l"/>
              </a:tabLst>
            </a:pPr>
            <a:r>
              <a:rPr sz="1400" spc="-15" dirty="0">
                <a:latin typeface="宋体"/>
                <a:cs typeface="宋体"/>
              </a:rPr>
              <a:t>关键特征：全球变暖、极端天气、海平面上升、生态系统变化</a:t>
            </a:r>
            <a:endParaRPr sz="1400">
              <a:latin typeface="宋体"/>
              <a:cs typeface="宋体"/>
            </a:endParaRPr>
          </a:p>
          <a:p>
            <a:pPr marL="298450" indent="-285750">
              <a:lnSpc>
                <a:spcPct val="100000"/>
              </a:lnSpc>
              <a:spcBef>
                <a:spcPts val="500"/>
              </a:spcBef>
              <a:buFont typeface="Arial"/>
              <a:buChar char="•"/>
              <a:tabLst>
                <a:tab pos="297815" algn="l"/>
                <a:tab pos="298450" algn="l"/>
              </a:tabLst>
            </a:pPr>
            <a:r>
              <a:rPr sz="1400" spc="-15" dirty="0">
                <a:latin typeface="宋体"/>
                <a:cs typeface="宋体"/>
              </a:rPr>
              <a:t>代表性例子：北极冰盖融化、热带雨林减少、珊瑚白化</a:t>
            </a:r>
            <a:endParaRPr sz="1400">
              <a:latin typeface="宋体"/>
              <a:cs typeface="宋体"/>
            </a:endParaRPr>
          </a:p>
        </p:txBody>
      </p:sp>
      <p:sp>
        <p:nvSpPr>
          <p:cNvPr id="8" name="object 8"/>
          <p:cNvSpPr txBox="1"/>
          <p:nvPr/>
        </p:nvSpPr>
        <p:spPr>
          <a:xfrm>
            <a:off x="6276975" y="2506979"/>
            <a:ext cx="11957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2. </a:t>
            </a:r>
            <a:r>
              <a:rPr sz="1800" b="1" spc="-15" dirty="0">
                <a:latin typeface="Microsoft JhengHei"/>
                <a:cs typeface="Microsoft JhengHei"/>
              </a:rPr>
              <a:t>语义框架</a:t>
            </a:r>
            <a:endParaRPr sz="1800">
              <a:latin typeface="Microsoft JhengHei"/>
              <a:cs typeface="Microsoft JhengHei"/>
            </a:endParaRPr>
          </a:p>
        </p:txBody>
      </p:sp>
      <p:sp>
        <p:nvSpPr>
          <p:cNvPr id="9" name="object 9"/>
          <p:cNvSpPr txBox="1"/>
          <p:nvPr/>
        </p:nvSpPr>
        <p:spPr>
          <a:xfrm>
            <a:off x="6276975" y="4196226"/>
            <a:ext cx="4045585" cy="2418080"/>
          </a:xfrm>
          <a:prstGeom prst="rect">
            <a:avLst/>
          </a:prstGeom>
        </p:spPr>
        <p:txBody>
          <a:bodyPr vert="horz" wrap="square" lIns="0" tIns="104139" rIns="0" bIns="0" rtlCol="0">
            <a:spAutoFit/>
          </a:bodyPr>
          <a:lstStyle/>
          <a:p>
            <a:pPr marL="12700">
              <a:lnSpc>
                <a:spcPct val="100000"/>
              </a:lnSpc>
              <a:spcBef>
                <a:spcPts val="819"/>
              </a:spcBef>
            </a:pPr>
            <a:r>
              <a:rPr sz="1800" b="1" dirty="0">
                <a:latin typeface="Arial"/>
                <a:cs typeface="Arial"/>
              </a:rPr>
              <a:t>3. </a:t>
            </a:r>
            <a:r>
              <a:rPr sz="1800" b="1" spc="-15" dirty="0">
                <a:latin typeface="Microsoft JhengHei"/>
                <a:cs typeface="Microsoft JhengHei"/>
              </a:rPr>
              <a:t>重点梯度</a:t>
            </a:r>
            <a:endParaRPr sz="1800">
              <a:latin typeface="Microsoft JhengHei"/>
              <a:cs typeface="Microsoft JhengHei"/>
            </a:endParaRPr>
          </a:p>
          <a:p>
            <a:pPr marL="468630" indent="-455930">
              <a:lnSpc>
                <a:spcPct val="100000"/>
              </a:lnSpc>
              <a:spcBef>
                <a:spcPts val="570"/>
              </a:spcBef>
              <a:buSzPct val="92857"/>
              <a:buAutoNum type="arabicPlain"/>
              <a:tabLst>
                <a:tab pos="468630" algn="l"/>
              </a:tabLst>
            </a:pPr>
            <a:r>
              <a:rPr sz="1400" spc="-15" dirty="0">
                <a:latin typeface="宋体"/>
                <a:cs typeface="宋体"/>
              </a:rPr>
              <a:t>气候变化的科学证据</a:t>
            </a:r>
            <a:endParaRPr sz="1400">
              <a:latin typeface="宋体"/>
              <a:cs typeface="宋体"/>
            </a:endParaRPr>
          </a:p>
          <a:p>
            <a:pPr marL="468630" indent="-455930">
              <a:lnSpc>
                <a:spcPct val="100000"/>
              </a:lnSpc>
              <a:spcBef>
                <a:spcPts val="500"/>
              </a:spcBef>
              <a:buSzPct val="92857"/>
              <a:buAutoNum type="arabicPlain"/>
              <a:tabLst>
                <a:tab pos="468630" algn="l"/>
              </a:tabLst>
            </a:pPr>
            <a:r>
              <a:rPr sz="1400" spc="-20" dirty="0">
                <a:latin typeface="宋体"/>
                <a:cs typeface="宋体"/>
              </a:rPr>
              <a:t>当前和预期的影响</a:t>
            </a:r>
            <a:endParaRPr sz="1400">
              <a:latin typeface="宋体"/>
              <a:cs typeface="宋体"/>
            </a:endParaRPr>
          </a:p>
          <a:p>
            <a:pPr marL="468630" indent="-455930">
              <a:lnSpc>
                <a:spcPct val="100000"/>
              </a:lnSpc>
              <a:spcBef>
                <a:spcPts val="500"/>
              </a:spcBef>
              <a:buSzPct val="92857"/>
              <a:buAutoNum type="arabicPlain"/>
              <a:tabLst>
                <a:tab pos="468630" algn="l"/>
              </a:tabLst>
            </a:pPr>
            <a:r>
              <a:rPr sz="1400" spc="-20" dirty="0">
                <a:latin typeface="宋体"/>
                <a:cs typeface="宋体"/>
              </a:rPr>
              <a:t>减缓和适应策略</a:t>
            </a:r>
            <a:endParaRPr sz="1400">
              <a:latin typeface="宋体"/>
              <a:cs typeface="宋体"/>
            </a:endParaRPr>
          </a:p>
          <a:p>
            <a:pPr marL="468630" indent="-455930">
              <a:lnSpc>
                <a:spcPct val="100000"/>
              </a:lnSpc>
              <a:spcBef>
                <a:spcPts val="500"/>
              </a:spcBef>
              <a:buSzPct val="92857"/>
              <a:buAutoNum type="arabicPlain"/>
              <a:tabLst>
                <a:tab pos="468630" algn="l"/>
              </a:tabLst>
            </a:pPr>
            <a:r>
              <a:rPr sz="1400" spc="-15" dirty="0">
                <a:latin typeface="宋体"/>
                <a:cs typeface="宋体"/>
              </a:rPr>
              <a:t>个人和集体行动的重要性</a:t>
            </a:r>
            <a:endParaRPr sz="1400">
              <a:latin typeface="宋体"/>
              <a:cs typeface="宋体"/>
            </a:endParaRPr>
          </a:p>
          <a:p>
            <a:pPr marL="12700">
              <a:lnSpc>
                <a:spcPct val="100000"/>
              </a:lnSpc>
              <a:spcBef>
                <a:spcPts val="575"/>
              </a:spcBef>
            </a:pPr>
            <a:r>
              <a:rPr sz="1800" b="1" dirty="0">
                <a:latin typeface="Arial"/>
                <a:cs typeface="Arial"/>
              </a:rPr>
              <a:t>4</a:t>
            </a:r>
            <a:r>
              <a:rPr sz="1800" b="1" spc="5" dirty="0">
                <a:latin typeface="Arial"/>
                <a:cs typeface="Arial"/>
              </a:rPr>
              <a:t>. </a:t>
            </a:r>
            <a:r>
              <a:rPr sz="1800" b="1" spc="-10" dirty="0">
                <a:latin typeface="Microsoft JhengHei"/>
                <a:cs typeface="Microsoft JhengHei"/>
              </a:rPr>
              <a:t>主题引导符</a:t>
            </a:r>
            <a:endParaRPr sz="1800">
              <a:latin typeface="Microsoft JhengHei"/>
              <a:cs typeface="Microsoft JhengHei"/>
            </a:endParaRPr>
          </a:p>
          <a:p>
            <a:pPr marL="298450" indent="-285750">
              <a:lnSpc>
                <a:spcPct val="100000"/>
              </a:lnSpc>
              <a:spcBef>
                <a:spcPts val="570"/>
              </a:spcBef>
              <a:buFont typeface="Arial"/>
              <a:buChar char="•"/>
              <a:tabLst>
                <a:tab pos="297815" algn="l"/>
                <a:tab pos="298450" algn="l"/>
              </a:tabLst>
            </a:pPr>
            <a:r>
              <a:rPr sz="1400" spc="-15" dirty="0">
                <a:latin typeface="宋体"/>
                <a:cs typeface="宋体"/>
              </a:rPr>
              <a:t>主要关键词：气候变化、全球变暖、环境保护</a:t>
            </a:r>
            <a:endParaRPr sz="1400">
              <a:latin typeface="宋体"/>
              <a:cs typeface="宋体"/>
            </a:endParaRPr>
          </a:p>
          <a:p>
            <a:pPr marL="298450" indent="-285750">
              <a:lnSpc>
                <a:spcPct val="100000"/>
              </a:lnSpc>
              <a:spcBef>
                <a:spcPts val="500"/>
              </a:spcBef>
              <a:buFont typeface="Arial"/>
              <a:buChar char="•"/>
              <a:tabLst>
                <a:tab pos="297815" algn="l"/>
                <a:tab pos="298450" algn="l"/>
              </a:tabLst>
            </a:pPr>
            <a:r>
              <a:rPr sz="1400" spc="-15" dirty="0">
                <a:latin typeface="宋体"/>
                <a:cs typeface="宋体"/>
              </a:rPr>
              <a:t>次要关键词：碳排放、可再生能源、可持续发展</a:t>
            </a:r>
            <a:endParaRPr sz="1400">
              <a:latin typeface="宋体"/>
              <a:cs typeface="宋体"/>
            </a:endParaRPr>
          </a:p>
        </p:txBody>
      </p:sp>
      <p:sp>
        <p:nvSpPr>
          <p:cNvPr id="10" name="object 10"/>
          <p:cNvSpPr/>
          <p:nvPr/>
        </p:nvSpPr>
        <p:spPr>
          <a:xfrm>
            <a:off x="503872" y="2419032"/>
            <a:ext cx="1898650" cy="436245"/>
          </a:xfrm>
          <a:custGeom>
            <a:avLst/>
            <a:gdLst/>
            <a:ahLst/>
            <a:cxnLst/>
            <a:rect l="l" t="t" r="r" b="b"/>
            <a:pathLst>
              <a:path w="1898650" h="436244">
                <a:moveTo>
                  <a:pt x="1898650" y="436244"/>
                </a:moveTo>
                <a:lnTo>
                  <a:pt x="0" y="436244"/>
                </a:lnTo>
                <a:lnTo>
                  <a:pt x="0" y="0"/>
                </a:lnTo>
                <a:lnTo>
                  <a:pt x="1898650" y="0"/>
                </a:lnTo>
                <a:lnTo>
                  <a:pt x="1898650" y="14287"/>
                </a:lnTo>
                <a:lnTo>
                  <a:pt x="28575" y="14287"/>
                </a:lnTo>
                <a:lnTo>
                  <a:pt x="14287" y="28574"/>
                </a:lnTo>
                <a:lnTo>
                  <a:pt x="28575" y="28574"/>
                </a:lnTo>
                <a:lnTo>
                  <a:pt x="28575" y="407669"/>
                </a:lnTo>
                <a:lnTo>
                  <a:pt x="14287" y="407669"/>
                </a:lnTo>
                <a:lnTo>
                  <a:pt x="28575" y="421957"/>
                </a:lnTo>
                <a:lnTo>
                  <a:pt x="1898650" y="421957"/>
                </a:lnTo>
                <a:lnTo>
                  <a:pt x="1898650" y="436244"/>
                </a:lnTo>
                <a:close/>
              </a:path>
              <a:path w="1898650" h="436244">
                <a:moveTo>
                  <a:pt x="28575" y="28574"/>
                </a:moveTo>
                <a:lnTo>
                  <a:pt x="14287" y="28574"/>
                </a:lnTo>
                <a:lnTo>
                  <a:pt x="28575" y="14287"/>
                </a:lnTo>
                <a:lnTo>
                  <a:pt x="28575" y="28574"/>
                </a:lnTo>
                <a:close/>
              </a:path>
              <a:path w="1898650" h="436244">
                <a:moveTo>
                  <a:pt x="1870075" y="28574"/>
                </a:moveTo>
                <a:lnTo>
                  <a:pt x="28575" y="28574"/>
                </a:lnTo>
                <a:lnTo>
                  <a:pt x="28575" y="14287"/>
                </a:lnTo>
                <a:lnTo>
                  <a:pt x="1870075" y="14287"/>
                </a:lnTo>
                <a:lnTo>
                  <a:pt x="1870075" y="28574"/>
                </a:lnTo>
                <a:close/>
              </a:path>
              <a:path w="1898650" h="436244">
                <a:moveTo>
                  <a:pt x="1870075" y="421957"/>
                </a:moveTo>
                <a:lnTo>
                  <a:pt x="1870075" y="14287"/>
                </a:lnTo>
                <a:lnTo>
                  <a:pt x="1884362" y="28574"/>
                </a:lnTo>
                <a:lnTo>
                  <a:pt x="1898650" y="28574"/>
                </a:lnTo>
                <a:lnTo>
                  <a:pt x="1898650" y="407669"/>
                </a:lnTo>
                <a:lnTo>
                  <a:pt x="1884362" y="407669"/>
                </a:lnTo>
                <a:lnTo>
                  <a:pt x="1870075" y="421957"/>
                </a:lnTo>
                <a:close/>
              </a:path>
              <a:path w="1898650" h="436244">
                <a:moveTo>
                  <a:pt x="1898650" y="28574"/>
                </a:moveTo>
                <a:lnTo>
                  <a:pt x="1884362" y="28574"/>
                </a:lnTo>
                <a:lnTo>
                  <a:pt x="1870075" y="14287"/>
                </a:lnTo>
                <a:lnTo>
                  <a:pt x="1898650" y="14287"/>
                </a:lnTo>
                <a:lnTo>
                  <a:pt x="1898650" y="28574"/>
                </a:lnTo>
                <a:close/>
              </a:path>
              <a:path w="1898650" h="436244">
                <a:moveTo>
                  <a:pt x="28575" y="421957"/>
                </a:moveTo>
                <a:lnTo>
                  <a:pt x="14287" y="407669"/>
                </a:lnTo>
                <a:lnTo>
                  <a:pt x="28575" y="407669"/>
                </a:lnTo>
                <a:lnTo>
                  <a:pt x="28575" y="421957"/>
                </a:lnTo>
                <a:close/>
              </a:path>
              <a:path w="1898650" h="436244">
                <a:moveTo>
                  <a:pt x="1870075" y="421957"/>
                </a:moveTo>
                <a:lnTo>
                  <a:pt x="28575" y="421957"/>
                </a:lnTo>
                <a:lnTo>
                  <a:pt x="28575" y="407669"/>
                </a:lnTo>
                <a:lnTo>
                  <a:pt x="1870075" y="407669"/>
                </a:lnTo>
                <a:lnTo>
                  <a:pt x="1870075" y="421957"/>
                </a:lnTo>
                <a:close/>
              </a:path>
              <a:path w="1898650" h="436244">
                <a:moveTo>
                  <a:pt x="1898650" y="421957"/>
                </a:moveTo>
                <a:lnTo>
                  <a:pt x="1870075" y="421957"/>
                </a:lnTo>
                <a:lnTo>
                  <a:pt x="1884362" y="407669"/>
                </a:lnTo>
                <a:lnTo>
                  <a:pt x="1898650" y="407669"/>
                </a:lnTo>
                <a:lnTo>
                  <a:pt x="1898650" y="421957"/>
                </a:lnTo>
                <a:close/>
              </a:path>
            </a:pathLst>
          </a:custGeom>
          <a:solidFill>
            <a:srgbClr val="5F95E6"/>
          </a:solidFill>
        </p:spPr>
        <p:txBody>
          <a:bodyPr wrap="square" lIns="0" tIns="0" rIns="0" bIns="0" rtlCol="0"/>
          <a:lstStyle/>
          <a:p>
            <a:endParaRPr/>
          </a:p>
        </p:txBody>
      </p:sp>
      <p:sp>
        <p:nvSpPr>
          <p:cNvPr id="11" name="object 11"/>
          <p:cNvSpPr/>
          <p:nvPr/>
        </p:nvSpPr>
        <p:spPr>
          <a:xfrm>
            <a:off x="503872" y="3034347"/>
            <a:ext cx="1898650" cy="436245"/>
          </a:xfrm>
          <a:custGeom>
            <a:avLst/>
            <a:gdLst/>
            <a:ahLst/>
            <a:cxnLst/>
            <a:rect l="l" t="t" r="r" b="b"/>
            <a:pathLst>
              <a:path w="1898650" h="436245">
                <a:moveTo>
                  <a:pt x="1898650" y="436244"/>
                </a:moveTo>
                <a:lnTo>
                  <a:pt x="0" y="436244"/>
                </a:lnTo>
                <a:lnTo>
                  <a:pt x="0" y="0"/>
                </a:lnTo>
                <a:lnTo>
                  <a:pt x="1898650" y="0"/>
                </a:lnTo>
                <a:lnTo>
                  <a:pt x="1898650" y="14287"/>
                </a:lnTo>
                <a:lnTo>
                  <a:pt x="28575" y="14287"/>
                </a:lnTo>
                <a:lnTo>
                  <a:pt x="14287" y="28575"/>
                </a:lnTo>
                <a:lnTo>
                  <a:pt x="28575" y="28575"/>
                </a:lnTo>
                <a:lnTo>
                  <a:pt x="28575" y="407669"/>
                </a:lnTo>
                <a:lnTo>
                  <a:pt x="14287" y="407669"/>
                </a:lnTo>
                <a:lnTo>
                  <a:pt x="28575" y="421957"/>
                </a:lnTo>
                <a:lnTo>
                  <a:pt x="1898650" y="421957"/>
                </a:lnTo>
                <a:lnTo>
                  <a:pt x="1898650" y="436244"/>
                </a:lnTo>
                <a:close/>
              </a:path>
              <a:path w="1898650" h="436245">
                <a:moveTo>
                  <a:pt x="28575" y="28575"/>
                </a:moveTo>
                <a:lnTo>
                  <a:pt x="14287" y="28575"/>
                </a:lnTo>
                <a:lnTo>
                  <a:pt x="28575" y="14287"/>
                </a:lnTo>
                <a:lnTo>
                  <a:pt x="28575" y="28575"/>
                </a:lnTo>
                <a:close/>
              </a:path>
              <a:path w="1898650" h="436245">
                <a:moveTo>
                  <a:pt x="1870075" y="28575"/>
                </a:moveTo>
                <a:lnTo>
                  <a:pt x="28575" y="28575"/>
                </a:lnTo>
                <a:lnTo>
                  <a:pt x="28575" y="14287"/>
                </a:lnTo>
                <a:lnTo>
                  <a:pt x="1870075" y="14287"/>
                </a:lnTo>
                <a:lnTo>
                  <a:pt x="1870075" y="28575"/>
                </a:lnTo>
                <a:close/>
              </a:path>
              <a:path w="1898650" h="436245">
                <a:moveTo>
                  <a:pt x="1870075" y="421957"/>
                </a:moveTo>
                <a:lnTo>
                  <a:pt x="1870075" y="14287"/>
                </a:lnTo>
                <a:lnTo>
                  <a:pt x="1884362" y="28575"/>
                </a:lnTo>
                <a:lnTo>
                  <a:pt x="1898650" y="28575"/>
                </a:lnTo>
                <a:lnTo>
                  <a:pt x="1898650" y="407669"/>
                </a:lnTo>
                <a:lnTo>
                  <a:pt x="1884362" y="407669"/>
                </a:lnTo>
                <a:lnTo>
                  <a:pt x="1870075" y="421957"/>
                </a:lnTo>
                <a:close/>
              </a:path>
              <a:path w="1898650" h="436245">
                <a:moveTo>
                  <a:pt x="1898650" y="28575"/>
                </a:moveTo>
                <a:lnTo>
                  <a:pt x="1884362" y="28575"/>
                </a:lnTo>
                <a:lnTo>
                  <a:pt x="1870075" y="14287"/>
                </a:lnTo>
                <a:lnTo>
                  <a:pt x="1898650" y="14287"/>
                </a:lnTo>
                <a:lnTo>
                  <a:pt x="1898650" y="28575"/>
                </a:lnTo>
                <a:close/>
              </a:path>
              <a:path w="1898650" h="436245">
                <a:moveTo>
                  <a:pt x="28575" y="421957"/>
                </a:moveTo>
                <a:lnTo>
                  <a:pt x="14287" y="407669"/>
                </a:lnTo>
                <a:lnTo>
                  <a:pt x="28575" y="407669"/>
                </a:lnTo>
                <a:lnTo>
                  <a:pt x="28575" y="421957"/>
                </a:lnTo>
                <a:close/>
              </a:path>
              <a:path w="1898650" h="436245">
                <a:moveTo>
                  <a:pt x="1870075" y="421957"/>
                </a:moveTo>
                <a:lnTo>
                  <a:pt x="28575" y="421957"/>
                </a:lnTo>
                <a:lnTo>
                  <a:pt x="28575" y="407669"/>
                </a:lnTo>
                <a:lnTo>
                  <a:pt x="1870075" y="407669"/>
                </a:lnTo>
                <a:lnTo>
                  <a:pt x="1870075" y="421957"/>
                </a:lnTo>
                <a:close/>
              </a:path>
              <a:path w="1898650" h="436245">
                <a:moveTo>
                  <a:pt x="1898650" y="421957"/>
                </a:moveTo>
                <a:lnTo>
                  <a:pt x="1870075" y="421957"/>
                </a:lnTo>
                <a:lnTo>
                  <a:pt x="1884362" y="407669"/>
                </a:lnTo>
                <a:lnTo>
                  <a:pt x="1898650" y="407669"/>
                </a:lnTo>
                <a:lnTo>
                  <a:pt x="1898650" y="421957"/>
                </a:lnTo>
                <a:close/>
              </a:path>
            </a:pathLst>
          </a:custGeom>
          <a:solidFill>
            <a:srgbClr val="5F95E6"/>
          </a:solidFill>
        </p:spPr>
        <p:txBody>
          <a:bodyPr wrap="square" lIns="0" tIns="0" rIns="0" bIns="0" rtlCol="0"/>
          <a:lstStyle/>
          <a:p>
            <a:endParaRPr/>
          </a:p>
        </p:txBody>
      </p:sp>
      <p:sp>
        <p:nvSpPr>
          <p:cNvPr id="12" name="object 12"/>
          <p:cNvSpPr txBox="1"/>
          <p:nvPr/>
        </p:nvSpPr>
        <p:spPr>
          <a:xfrm>
            <a:off x="540384" y="994805"/>
            <a:ext cx="5264150" cy="2409825"/>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TFM</a:t>
            </a:r>
            <a:r>
              <a:rPr sz="2000" b="1" spc="-10" dirty="0">
                <a:latin typeface="Microsoft JhengHei"/>
                <a:cs typeface="Microsoft JhengHei"/>
              </a:rPr>
              <a:t>的理论基础：</a:t>
            </a:r>
            <a:endParaRPr sz="2000">
              <a:latin typeface="Microsoft JhengHei"/>
              <a:cs typeface="Microsoft JhengHei"/>
            </a:endParaRPr>
          </a:p>
          <a:p>
            <a:pPr marL="12700" marR="11430">
              <a:lnSpc>
                <a:spcPct val="129900"/>
              </a:lnSpc>
              <a:spcBef>
                <a:spcPts val="434"/>
              </a:spcBef>
            </a:pPr>
            <a:r>
              <a:rPr sz="1800" spc="60" dirty="0">
                <a:latin typeface="Arial"/>
                <a:cs typeface="Arial"/>
              </a:rPr>
              <a:t>TFM</a:t>
            </a:r>
            <a:r>
              <a:rPr sz="1800" spc="60" dirty="0">
                <a:latin typeface="宋体"/>
                <a:cs typeface="宋体"/>
              </a:rPr>
              <a:t>借鉴了认知语言学中的</a:t>
            </a:r>
            <a:r>
              <a:rPr sz="1800" spc="65" dirty="0">
                <a:latin typeface="Arial"/>
                <a:cs typeface="Arial"/>
              </a:rPr>
              <a:t>“</a:t>
            </a:r>
            <a:r>
              <a:rPr sz="1800" spc="65" dirty="0">
                <a:latin typeface="宋体"/>
                <a:cs typeface="宋体"/>
              </a:rPr>
              <a:t>原型理论</a:t>
            </a:r>
            <a:r>
              <a:rPr sz="1800" spc="65" dirty="0">
                <a:latin typeface="Arial"/>
                <a:cs typeface="Arial"/>
              </a:rPr>
              <a:t>”</a:t>
            </a:r>
            <a:r>
              <a:rPr sz="1800" spc="65" dirty="0">
                <a:latin typeface="宋体"/>
                <a:cs typeface="宋体"/>
              </a:rPr>
              <a:t>和</a:t>
            </a:r>
            <a:r>
              <a:rPr sz="1800" spc="65" dirty="0">
                <a:latin typeface="Arial"/>
                <a:cs typeface="Arial"/>
              </a:rPr>
              <a:t>“</a:t>
            </a:r>
            <a:r>
              <a:rPr sz="1800" spc="35" dirty="0">
                <a:latin typeface="宋体"/>
                <a:cs typeface="宋体"/>
              </a:rPr>
              <a:t>框架语义</a:t>
            </a:r>
            <a:r>
              <a:rPr sz="1800" dirty="0">
                <a:latin typeface="宋体"/>
                <a:cs typeface="宋体"/>
              </a:rPr>
              <a:t>学</a:t>
            </a:r>
            <a:r>
              <a:rPr sz="1800" dirty="0">
                <a:latin typeface="Arial"/>
                <a:cs typeface="Arial"/>
              </a:rPr>
              <a:t>”</a:t>
            </a:r>
            <a:r>
              <a:rPr sz="1800" spc="-10" dirty="0">
                <a:latin typeface="宋体"/>
                <a:cs typeface="宋体"/>
              </a:rPr>
              <a:t>，可开发以下技巧：</a:t>
            </a:r>
            <a:endParaRPr sz="1800">
              <a:latin typeface="宋体"/>
              <a:cs typeface="宋体"/>
            </a:endParaRPr>
          </a:p>
          <a:p>
            <a:pPr marL="226695" marR="5080">
              <a:lnSpc>
                <a:spcPts val="4850"/>
              </a:lnSpc>
              <a:tabLst>
                <a:tab pos="2050414" algn="l"/>
              </a:tabLst>
            </a:pPr>
            <a:r>
              <a:rPr sz="1800" dirty="0">
                <a:latin typeface="宋体"/>
                <a:cs typeface="宋体"/>
              </a:rPr>
              <a:t>主题原型构</a:t>
            </a:r>
            <a:r>
              <a:rPr sz="1800" spc="-50" dirty="0">
                <a:latin typeface="宋体"/>
                <a:cs typeface="宋体"/>
              </a:rPr>
              <a:t>建</a:t>
            </a:r>
            <a:r>
              <a:rPr sz="1800" dirty="0">
                <a:latin typeface="宋体"/>
                <a:cs typeface="宋体"/>
              </a:rPr>
              <a:t>	确定主题的核心特征和典型例</a:t>
            </a:r>
            <a:r>
              <a:rPr sz="1800" spc="-50" dirty="0">
                <a:latin typeface="宋体"/>
                <a:cs typeface="宋体"/>
              </a:rPr>
              <a:t>子</a:t>
            </a:r>
            <a:r>
              <a:rPr sz="1800" dirty="0">
                <a:latin typeface="宋体"/>
                <a:cs typeface="宋体"/>
              </a:rPr>
              <a:t>语义框架设</a:t>
            </a:r>
            <a:r>
              <a:rPr sz="1800" spc="-50" dirty="0">
                <a:latin typeface="宋体"/>
                <a:cs typeface="宋体"/>
              </a:rPr>
              <a:t>置</a:t>
            </a:r>
            <a:r>
              <a:rPr sz="1800" dirty="0">
                <a:latin typeface="宋体"/>
                <a:cs typeface="宋体"/>
              </a:rPr>
              <a:t>	</a:t>
            </a:r>
            <a:r>
              <a:rPr sz="1800" spc="-894" dirty="0">
                <a:latin typeface="宋体"/>
                <a:cs typeface="宋体"/>
              </a:rPr>
              <a:t> </a:t>
            </a:r>
            <a:r>
              <a:rPr sz="2700" baseline="1543" dirty="0">
                <a:latin typeface="宋体"/>
                <a:cs typeface="宋体"/>
              </a:rPr>
              <a:t>创建与主题相关的概念网</a:t>
            </a:r>
            <a:r>
              <a:rPr sz="2700" spc="-82" baseline="1543" dirty="0">
                <a:latin typeface="宋体"/>
                <a:cs typeface="宋体"/>
              </a:rPr>
              <a:t>络</a:t>
            </a:r>
            <a:endParaRPr sz="2700" baseline="1543">
              <a:latin typeface="宋体"/>
              <a:cs typeface="宋体"/>
            </a:endParaRPr>
          </a:p>
        </p:txBody>
      </p:sp>
      <p:sp>
        <p:nvSpPr>
          <p:cNvPr id="13" name="object 13"/>
          <p:cNvSpPr/>
          <p:nvPr/>
        </p:nvSpPr>
        <p:spPr>
          <a:xfrm>
            <a:off x="503872" y="3631882"/>
            <a:ext cx="1898650" cy="436245"/>
          </a:xfrm>
          <a:custGeom>
            <a:avLst/>
            <a:gdLst/>
            <a:ahLst/>
            <a:cxnLst/>
            <a:rect l="l" t="t" r="r" b="b"/>
            <a:pathLst>
              <a:path w="1898650" h="436245">
                <a:moveTo>
                  <a:pt x="1898650" y="436244"/>
                </a:moveTo>
                <a:lnTo>
                  <a:pt x="0" y="436244"/>
                </a:lnTo>
                <a:lnTo>
                  <a:pt x="0" y="0"/>
                </a:lnTo>
                <a:lnTo>
                  <a:pt x="1898650" y="0"/>
                </a:lnTo>
                <a:lnTo>
                  <a:pt x="1898650" y="14287"/>
                </a:lnTo>
                <a:lnTo>
                  <a:pt x="28575" y="14287"/>
                </a:lnTo>
                <a:lnTo>
                  <a:pt x="14287" y="28575"/>
                </a:lnTo>
                <a:lnTo>
                  <a:pt x="28575" y="28575"/>
                </a:lnTo>
                <a:lnTo>
                  <a:pt x="28575" y="407669"/>
                </a:lnTo>
                <a:lnTo>
                  <a:pt x="14287" y="407669"/>
                </a:lnTo>
                <a:lnTo>
                  <a:pt x="28575" y="421957"/>
                </a:lnTo>
                <a:lnTo>
                  <a:pt x="1898650" y="421957"/>
                </a:lnTo>
                <a:lnTo>
                  <a:pt x="1898650" y="436244"/>
                </a:lnTo>
                <a:close/>
              </a:path>
              <a:path w="1898650" h="436245">
                <a:moveTo>
                  <a:pt x="28575" y="28575"/>
                </a:moveTo>
                <a:lnTo>
                  <a:pt x="14287" y="28575"/>
                </a:lnTo>
                <a:lnTo>
                  <a:pt x="28575" y="14287"/>
                </a:lnTo>
                <a:lnTo>
                  <a:pt x="28575" y="28575"/>
                </a:lnTo>
                <a:close/>
              </a:path>
              <a:path w="1898650" h="436245">
                <a:moveTo>
                  <a:pt x="1870075" y="28575"/>
                </a:moveTo>
                <a:lnTo>
                  <a:pt x="28575" y="28575"/>
                </a:lnTo>
                <a:lnTo>
                  <a:pt x="28575" y="14287"/>
                </a:lnTo>
                <a:lnTo>
                  <a:pt x="1870075" y="14287"/>
                </a:lnTo>
                <a:lnTo>
                  <a:pt x="1870075" y="28575"/>
                </a:lnTo>
                <a:close/>
              </a:path>
              <a:path w="1898650" h="436245">
                <a:moveTo>
                  <a:pt x="1870075" y="421957"/>
                </a:moveTo>
                <a:lnTo>
                  <a:pt x="1870075" y="14287"/>
                </a:lnTo>
                <a:lnTo>
                  <a:pt x="1884362" y="28575"/>
                </a:lnTo>
                <a:lnTo>
                  <a:pt x="1898650" y="28575"/>
                </a:lnTo>
                <a:lnTo>
                  <a:pt x="1898650" y="407669"/>
                </a:lnTo>
                <a:lnTo>
                  <a:pt x="1884362" y="407669"/>
                </a:lnTo>
                <a:lnTo>
                  <a:pt x="1870075" y="421957"/>
                </a:lnTo>
                <a:close/>
              </a:path>
              <a:path w="1898650" h="436245">
                <a:moveTo>
                  <a:pt x="1898650" y="28575"/>
                </a:moveTo>
                <a:lnTo>
                  <a:pt x="1884362" y="28575"/>
                </a:lnTo>
                <a:lnTo>
                  <a:pt x="1870075" y="14287"/>
                </a:lnTo>
                <a:lnTo>
                  <a:pt x="1898650" y="14287"/>
                </a:lnTo>
                <a:lnTo>
                  <a:pt x="1898650" y="28575"/>
                </a:lnTo>
                <a:close/>
              </a:path>
              <a:path w="1898650" h="436245">
                <a:moveTo>
                  <a:pt x="28575" y="421957"/>
                </a:moveTo>
                <a:lnTo>
                  <a:pt x="14287" y="407669"/>
                </a:lnTo>
                <a:lnTo>
                  <a:pt x="28575" y="407669"/>
                </a:lnTo>
                <a:lnTo>
                  <a:pt x="28575" y="421957"/>
                </a:lnTo>
                <a:close/>
              </a:path>
              <a:path w="1898650" h="436245">
                <a:moveTo>
                  <a:pt x="1870075" y="421957"/>
                </a:moveTo>
                <a:lnTo>
                  <a:pt x="28575" y="421957"/>
                </a:lnTo>
                <a:lnTo>
                  <a:pt x="28575" y="407669"/>
                </a:lnTo>
                <a:lnTo>
                  <a:pt x="1870075" y="407669"/>
                </a:lnTo>
                <a:lnTo>
                  <a:pt x="1870075" y="421957"/>
                </a:lnTo>
                <a:close/>
              </a:path>
              <a:path w="1898650" h="436245">
                <a:moveTo>
                  <a:pt x="1898650" y="421957"/>
                </a:moveTo>
                <a:lnTo>
                  <a:pt x="1870075" y="421957"/>
                </a:lnTo>
                <a:lnTo>
                  <a:pt x="1884362" y="407669"/>
                </a:lnTo>
                <a:lnTo>
                  <a:pt x="1898650" y="407669"/>
                </a:lnTo>
                <a:lnTo>
                  <a:pt x="1898650" y="421957"/>
                </a:lnTo>
                <a:close/>
              </a:path>
            </a:pathLst>
          </a:custGeom>
          <a:solidFill>
            <a:srgbClr val="5F95E6"/>
          </a:solidFill>
        </p:spPr>
        <p:txBody>
          <a:bodyPr wrap="square" lIns="0" tIns="0" rIns="0" bIns="0" rtlCol="0"/>
          <a:lstStyle/>
          <a:p>
            <a:endParaRPr/>
          </a:p>
        </p:txBody>
      </p:sp>
      <p:sp>
        <p:nvSpPr>
          <p:cNvPr id="14" name="object 14"/>
          <p:cNvSpPr txBox="1"/>
          <p:nvPr/>
        </p:nvSpPr>
        <p:spPr>
          <a:xfrm>
            <a:off x="754380" y="3702050"/>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宋体"/>
                <a:cs typeface="宋体"/>
              </a:rPr>
              <a:t>重点梯度建立</a:t>
            </a:r>
            <a:endParaRPr sz="1800">
              <a:latin typeface="宋体"/>
              <a:cs typeface="宋体"/>
            </a:endParaRPr>
          </a:p>
        </p:txBody>
      </p:sp>
      <p:sp>
        <p:nvSpPr>
          <p:cNvPr id="15" name="object 15"/>
          <p:cNvSpPr txBox="1"/>
          <p:nvPr/>
        </p:nvSpPr>
        <p:spPr>
          <a:xfrm>
            <a:off x="2576829" y="3687445"/>
            <a:ext cx="27686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设定主题相关性的层级结构</a:t>
            </a:r>
            <a:endParaRPr sz="1800">
              <a:latin typeface="宋体"/>
              <a:cs typeface="宋体"/>
            </a:endParaRPr>
          </a:p>
        </p:txBody>
      </p:sp>
      <p:pic>
        <p:nvPicPr>
          <p:cNvPr id="16" name="object 16"/>
          <p:cNvPicPr/>
          <p:nvPr/>
        </p:nvPicPr>
        <p:blipFill>
          <a:blip r:embed="rId3" cstate="print"/>
          <a:stretch>
            <a:fillRect/>
          </a:stretch>
        </p:blipFill>
        <p:spPr>
          <a:xfrm>
            <a:off x="6162040" y="1584960"/>
            <a:ext cx="1478914" cy="356235"/>
          </a:xfrm>
          <a:prstGeom prst="rect">
            <a:avLst/>
          </a:prstGeom>
        </p:spPr>
      </p:pic>
      <p:pic>
        <p:nvPicPr>
          <p:cNvPr id="17" name="object 17"/>
          <p:cNvPicPr/>
          <p:nvPr/>
        </p:nvPicPr>
        <p:blipFill>
          <a:blip r:embed="rId4" cstate="print"/>
          <a:stretch>
            <a:fillRect/>
          </a:stretch>
        </p:blipFill>
        <p:spPr>
          <a:xfrm>
            <a:off x="6158865" y="2510154"/>
            <a:ext cx="1478914" cy="356235"/>
          </a:xfrm>
          <a:prstGeom prst="rect">
            <a:avLst/>
          </a:prstGeom>
        </p:spPr>
      </p:pic>
      <p:pic>
        <p:nvPicPr>
          <p:cNvPr id="18" name="object 18"/>
          <p:cNvPicPr/>
          <p:nvPr/>
        </p:nvPicPr>
        <p:blipFill>
          <a:blip r:embed="rId5" cstate="print"/>
          <a:stretch>
            <a:fillRect/>
          </a:stretch>
        </p:blipFill>
        <p:spPr>
          <a:xfrm>
            <a:off x="6162675" y="4268470"/>
            <a:ext cx="1478915" cy="356234"/>
          </a:xfrm>
          <a:prstGeom prst="rect">
            <a:avLst/>
          </a:prstGeom>
        </p:spPr>
      </p:pic>
      <p:pic>
        <p:nvPicPr>
          <p:cNvPr id="19" name="object 19"/>
          <p:cNvPicPr/>
          <p:nvPr/>
        </p:nvPicPr>
        <p:blipFill>
          <a:blip r:embed="rId6" cstate="print"/>
          <a:stretch>
            <a:fillRect/>
          </a:stretch>
        </p:blipFill>
        <p:spPr>
          <a:xfrm>
            <a:off x="6158865" y="5734684"/>
            <a:ext cx="1692910" cy="35686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346565" cy="634365"/>
          </a:xfrm>
          <a:prstGeom prst="rect">
            <a:avLst/>
          </a:prstGeom>
        </p:spPr>
        <p:txBody>
          <a:bodyPr vert="horz" wrap="square" lIns="0" tIns="12065" rIns="0" bIns="0" rtlCol="0">
            <a:spAutoFit/>
          </a:bodyPr>
          <a:lstStyle/>
          <a:p>
            <a:pPr marL="12700">
              <a:lnSpc>
                <a:spcPct val="100000"/>
              </a:lnSpc>
              <a:spcBef>
                <a:spcPts val="95"/>
              </a:spcBef>
            </a:pPr>
            <a:r>
              <a:rPr sz="4000" spc="270" dirty="0"/>
              <a:t>细节增强策略（</a:t>
            </a:r>
            <a:r>
              <a:rPr sz="4000" spc="270" dirty="0">
                <a:latin typeface="Arial"/>
                <a:cs typeface="Arial"/>
              </a:rPr>
              <a:t>DES</a:t>
            </a:r>
            <a:r>
              <a:rPr sz="4000" spc="270" dirty="0"/>
              <a:t>）：深化内容质</a:t>
            </a:r>
            <a:r>
              <a:rPr sz="4000" spc="-50" dirty="0"/>
              <a:t>量</a:t>
            </a:r>
            <a:endParaRPr sz="4000">
              <a:latin typeface="Arial"/>
              <a:cs typeface="Arial"/>
            </a:endParaRPr>
          </a:p>
        </p:txBody>
      </p:sp>
      <p:sp>
        <p:nvSpPr>
          <p:cNvPr id="3" name="object 3"/>
          <p:cNvSpPr txBox="1"/>
          <p:nvPr/>
        </p:nvSpPr>
        <p:spPr>
          <a:xfrm>
            <a:off x="540384" y="994805"/>
            <a:ext cx="5981700" cy="89535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DES</a:t>
            </a:r>
            <a:r>
              <a:rPr sz="2000" b="1" spc="-10" dirty="0">
                <a:latin typeface="Microsoft JhengHei"/>
                <a:cs typeface="Microsoft JhengHei"/>
              </a:rPr>
              <a:t>的理论基础：</a:t>
            </a:r>
            <a:endParaRPr sz="2000">
              <a:latin typeface="Microsoft JhengHei"/>
              <a:cs typeface="Microsoft JhengHei"/>
            </a:endParaRPr>
          </a:p>
          <a:p>
            <a:pPr marL="12700">
              <a:lnSpc>
                <a:spcPct val="100000"/>
              </a:lnSpc>
              <a:spcBef>
                <a:spcPts val="1080"/>
              </a:spcBef>
            </a:pPr>
            <a:r>
              <a:rPr sz="1800" spc="-10" dirty="0">
                <a:latin typeface="Arial"/>
                <a:cs typeface="Arial"/>
              </a:rPr>
              <a:t>DES</a:t>
            </a:r>
            <a:r>
              <a:rPr sz="1800" spc="-5" dirty="0">
                <a:latin typeface="宋体"/>
                <a:cs typeface="宋体"/>
              </a:rPr>
              <a:t>整合了认知叙事学和信息处理理论，开发了以下策略：</a:t>
            </a:r>
            <a:endParaRPr sz="1800">
              <a:latin typeface="宋体"/>
              <a:cs typeface="宋体"/>
            </a:endParaRPr>
          </a:p>
        </p:txBody>
      </p:sp>
      <p:sp>
        <p:nvSpPr>
          <p:cNvPr id="4" name="object 4"/>
          <p:cNvSpPr/>
          <p:nvPr/>
        </p:nvSpPr>
        <p:spPr>
          <a:xfrm>
            <a:off x="503872" y="2119312"/>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5" name="object 5"/>
          <p:cNvSpPr/>
          <p:nvPr/>
        </p:nvSpPr>
        <p:spPr>
          <a:xfrm>
            <a:off x="3344227" y="2119312"/>
            <a:ext cx="2577465" cy="436245"/>
          </a:xfrm>
          <a:custGeom>
            <a:avLst/>
            <a:gdLst/>
            <a:ahLst/>
            <a:cxnLst/>
            <a:rect l="l" t="t" r="r" b="b"/>
            <a:pathLst>
              <a:path w="2577465" h="436244">
                <a:moveTo>
                  <a:pt x="2577465" y="436244"/>
                </a:moveTo>
                <a:lnTo>
                  <a:pt x="0" y="436244"/>
                </a:lnTo>
                <a:lnTo>
                  <a:pt x="0" y="0"/>
                </a:lnTo>
                <a:lnTo>
                  <a:pt x="2577465" y="0"/>
                </a:lnTo>
                <a:lnTo>
                  <a:pt x="2577465" y="14287"/>
                </a:lnTo>
                <a:lnTo>
                  <a:pt x="28575" y="14287"/>
                </a:lnTo>
                <a:lnTo>
                  <a:pt x="14287" y="28575"/>
                </a:lnTo>
                <a:lnTo>
                  <a:pt x="28575" y="28575"/>
                </a:lnTo>
                <a:lnTo>
                  <a:pt x="28575" y="407669"/>
                </a:lnTo>
                <a:lnTo>
                  <a:pt x="14287" y="407669"/>
                </a:lnTo>
                <a:lnTo>
                  <a:pt x="28575" y="421957"/>
                </a:lnTo>
                <a:lnTo>
                  <a:pt x="2577465" y="421957"/>
                </a:lnTo>
                <a:lnTo>
                  <a:pt x="2577465" y="436244"/>
                </a:lnTo>
                <a:close/>
              </a:path>
              <a:path w="2577465" h="436244">
                <a:moveTo>
                  <a:pt x="28575" y="28575"/>
                </a:moveTo>
                <a:lnTo>
                  <a:pt x="14287" y="28575"/>
                </a:lnTo>
                <a:lnTo>
                  <a:pt x="28575" y="14287"/>
                </a:lnTo>
                <a:lnTo>
                  <a:pt x="28575" y="28575"/>
                </a:lnTo>
                <a:close/>
              </a:path>
              <a:path w="2577465" h="436244">
                <a:moveTo>
                  <a:pt x="2548890" y="28575"/>
                </a:moveTo>
                <a:lnTo>
                  <a:pt x="28575" y="28575"/>
                </a:lnTo>
                <a:lnTo>
                  <a:pt x="28575" y="14287"/>
                </a:lnTo>
                <a:lnTo>
                  <a:pt x="2548890" y="14287"/>
                </a:lnTo>
                <a:lnTo>
                  <a:pt x="2548890" y="28575"/>
                </a:lnTo>
                <a:close/>
              </a:path>
              <a:path w="2577465" h="436244">
                <a:moveTo>
                  <a:pt x="2548890" y="421957"/>
                </a:moveTo>
                <a:lnTo>
                  <a:pt x="2548890" y="14287"/>
                </a:lnTo>
                <a:lnTo>
                  <a:pt x="2563177" y="28575"/>
                </a:lnTo>
                <a:lnTo>
                  <a:pt x="2577465" y="28575"/>
                </a:lnTo>
                <a:lnTo>
                  <a:pt x="2577465" y="407669"/>
                </a:lnTo>
                <a:lnTo>
                  <a:pt x="2563177" y="407669"/>
                </a:lnTo>
                <a:lnTo>
                  <a:pt x="2548890" y="421957"/>
                </a:lnTo>
                <a:close/>
              </a:path>
              <a:path w="2577465" h="436244">
                <a:moveTo>
                  <a:pt x="2577465" y="28575"/>
                </a:moveTo>
                <a:lnTo>
                  <a:pt x="2563177" y="28575"/>
                </a:lnTo>
                <a:lnTo>
                  <a:pt x="2548890" y="14287"/>
                </a:lnTo>
                <a:lnTo>
                  <a:pt x="2577465" y="14287"/>
                </a:lnTo>
                <a:lnTo>
                  <a:pt x="2577465" y="28575"/>
                </a:lnTo>
                <a:close/>
              </a:path>
              <a:path w="2577465" h="436244">
                <a:moveTo>
                  <a:pt x="28575" y="421957"/>
                </a:moveTo>
                <a:lnTo>
                  <a:pt x="14287" y="407669"/>
                </a:lnTo>
                <a:lnTo>
                  <a:pt x="28575" y="407669"/>
                </a:lnTo>
                <a:lnTo>
                  <a:pt x="28575" y="421957"/>
                </a:lnTo>
                <a:close/>
              </a:path>
              <a:path w="2577465" h="436244">
                <a:moveTo>
                  <a:pt x="2548890" y="421957"/>
                </a:moveTo>
                <a:lnTo>
                  <a:pt x="28575" y="421957"/>
                </a:lnTo>
                <a:lnTo>
                  <a:pt x="28575" y="407669"/>
                </a:lnTo>
                <a:lnTo>
                  <a:pt x="2548890" y="407669"/>
                </a:lnTo>
                <a:lnTo>
                  <a:pt x="2548890" y="421957"/>
                </a:lnTo>
                <a:close/>
              </a:path>
              <a:path w="2577465" h="436244">
                <a:moveTo>
                  <a:pt x="2577465" y="421957"/>
                </a:moveTo>
                <a:lnTo>
                  <a:pt x="2548890" y="421957"/>
                </a:lnTo>
                <a:lnTo>
                  <a:pt x="2563177" y="407669"/>
                </a:lnTo>
                <a:lnTo>
                  <a:pt x="2577465" y="407669"/>
                </a:lnTo>
                <a:lnTo>
                  <a:pt x="2577465" y="421957"/>
                </a:lnTo>
                <a:close/>
              </a:path>
            </a:pathLst>
          </a:custGeom>
          <a:solidFill>
            <a:srgbClr val="5F95E6"/>
          </a:solidFill>
        </p:spPr>
        <p:txBody>
          <a:bodyPr wrap="square" lIns="0" tIns="0" rIns="0" bIns="0" rtlCol="0"/>
          <a:lstStyle/>
          <a:p>
            <a:endParaRPr/>
          </a:p>
        </p:txBody>
      </p:sp>
      <p:sp>
        <p:nvSpPr>
          <p:cNvPr id="6" name="object 6"/>
          <p:cNvSpPr/>
          <p:nvPr/>
        </p:nvSpPr>
        <p:spPr>
          <a:xfrm>
            <a:off x="6189027" y="2128202"/>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7" name="object 7"/>
          <p:cNvSpPr/>
          <p:nvPr/>
        </p:nvSpPr>
        <p:spPr>
          <a:xfrm>
            <a:off x="9033827" y="2128202"/>
            <a:ext cx="2577465" cy="427355"/>
          </a:xfrm>
          <a:custGeom>
            <a:avLst/>
            <a:gdLst/>
            <a:ahLst/>
            <a:cxnLst/>
            <a:rect l="l" t="t" r="r" b="b"/>
            <a:pathLst>
              <a:path w="2577465" h="427355">
                <a:moveTo>
                  <a:pt x="2577464" y="427355"/>
                </a:moveTo>
                <a:lnTo>
                  <a:pt x="0" y="427355"/>
                </a:lnTo>
                <a:lnTo>
                  <a:pt x="0" y="0"/>
                </a:lnTo>
                <a:lnTo>
                  <a:pt x="2577464" y="0"/>
                </a:lnTo>
                <a:lnTo>
                  <a:pt x="2577464" y="14287"/>
                </a:lnTo>
                <a:lnTo>
                  <a:pt x="28575" y="14287"/>
                </a:lnTo>
                <a:lnTo>
                  <a:pt x="14287" y="28575"/>
                </a:lnTo>
                <a:lnTo>
                  <a:pt x="28575" y="28575"/>
                </a:lnTo>
                <a:lnTo>
                  <a:pt x="28575" y="398780"/>
                </a:lnTo>
                <a:lnTo>
                  <a:pt x="14287" y="398780"/>
                </a:lnTo>
                <a:lnTo>
                  <a:pt x="28575" y="413067"/>
                </a:lnTo>
                <a:lnTo>
                  <a:pt x="2577464" y="413067"/>
                </a:lnTo>
                <a:lnTo>
                  <a:pt x="2577464" y="427355"/>
                </a:lnTo>
                <a:close/>
              </a:path>
              <a:path w="2577465" h="427355">
                <a:moveTo>
                  <a:pt x="28575" y="28575"/>
                </a:moveTo>
                <a:lnTo>
                  <a:pt x="14287" y="28575"/>
                </a:lnTo>
                <a:lnTo>
                  <a:pt x="28575" y="14287"/>
                </a:lnTo>
                <a:lnTo>
                  <a:pt x="28575" y="28575"/>
                </a:lnTo>
                <a:close/>
              </a:path>
              <a:path w="2577465" h="427355">
                <a:moveTo>
                  <a:pt x="2548889" y="28575"/>
                </a:moveTo>
                <a:lnTo>
                  <a:pt x="28575" y="28575"/>
                </a:lnTo>
                <a:lnTo>
                  <a:pt x="28575" y="14287"/>
                </a:lnTo>
                <a:lnTo>
                  <a:pt x="2548889" y="14287"/>
                </a:lnTo>
                <a:lnTo>
                  <a:pt x="2548889" y="28575"/>
                </a:lnTo>
                <a:close/>
              </a:path>
              <a:path w="2577465" h="427355">
                <a:moveTo>
                  <a:pt x="2548889" y="413067"/>
                </a:moveTo>
                <a:lnTo>
                  <a:pt x="2548889" y="14287"/>
                </a:lnTo>
                <a:lnTo>
                  <a:pt x="2563177" y="28575"/>
                </a:lnTo>
                <a:lnTo>
                  <a:pt x="2577464" y="28575"/>
                </a:lnTo>
                <a:lnTo>
                  <a:pt x="2577464" y="398780"/>
                </a:lnTo>
                <a:lnTo>
                  <a:pt x="2563177" y="398780"/>
                </a:lnTo>
                <a:lnTo>
                  <a:pt x="2548889" y="413067"/>
                </a:lnTo>
                <a:close/>
              </a:path>
              <a:path w="2577465" h="427355">
                <a:moveTo>
                  <a:pt x="2577464" y="28575"/>
                </a:moveTo>
                <a:lnTo>
                  <a:pt x="2563177" y="28575"/>
                </a:lnTo>
                <a:lnTo>
                  <a:pt x="2548889" y="14287"/>
                </a:lnTo>
                <a:lnTo>
                  <a:pt x="2577464" y="14287"/>
                </a:lnTo>
                <a:lnTo>
                  <a:pt x="2577464" y="28575"/>
                </a:lnTo>
                <a:close/>
              </a:path>
              <a:path w="2577465" h="427355">
                <a:moveTo>
                  <a:pt x="28575" y="413067"/>
                </a:moveTo>
                <a:lnTo>
                  <a:pt x="14287" y="398780"/>
                </a:lnTo>
                <a:lnTo>
                  <a:pt x="28575" y="398780"/>
                </a:lnTo>
                <a:lnTo>
                  <a:pt x="28575" y="413067"/>
                </a:lnTo>
                <a:close/>
              </a:path>
              <a:path w="2577465" h="427355">
                <a:moveTo>
                  <a:pt x="2548889" y="413067"/>
                </a:moveTo>
                <a:lnTo>
                  <a:pt x="28575" y="413067"/>
                </a:lnTo>
                <a:lnTo>
                  <a:pt x="28575" y="398780"/>
                </a:lnTo>
                <a:lnTo>
                  <a:pt x="2548889" y="398780"/>
                </a:lnTo>
                <a:lnTo>
                  <a:pt x="2548889" y="413067"/>
                </a:lnTo>
                <a:close/>
              </a:path>
              <a:path w="2577465" h="427355">
                <a:moveTo>
                  <a:pt x="2577464" y="413067"/>
                </a:moveTo>
                <a:lnTo>
                  <a:pt x="2548889" y="413067"/>
                </a:lnTo>
                <a:lnTo>
                  <a:pt x="2563177" y="398780"/>
                </a:lnTo>
                <a:lnTo>
                  <a:pt x="2577464" y="398780"/>
                </a:lnTo>
                <a:lnTo>
                  <a:pt x="2577464" y="413067"/>
                </a:lnTo>
                <a:close/>
              </a:path>
            </a:pathLst>
          </a:custGeom>
          <a:solidFill>
            <a:srgbClr val="5F95E6"/>
          </a:solidFill>
        </p:spPr>
        <p:txBody>
          <a:bodyPr wrap="square" lIns="0" tIns="0" rIns="0" bIns="0" rtlCol="0"/>
          <a:lstStyle/>
          <a:p>
            <a:endParaRPr/>
          </a:p>
        </p:txBody>
      </p:sp>
      <p:sp>
        <p:nvSpPr>
          <p:cNvPr id="8" name="object 8"/>
          <p:cNvSpPr txBox="1"/>
          <p:nvPr/>
        </p:nvSpPr>
        <p:spPr>
          <a:xfrm>
            <a:off x="9852659" y="21939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时空定位</a:t>
            </a:r>
            <a:endParaRPr sz="1800">
              <a:latin typeface="宋体"/>
              <a:cs typeface="宋体"/>
            </a:endParaRPr>
          </a:p>
        </p:txBody>
      </p:sp>
      <p:sp>
        <p:nvSpPr>
          <p:cNvPr id="9" name="object 9"/>
          <p:cNvSpPr/>
          <p:nvPr/>
        </p:nvSpPr>
        <p:spPr>
          <a:xfrm>
            <a:off x="503237" y="2779077"/>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0" name="object 10"/>
          <p:cNvSpPr txBox="1"/>
          <p:nvPr/>
        </p:nvSpPr>
        <p:spPr>
          <a:xfrm>
            <a:off x="1207769" y="2193925"/>
            <a:ext cx="6739890" cy="950594"/>
          </a:xfrm>
          <a:prstGeom prst="rect">
            <a:avLst/>
          </a:prstGeom>
        </p:spPr>
        <p:txBody>
          <a:bodyPr vert="horz" wrap="square" lIns="0" tIns="12700" rIns="0" bIns="0" rtlCol="0">
            <a:spAutoFit/>
          </a:bodyPr>
          <a:lstStyle/>
          <a:p>
            <a:pPr marL="13335">
              <a:lnSpc>
                <a:spcPct val="100000"/>
              </a:lnSpc>
              <a:spcBef>
                <a:spcPts val="100"/>
              </a:spcBef>
              <a:tabLst>
                <a:tab pos="2624455" algn="l"/>
                <a:tab pos="5812155" algn="l"/>
              </a:tabLst>
            </a:pPr>
            <a:r>
              <a:rPr sz="2700" baseline="1543" dirty="0">
                <a:latin typeface="宋体"/>
                <a:cs typeface="宋体"/>
              </a:rPr>
              <a:t>多模态描</a:t>
            </a:r>
            <a:r>
              <a:rPr sz="2700" spc="-75" baseline="1543" dirty="0">
                <a:latin typeface="宋体"/>
                <a:cs typeface="宋体"/>
              </a:rPr>
              <a:t>述</a:t>
            </a:r>
            <a:r>
              <a:rPr sz="2700" baseline="1543" dirty="0">
                <a:latin typeface="宋体"/>
                <a:cs typeface="宋体"/>
              </a:rPr>
              <a:t>	微观</a:t>
            </a:r>
            <a:r>
              <a:rPr sz="2700" baseline="1543" dirty="0">
                <a:latin typeface="Arial"/>
                <a:cs typeface="Arial"/>
              </a:rPr>
              <a:t>—</a:t>
            </a:r>
            <a:r>
              <a:rPr sz="2700" baseline="1543" dirty="0">
                <a:latin typeface="宋体"/>
                <a:cs typeface="宋体"/>
              </a:rPr>
              <a:t>宏观连</a:t>
            </a:r>
            <a:r>
              <a:rPr sz="2700" spc="-75" baseline="1543" dirty="0">
                <a:latin typeface="宋体"/>
                <a:cs typeface="宋体"/>
              </a:rPr>
              <a:t>接</a:t>
            </a:r>
            <a:r>
              <a:rPr sz="2700" baseline="1543" dirty="0">
                <a:latin typeface="宋体"/>
                <a:cs typeface="宋体"/>
              </a:rPr>
              <a:t>	</a:t>
            </a:r>
            <a:r>
              <a:rPr sz="1800" dirty="0">
                <a:latin typeface="宋体"/>
                <a:cs typeface="宋体"/>
              </a:rPr>
              <a:t>对比强</a:t>
            </a:r>
            <a:r>
              <a:rPr sz="1800" spc="-50" dirty="0">
                <a:latin typeface="宋体"/>
                <a:cs typeface="宋体"/>
              </a:rPr>
              <a:t>化</a:t>
            </a:r>
            <a:endParaRPr sz="1800">
              <a:latin typeface="宋体"/>
              <a:cs typeface="宋体"/>
            </a:endParaRPr>
          </a:p>
          <a:p>
            <a:pPr>
              <a:lnSpc>
                <a:spcPct val="100000"/>
              </a:lnSpc>
              <a:spcBef>
                <a:spcPts val="15"/>
              </a:spcBef>
            </a:pPr>
            <a:endParaRPr sz="2300">
              <a:latin typeface="宋体"/>
              <a:cs typeface="宋体"/>
            </a:endParaRPr>
          </a:p>
          <a:p>
            <a:pPr marL="12700">
              <a:lnSpc>
                <a:spcPct val="100000"/>
              </a:lnSpc>
            </a:pPr>
            <a:r>
              <a:rPr sz="1800" spc="-10" dirty="0">
                <a:latin typeface="宋体"/>
                <a:cs typeface="宋体"/>
              </a:rPr>
              <a:t>数据可视化</a:t>
            </a:r>
            <a:endParaRPr sz="1800">
              <a:latin typeface="宋体"/>
              <a:cs typeface="宋体"/>
            </a:endParaRPr>
          </a:p>
        </p:txBody>
      </p:sp>
      <p:graphicFrame>
        <p:nvGraphicFramePr>
          <p:cNvPr id="11" name="object 11"/>
          <p:cNvGraphicFramePr>
            <a:graphicFrameLocks noGrp="1"/>
          </p:cNvGraphicFramePr>
          <p:nvPr/>
        </p:nvGraphicFramePr>
        <p:xfrm>
          <a:off x="511809" y="4579620"/>
          <a:ext cx="5521958" cy="1950720"/>
        </p:xfrm>
        <a:graphic>
          <a:graphicData uri="http://schemas.openxmlformats.org/drawingml/2006/table">
            <a:tbl>
              <a:tblPr firstRow="1" bandRow="1">
                <a:tableStyleId>{2D5ABB26-0587-4C30-8999-92F81FD0307C}</a:tableStyleId>
              </a:tblPr>
              <a:tblGrid>
                <a:gridCol w="624205">
                  <a:extLst>
                    <a:ext uri="{9D8B030D-6E8A-4147-A177-3AD203B41FA5}">
                      <a16:colId xmlns:a16="http://schemas.microsoft.com/office/drawing/2014/main" val="20000"/>
                    </a:ext>
                  </a:extLst>
                </a:gridCol>
                <a:gridCol w="1193164">
                  <a:extLst>
                    <a:ext uri="{9D8B030D-6E8A-4147-A177-3AD203B41FA5}">
                      <a16:colId xmlns:a16="http://schemas.microsoft.com/office/drawing/2014/main" val="20001"/>
                    </a:ext>
                  </a:extLst>
                </a:gridCol>
                <a:gridCol w="1232534">
                  <a:extLst>
                    <a:ext uri="{9D8B030D-6E8A-4147-A177-3AD203B41FA5}">
                      <a16:colId xmlns:a16="http://schemas.microsoft.com/office/drawing/2014/main" val="20002"/>
                    </a:ext>
                  </a:extLst>
                </a:gridCol>
                <a:gridCol w="1271270">
                  <a:extLst>
                    <a:ext uri="{9D8B030D-6E8A-4147-A177-3AD203B41FA5}">
                      <a16:colId xmlns:a16="http://schemas.microsoft.com/office/drawing/2014/main" val="20003"/>
                    </a:ext>
                  </a:extLst>
                </a:gridCol>
                <a:gridCol w="1200785">
                  <a:extLst>
                    <a:ext uri="{9D8B030D-6E8A-4147-A177-3AD203B41FA5}">
                      <a16:colId xmlns:a16="http://schemas.microsoft.com/office/drawing/2014/main" val="20004"/>
                    </a:ext>
                  </a:extLst>
                </a:gridCol>
              </a:tblGrid>
              <a:tr h="234950">
                <a:tc>
                  <a:txBody>
                    <a:bodyPr/>
                    <a:lstStyle/>
                    <a:p>
                      <a:pPr marL="172085">
                        <a:lnSpc>
                          <a:spcPct val="100000"/>
                        </a:lnSpc>
                        <a:spcBef>
                          <a:spcPts val="145"/>
                        </a:spcBef>
                      </a:pPr>
                      <a:r>
                        <a:rPr sz="1100" spc="-30" dirty="0">
                          <a:latin typeface="宋体"/>
                          <a:cs typeface="宋体"/>
                        </a:rPr>
                        <a:t>概念</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145"/>
                        </a:spcBef>
                      </a:pPr>
                      <a:r>
                        <a:rPr sz="1100" spc="-30" dirty="0">
                          <a:latin typeface="宋体"/>
                          <a:cs typeface="宋体"/>
                        </a:rPr>
                        <a:t>数据</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145"/>
                        </a:spcBef>
                      </a:pPr>
                      <a:r>
                        <a:rPr sz="1100" spc="-30" dirty="0">
                          <a:latin typeface="宋体"/>
                          <a:cs typeface="宋体"/>
                        </a:rPr>
                        <a:t>案例</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marL="356235">
                        <a:lnSpc>
                          <a:spcPct val="100000"/>
                        </a:lnSpc>
                        <a:spcBef>
                          <a:spcPts val="145"/>
                        </a:spcBef>
                      </a:pPr>
                      <a:r>
                        <a:rPr sz="1100" spc="-20" dirty="0">
                          <a:latin typeface="宋体"/>
                          <a:cs typeface="宋体"/>
                        </a:rPr>
                        <a:t>感官描述</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145"/>
                        </a:spcBef>
                      </a:pPr>
                      <a:r>
                        <a:rPr sz="1100" spc="-30" dirty="0">
                          <a:latin typeface="宋体"/>
                          <a:cs typeface="宋体"/>
                        </a:rPr>
                        <a:t>对比</a:t>
                      </a:r>
                      <a:endParaRPr sz="1100">
                        <a:latin typeface="宋体"/>
                        <a:cs typeface="宋体"/>
                      </a:endParaRPr>
                    </a:p>
                  </a:txBody>
                  <a:tcPr marL="0" marR="0" marT="184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572135">
                <a:tc>
                  <a:txBody>
                    <a:bodyPr/>
                    <a:lstStyle/>
                    <a:p>
                      <a:pPr marL="241935" marR="95250" indent="-139700">
                        <a:lnSpc>
                          <a:spcPct val="100000"/>
                        </a:lnSpc>
                        <a:spcBef>
                          <a:spcPts val="810"/>
                        </a:spcBef>
                      </a:pPr>
                      <a:r>
                        <a:rPr sz="1100" spc="-25" dirty="0">
                          <a:latin typeface="宋体"/>
                          <a:cs typeface="宋体"/>
                        </a:rPr>
                        <a:t>全球变</a:t>
                      </a:r>
                      <a:r>
                        <a:rPr sz="1100" spc="-50" dirty="0">
                          <a:latin typeface="宋体"/>
                          <a:cs typeface="宋体"/>
                        </a:rPr>
                        <a:t>暖</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42240" marR="123825" indent="-11430">
                        <a:lnSpc>
                          <a:spcPct val="100000"/>
                        </a:lnSpc>
                        <a:spcBef>
                          <a:spcPts val="810"/>
                        </a:spcBef>
                      </a:pPr>
                      <a:r>
                        <a:rPr sz="1100" spc="-10" dirty="0">
                          <a:latin typeface="宋体"/>
                          <a:cs typeface="宋体"/>
                        </a:rPr>
                        <a:t>过去</a:t>
                      </a:r>
                      <a:r>
                        <a:rPr sz="1100" spc="-10" dirty="0">
                          <a:latin typeface="Arial"/>
                          <a:cs typeface="Arial"/>
                        </a:rPr>
                        <a:t>100</a:t>
                      </a:r>
                      <a:r>
                        <a:rPr sz="1100" spc="-25" dirty="0">
                          <a:latin typeface="宋体"/>
                          <a:cs typeface="宋体"/>
                        </a:rPr>
                        <a:t>年平均</a:t>
                      </a:r>
                      <a:r>
                        <a:rPr sz="1100" spc="-10" dirty="0">
                          <a:latin typeface="宋体"/>
                          <a:cs typeface="宋体"/>
                        </a:rPr>
                        <a:t>温度上升</a:t>
                      </a:r>
                      <a:r>
                        <a:rPr sz="1100" spc="-130" dirty="0">
                          <a:latin typeface="Arial"/>
                          <a:cs typeface="Arial"/>
                        </a:rPr>
                        <a:t>1.1</a:t>
                      </a:r>
                      <a:r>
                        <a:rPr sz="1100" spc="-130" dirty="0">
                          <a:latin typeface="宋体"/>
                          <a:cs typeface="宋体"/>
                        </a:rPr>
                        <a:t>°</a:t>
                      </a:r>
                      <a:r>
                        <a:rPr sz="1100" spc="-130" dirty="0">
                          <a:latin typeface="Arial"/>
                          <a:cs typeface="Arial"/>
                        </a:rPr>
                        <a:t>C</a:t>
                      </a:r>
                      <a:endParaRPr sz="1100">
                        <a:latin typeface="Arial"/>
                        <a:cs typeface="Arial"/>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1250">
                        <a:latin typeface="Times New Roman"/>
                        <a:cs typeface="Times New Roman"/>
                      </a:endParaRPr>
                    </a:p>
                    <a:p>
                      <a:pPr algn="ctr">
                        <a:lnSpc>
                          <a:spcPct val="100000"/>
                        </a:lnSpc>
                      </a:pPr>
                      <a:r>
                        <a:rPr sz="1100" spc="-20" dirty="0">
                          <a:latin typeface="宋体"/>
                          <a:cs typeface="宋体"/>
                        </a:rPr>
                        <a:t>北极冰盖融化</a:t>
                      </a:r>
                      <a:endParaRPr sz="11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286385" marR="69215" indent="-209550">
                        <a:lnSpc>
                          <a:spcPct val="100000"/>
                        </a:lnSpc>
                        <a:spcBef>
                          <a:spcPts val="810"/>
                        </a:spcBef>
                      </a:pPr>
                      <a:r>
                        <a:rPr sz="1100" spc="-20" dirty="0">
                          <a:latin typeface="宋体"/>
                          <a:cs typeface="宋体"/>
                        </a:rPr>
                        <a:t>夏日的炎热，冬天的反常温暖</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250825" marR="127635" indent="-116205">
                        <a:lnSpc>
                          <a:spcPct val="100000"/>
                        </a:lnSpc>
                        <a:spcBef>
                          <a:spcPts val="810"/>
                        </a:spcBef>
                      </a:pPr>
                      <a:r>
                        <a:rPr sz="1100" spc="-10" dirty="0">
                          <a:latin typeface="Arial"/>
                          <a:cs typeface="Arial"/>
                        </a:rPr>
                        <a:t>100</a:t>
                      </a:r>
                      <a:r>
                        <a:rPr sz="1100" spc="-10" dirty="0">
                          <a:latin typeface="宋体"/>
                          <a:cs typeface="宋体"/>
                        </a:rPr>
                        <a:t>年前</a:t>
                      </a:r>
                      <a:r>
                        <a:rPr sz="1100" spc="-10" dirty="0">
                          <a:latin typeface="Arial"/>
                          <a:cs typeface="Arial"/>
                        </a:rPr>
                        <a:t>vs</a:t>
                      </a:r>
                      <a:r>
                        <a:rPr sz="1100" spc="-30" dirty="0">
                          <a:latin typeface="宋体"/>
                          <a:cs typeface="宋体"/>
                        </a:rPr>
                        <a:t>现在</a:t>
                      </a:r>
                      <a:r>
                        <a:rPr sz="1100" spc="-20" dirty="0">
                          <a:latin typeface="宋体"/>
                          <a:cs typeface="宋体"/>
                        </a:rPr>
                        <a:t>的平均温度</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571500">
                <a:tc>
                  <a:txBody>
                    <a:bodyPr/>
                    <a:lstStyle/>
                    <a:p>
                      <a:pPr marL="172085" marR="95250" indent="-69850">
                        <a:lnSpc>
                          <a:spcPct val="100000"/>
                        </a:lnSpc>
                        <a:spcBef>
                          <a:spcPts val="810"/>
                        </a:spcBef>
                      </a:pPr>
                      <a:r>
                        <a:rPr sz="1100" spc="-25" dirty="0">
                          <a:latin typeface="宋体"/>
                          <a:cs typeface="宋体"/>
                        </a:rPr>
                        <a:t>海平面</a:t>
                      </a:r>
                      <a:r>
                        <a:rPr sz="1100" spc="-30" dirty="0">
                          <a:latin typeface="宋体"/>
                          <a:cs typeface="宋体"/>
                        </a:rPr>
                        <a:t>上升</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1250">
                        <a:latin typeface="Times New Roman"/>
                        <a:cs typeface="Times New Roman"/>
                      </a:endParaRPr>
                    </a:p>
                    <a:p>
                      <a:pPr marL="635" algn="ctr">
                        <a:lnSpc>
                          <a:spcPct val="100000"/>
                        </a:lnSpc>
                      </a:pPr>
                      <a:r>
                        <a:rPr sz="1100" spc="-10" dirty="0">
                          <a:latin typeface="宋体"/>
                          <a:cs typeface="宋体"/>
                        </a:rPr>
                        <a:t>每年上升</a:t>
                      </a:r>
                      <a:r>
                        <a:rPr sz="1100" spc="-10" dirty="0">
                          <a:latin typeface="Arial"/>
                          <a:cs typeface="Arial"/>
                        </a:rPr>
                        <a:t>3.3</a:t>
                      </a:r>
                      <a:r>
                        <a:rPr sz="1100" spc="-30" dirty="0">
                          <a:latin typeface="宋体"/>
                          <a:cs typeface="宋体"/>
                        </a:rPr>
                        <a:t>毫米</a:t>
                      </a:r>
                      <a:endParaRPr sz="11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266700" marR="120014" indent="-139700">
                        <a:lnSpc>
                          <a:spcPct val="100000"/>
                        </a:lnSpc>
                        <a:spcBef>
                          <a:spcPts val="810"/>
                        </a:spcBef>
                      </a:pPr>
                      <a:r>
                        <a:rPr sz="1100" spc="-20" dirty="0">
                          <a:latin typeface="宋体"/>
                          <a:cs typeface="宋体"/>
                        </a:rPr>
                        <a:t>马尔代夫岛屿被淹没的风险</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6835" marR="69215">
                        <a:lnSpc>
                          <a:spcPct val="100000"/>
                        </a:lnSpc>
                        <a:spcBef>
                          <a:spcPts val="810"/>
                        </a:spcBef>
                      </a:pPr>
                      <a:r>
                        <a:rPr sz="1100" spc="-20" dirty="0">
                          <a:latin typeface="宋体"/>
                          <a:cs typeface="宋体"/>
                        </a:rPr>
                        <a:t>海浪拍打着曾经的陆地，咸涩的海风</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390525" marR="96520" indent="-287020">
                        <a:lnSpc>
                          <a:spcPct val="100000"/>
                        </a:lnSpc>
                        <a:spcBef>
                          <a:spcPts val="810"/>
                        </a:spcBef>
                      </a:pPr>
                      <a:r>
                        <a:rPr sz="1100" spc="-10" dirty="0">
                          <a:latin typeface="Arial"/>
                          <a:cs typeface="Arial"/>
                        </a:rPr>
                        <a:t>50</a:t>
                      </a:r>
                      <a:r>
                        <a:rPr sz="1100" spc="-10" dirty="0">
                          <a:latin typeface="宋体"/>
                          <a:cs typeface="宋体"/>
                        </a:rPr>
                        <a:t>年前</a:t>
                      </a:r>
                      <a:r>
                        <a:rPr sz="1100" spc="-10" dirty="0">
                          <a:latin typeface="Arial"/>
                          <a:cs typeface="Arial"/>
                        </a:rPr>
                        <a:t>vs</a:t>
                      </a:r>
                      <a:r>
                        <a:rPr sz="1100" spc="-25" dirty="0">
                          <a:latin typeface="宋体"/>
                          <a:cs typeface="宋体"/>
                        </a:rPr>
                        <a:t>现在的海岸线</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572135">
                <a:tc>
                  <a:txBody>
                    <a:bodyPr/>
                    <a:lstStyle/>
                    <a:p>
                      <a:pPr marL="241935" marR="95250" indent="-139700">
                        <a:lnSpc>
                          <a:spcPct val="100000"/>
                        </a:lnSpc>
                        <a:spcBef>
                          <a:spcPts val="810"/>
                        </a:spcBef>
                      </a:pPr>
                      <a:r>
                        <a:rPr sz="1100" spc="-25" dirty="0">
                          <a:latin typeface="宋体"/>
                          <a:cs typeface="宋体"/>
                        </a:rPr>
                        <a:t>极端天</a:t>
                      </a:r>
                      <a:r>
                        <a:rPr sz="1100" spc="-50" dirty="0">
                          <a:latin typeface="宋体"/>
                          <a:cs typeface="宋体"/>
                        </a:rPr>
                        <a:t>气</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316865" marR="100330" indent="-209550">
                        <a:lnSpc>
                          <a:spcPct val="100000"/>
                        </a:lnSpc>
                        <a:spcBef>
                          <a:spcPts val="810"/>
                        </a:spcBef>
                      </a:pPr>
                      <a:r>
                        <a:rPr sz="1100" spc="-20" dirty="0">
                          <a:latin typeface="宋体"/>
                          <a:cs typeface="宋体"/>
                        </a:rPr>
                        <a:t>强飓风发生频率</a:t>
                      </a:r>
                      <a:r>
                        <a:rPr sz="1100" spc="-10" dirty="0">
                          <a:latin typeface="宋体"/>
                          <a:cs typeface="宋体"/>
                        </a:rPr>
                        <a:t>增加</a:t>
                      </a:r>
                      <a:r>
                        <a:rPr sz="1100" spc="-25" dirty="0">
                          <a:latin typeface="Arial"/>
                          <a:cs typeface="Arial"/>
                        </a:rPr>
                        <a:t>20%</a:t>
                      </a:r>
                      <a:endParaRPr sz="1100">
                        <a:latin typeface="Arial"/>
                        <a:cs typeface="Arial"/>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0"/>
                        </a:spcBef>
                      </a:pPr>
                      <a:endParaRPr sz="1250">
                        <a:latin typeface="Times New Roman"/>
                        <a:cs typeface="Times New Roman"/>
                      </a:endParaRPr>
                    </a:p>
                    <a:p>
                      <a:pPr algn="ctr">
                        <a:lnSpc>
                          <a:spcPct val="100000"/>
                        </a:lnSpc>
                      </a:pPr>
                      <a:r>
                        <a:rPr sz="1100" spc="-10" dirty="0">
                          <a:latin typeface="Arial"/>
                          <a:cs typeface="Arial"/>
                        </a:rPr>
                        <a:t>2022</a:t>
                      </a:r>
                      <a:r>
                        <a:rPr sz="1100" spc="-20" dirty="0">
                          <a:latin typeface="宋体"/>
                          <a:cs typeface="宋体"/>
                        </a:rPr>
                        <a:t>年欧洲热浪</a:t>
                      </a:r>
                      <a:endParaRPr sz="1100">
                        <a:latin typeface="宋体"/>
                        <a:cs typeface="宋体"/>
                      </a:endParaRPr>
                    </a:p>
                  </a:txBody>
                  <a:tcPr marL="0" marR="0" marT="381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6835" marR="69215" algn="ctr">
                        <a:lnSpc>
                          <a:spcPct val="100000"/>
                        </a:lnSpc>
                        <a:spcBef>
                          <a:spcPts val="150"/>
                        </a:spcBef>
                      </a:pPr>
                      <a:r>
                        <a:rPr sz="1100" spc="-20" dirty="0">
                          <a:latin typeface="宋体"/>
                          <a:cs typeface="宋体"/>
                        </a:rPr>
                        <a:t>狂风呼啸，暴雨如注，令人窒息的高</a:t>
                      </a:r>
                      <a:r>
                        <a:rPr sz="1100" spc="-50" dirty="0">
                          <a:latin typeface="宋体"/>
                          <a:cs typeface="宋体"/>
                        </a:rPr>
                        <a:t>温</a:t>
                      </a:r>
                      <a:endParaRPr sz="1100">
                        <a:latin typeface="宋体"/>
                        <a:cs typeface="宋体"/>
                      </a:endParaRPr>
                    </a:p>
                  </a:txBody>
                  <a:tcPr marL="0" marR="0" marT="190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60375" marR="104139" indent="-349250">
                        <a:lnSpc>
                          <a:spcPct val="100000"/>
                        </a:lnSpc>
                        <a:spcBef>
                          <a:spcPts val="810"/>
                        </a:spcBef>
                      </a:pPr>
                      <a:r>
                        <a:rPr sz="1100" spc="-10" dirty="0">
                          <a:latin typeface="宋体"/>
                          <a:cs typeface="宋体"/>
                        </a:rPr>
                        <a:t>正常夏天</a:t>
                      </a:r>
                      <a:r>
                        <a:rPr sz="1100" spc="-10" dirty="0">
                          <a:latin typeface="Arial"/>
                          <a:cs typeface="Arial"/>
                        </a:rPr>
                        <a:t>vs</a:t>
                      </a:r>
                      <a:r>
                        <a:rPr sz="1100" spc="-30" dirty="0">
                          <a:latin typeface="宋体"/>
                          <a:cs typeface="宋体"/>
                        </a:rPr>
                        <a:t>热浪天气</a:t>
                      </a:r>
                      <a:endParaRPr sz="1100">
                        <a:latin typeface="宋体"/>
                        <a:cs typeface="宋体"/>
                      </a:endParaRPr>
                    </a:p>
                  </a:txBody>
                  <a:tcPr marL="0" marR="0" marT="1028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bl>
          </a:graphicData>
        </a:graphic>
      </p:graphicFrame>
      <p:sp>
        <p:nvSpPr>
          <p:cNvPr id="12" name="object 12"/>
          <p:cNvSpPr txBox="1"/>
          <p:nvPr/>
        </p:nvSpPr>
        <p:spPr>
          <a:xfrm>
            <a:off x="6278245" y="2920364"/>
            <a:ext cx="5364480" cy="3620135"/>
          </a:xfrm>
          <a:prstGeom prst="rect">
            <a:avLst/>
          </a:prstGeom>
        </p:spPr>
        <p:txBody>
          <a:bodyPr vert="horz" wrap="square" lIns="0" tIns="13335" rIns="0" bIns="0" rtlCol="0">
            <a:spAutoFit/>
          </a:bodyPr>
          <a:lstStyle/>
          <a:p>
            <a:pPr marL="266700">
              <a:lnSpc>
                <a:spcPct val="100000"/>
              </a:lnSpc>
              <a:spcBef>
                <a:spcPts val="105"/>
              </a:spcBef>
            </a:pPr>
            <a:r>
              <a:rPr sz="2000" b="1" spc="-10" dirty="0">
                <a:latin typeface="Arial"/>
                <a:cs typeface="Arial"/>
              </a:rPr>
              <a:t>DES</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300"/>
              </a:spcBef>
              <a:buFont typeface="Arial"/>
              <a:buAutoNum type="arabicPeriod"/>
              <a:tabLst>
                <a:tab pos="354965" algn="l"/>
                <a:tab pos="355600" algn="l"/>
              </a:tabLst>
            </a:pPr>
            <a:r>
              <a:rPr sz="1800" spc="-5" dirty="0">
                <a:latin typeface="宋体"/>
                <a:cs typeface="宋体"/>
              </a:rPr>
              <a:t>识别关键概念：确定需要详细阐述的核心想法</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spc="65" dirty="0">
                <a:latin typeface="宋体"/>
                <a:cs typeface="宋体"/>
              </a:rPr>
              <a:t>设计细节矩阵：为每个关键概念创建多维度的细</a:t>
            </a:r>
            <a:r>
              <a:rPr sz="1800" spc="-20" dirty="0">
                <a:latin typeface="宋体"/>
                <a:cs typeface="宋体"/>
              </a:rPr>
              <a:t>节要求</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dirty="0">
                <a:latin typeface="宋体"/>
                <a:cs typeface="宋体"/>
              </a:rPr>
              <a:t>构建微观</a:t>
            </a:r>
            <a:r>
              <a:rPr sz="1800" dirty="0">
                <a:latin typeface="Arial"/>
                <a:cs typeface="Arial"/>
              </a:rPr>
              <a:t>-</a:t>
            </a:r>
            <a:r>
              <a:rPr sz="1800" spc="-5" dirty="0">
                <a:latin typeface="宋体"/>
                <a:cs typeface="宋体"/>
              </a:rPr>
              <a:t>宏观桥接：设计连接具体事例和抽象概</a:t>
            </a:r>
            <a:r>
              <a:rPr sz="1800" spc="-15" dirty="0">
                <a:latin typeface="宋体"/>
                <a:cs typeface="宋体"/>
              </a:rPr>
              <a:t>念的提示</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spc="65" dirty="0">
                <a:latin typeface="宋体"/>
                <a:cs typeface="宋体"/>
              </a:rPr>
              <a:t>创建感官描述指南：为抽象概念设计具体的感官</a:t>
            </a:r>
            <a:r>
              <a:rPr sz="1800" spc="-15" dirty="0">
                <a:latin typeface="宋体"/>
                <a:cs typeface="宋体"/>
              </a:rPr>
              <a:t>描述要求</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spc="65" dirty="0">
                <a:latin typeface="宋体"/>
                <a:cs typeface="宋体"/>
              </a:rPr>
              <a:t>制定数据展示策略：规划如何将数据转化为生动</a:t>
            </a:r>
            <a:r>
              <a:rPr sz="1800" spc="-10" dirty="0">
                <a:latin typeface="宋体"/>
                <a:cs typeface="宋体"/>
              </a:rPr>
              <a:t>的叙述或可视化形式</a:t>
            </a:r>
            <a:endParaRPr sz="1800">
              <a:latin typeface="宋体"/>
              <a:cs typeface="宋体"/>
            </a:endParaRPr>
          </a:p>
        </p:txBody>
      </p:sp>
      <p:sp>
        <p:nvSpPr>
          <p:cNvPr id="13" name="object 13"/>
          <p:cNvSpPr txBox="1"/>
          <p:nvPr/>
        </p:nvSpPr>
        <p:spPr>
          <a:xfrm>
            <a:off x="543559" y="3377564"/>
            <a:ext cx="5257800" cy="1094105"/>
          </a:xfrm>
          <a:prstGeom prst="rect">
            <a:avLst/>
          </a:prstGeom>
        </p:spPr>
        <p:txBody>
          <a:bodyPr vert="horz" wrap="square" lIns="0" tIns="12700" rIns="0" bIns="0" rtlCol="0">
            <a:spAutoFit/>
          </a:bodyPr>
          <a:lstStyle/>
          <a:p>
            <a:pPr marL="12700" marR="5080" algn="just">
              <a:lnSpc>
                <a:spcPct val="129900"/>
              </a:lnSpc>
              <a:spcBef>
                <a:spcPts val="100"/>
              </a:spcBef>
            </a:pPr>
            <a:r>
              <a:rPr sz="1800" spc="65" dirty="0">
                <a:latin typeface="宋体"/>
                <a:cs typeface="宋体"/>
              </a:rPr>
              <a:t>为了使生成的气候变化文章变得更加深度和细节，</a:t>
            </a:r>
            <a:r>
              <a:rPr sz="1800" dirty="0">
                <a:latin typeface="宋体"/>
                <a:cs typeface="宋体"/>
              </a:rPr>
              <a:t>可以利用</a:t>
            </a:r>
            <a:r>
              <a:rPr sz="1800" dirty="0">
                <a:latin typeface="Arial"/>
                <a:cs typeface="Arial"/>
              </a:rPr>
              <a:t>DES</a:t>
            </a:r>
            <a:r>
              <a:rPr sz="1800" dirty="0">
                <a:latin typeface="宋体"/>
                <a:cs typeface="宋体"/>
              </a:rPr>
              <a:t>（</a:t>
            </a:r>
            <a:r>
              <a:rPr sz="1800" dirty="0">
                <a:latin typeface="Arial"/>
                <a:cs typeface="Arial"/>
              </a:rPr>
              <a:t>Detailed Explanation Strategy</a:t>
            </a:r>
            <a:r>
              <a:rPr sz="1800" dirty="0">
                <a:latin typeface="宋体"/>
                <a:cs typeface="宋体"/>
              </a:rPr>
              <a:t>）</a:t>
            </a:r>
            <a:r>
              <a:rPr sz="1800" spc="-50" dirty="0">
                <a:latin typeface="宋体"/>
                <a:cs typeface="宋体"/>
              </a:rPr>
              <a:t>来</a:t>
            </a:r>
            <a:r>
              <a:rPr sz="1800" spc="-5" dirty="0">
                <a:latin typeface="宋体"/>
                <a:cs typeface="宋体"/>
              </a:rPr>
              <a:t>构建一个关键概念细节矩阵。</a:t>
            </a:r>
            <a:endParaRPr sz="1800">
              <a:latin typeface="宋体"/>
              <a:cs typeface="宋体"/>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514205" cy="634365"/>
          </a:xfrm>
          <a:prstGeom prst="rect">
            <a:avLst/>
          </a:prstGeom>
        </p:spPr>
        <p:txBody>
          <a:bodyPr vert="horz" wrap="square" lIns="0" tIns="12065" rIns="0" bIns="0" rtlCol="0">
            <a:spAutoFit/>
          </a:bodyPr>
          <a:lstStyle/>
          <a:p>
            <a:pPr marL="12700">
              <a:lnSpc>
                <a:spcPct val="100000"/>
              </a:lnSpc>
              <a:spcBef>
                <a:spcPts val="95"/>
              </a:spcBef>
            </a:pPr>
            <a:r>
              <a:rPr sz="4000" spc="270" dirty="0"/>
              <a:t>跨域映射机制</a:t>
            </a:r>
            <a:r>
              <a:rPr sz="4000" spc="265" dirty="0"/>
              <a:t>（</a:t>
            </a:r>
            <a:r>
              <a:rPr sz="4000" spc="265" dirty="0">
                <a:latin typeface="Arial"/>
                <a:cs typeface="Arial"/>
              </a:rPr>
              <a:t>CMM</a:t>
            </a:r>
            <a:r>
              <a:rPr sz="4000" spc="265" dirty="0"/>
              <a:t>）：</a:t>
            </a:r>
            <a:r>
              <a:rPr sz="4000" spc="270" dirty="0"/>
              <a:t>激发创新思</a:t>
            </a:r>
            <a:r>
              <a:rPr sz="4000" spc="-50" dirty="0"/>
              <a:t>维</a:t>
            </a:r>
            <a:endParaRPr sz="4000">
              <a:latin typeface="Arial"/>
              <a:cs typeface="Arial"/>
            </a:endParaRPr>
          </a:p>
        </p:txBody>
      </p:sp>
      <p:sp>
        <p:nvSpPr>
          <p:cNvPr id="3" name="object 3"/>
          <p:cNvSpPr/>
          <p:nvPr/>
        </p:nvSpPr>
        <p:spPr>
          <a:xfrm>
            <a:off x="5860415" y="972185"/>
            <a:ext cx="5989955" cy="5722620"/>
          </a:xfrm>
          <a:custGeom>
            <a:avLst/>
            <a:gdLst/>
            <a:ahLst/>
            <a:cxnLst/>
            <a:rect l="l" t="t" r="r" b="b"/>
            <a:pathLst>
              <a:path w="5989955" h="5722620">
                <a:moveTo>
                  <a:pt x="5986145" y="5722620"/>
                </a:moveTo>
                <a:lnTo>
                  <a:pt x="3810" y="5722620"/>
                </a:lnTo>
                <a:lnTo>
                  <a:pt x="2349" y="5722327"/>
                </a:lnTo>
                <a:lnTo>
                  <a:pt x="1117" y="5721502"/>
                </a:lnTo>
                <a:lnTo>
                  <a:pt x="292" y="5720270"/>
                </a:lnTo>
                <a:lnTo>
                  <a:pt x="0" y="5718810"/>
                </a:lnTo>
                <a:lnTo>
                  <a:pt x="0" y="3809"/>
                </a:lnTo>
                <a:lnTo>
                  <a:pt x="292" y="2349"/>
                </a:lnTo>
                <a:lnTo>
                  <a:pt x="1117" y="1117"/>
                </a:lnTo>
                <a:lnTo>
                  <a:pt x="2349" y="292"/>
                </a:lnTo>
                <a:lnTo>
                  <a:pt x="3810" y="0"/>
                </a:lnTo>
                <a:lnTo>
                  <a:pt x="5986145" y="0"/>
                </a:lnTo>
                <a:lnTo>
                  <a:pt x="5987605" y="292"/>
                </a:lnTo>
                <a:lnTo>
                  <a:pt x="5988837" y="1117"/>
                </a:lnTo>
                <a:lnTo>
                  <a:pt x="5989662" y="2349"/>
                </a:lnTo>
                <a:lnTo>
                  <a:pt x="5989955" y="3809"/>
                </a:lnTo>
                <a:lnTo>
                  <a:pt x="7620" y="3809"/>
                </a:lnTo>
                <a:lnTo>
                  <a:pt x="3810" y="7619"/>
                </a:lnTo>
                <a:lnTo>
                  <a:pt x="7620" y="7619"/>
                </a:lnTo>
                <a:lnTo>
                  <a:pt x="7620" y="5714999"/>
                </a:lnTo>
                <a:lnTo>
                  <a:pt x="3810" y="5714999"/>
                </a:lnTo>
                <a:lnTo>
                  <a:pt x="7620" y="5718810"/>
                </a:lnTo>
                <a:lnTo>
                  <a:pt x="5989955" y="5718810"/>
                </a:lnTo>
                <a:lnTo>
                  <a:pt x="5989662" y="5720270"/>
                </a:lnTo>
                <a:lnTo>
                  <a:pt x="5988837" y="5721502"/>
                </a:lnTo>
                <a:lnTo>
                  <a:pt x="5987605" y="5722327"/>
                </a:lnTo>
                <a:lnTo>
                  <a:pt x="5986145" y="5722620"/>
                </a:lnTo>
                <a:close/>
              </a:path>
              <a:path w="5989955" h="5722620">
                <a:moveTo>
                  <a:pt x="7620" y="7619"/>
                </a:moveTo>
                <a:lnTo>
                  <a:pt x="3810" y="7619"/>
                </a:lnTo>
                <a:lnTo>
                  <a:pt x="7620" y="3809"/>
                </a:lnTo>
                <a:lnTo>
                  <a:pt x="7620" y="7619"/>
                </a:lnTo>
                <a:close/>
              </a:path>
              <a:path w="5989955" h="5722620">
                <a:moveTo>
                  <a:pt x="5982335" y="7619"/>
                </a:moveTo>
                <a:lnTo>
                  <a:pt x="7620" y="7619"/>
                </a:lnTo>
                <a:lnTo>
                  <a:pt x="7620" y="3809"/>
                </a:lnTo>
                <a:lnTo>
                  <a:pt x="5982335" y="3809"/>
                </a:lnTo>
                <a:lnTo>
                  <a:pt x="5982335" y="7619"/>
                </a:lnTo>
                <a:close/>
              </a:path>
              <a:path w="5989955" h="5722620">
                <a:moveTo>
                  <a:pt x="5982335" y="5718810"/>
                </a:moveTo>
                <a:lnTo>
                  <a:pt x="5982335" y="3809"/>
                </a:lnTo>
                <a:lnTo>
                  <a:pt x="5986145" y="7619"/>
                </a:lnTo>
                <a:lnTo>
                  <a:pt x="5989955" y="7619"/>
                </a:lnTo>
                <a:lnTo>
                  <a:pt x="5989955" y="5714999"/>
                </a:lnTo>
                <a:lnTo>
                  <a:pt x="5986145" y="5714999"/>
                </a:lnTo>
                <a:lnTo>
                  <a:pt x="5982335" y="5718810"/>
                </a:lnTo>
                <a:close/>
              </a:path>
              <a:path w="5989955" h="5722620">
                <a:moveTo>
                  <a:pt x="5989955" y="7619"/>
                </a:moveTo>
                <a:lnTo>
                  <a:pt x="5986145" y="7619"/>
                </a:lnTo>
                <a:lnTo>
                  <a:pt x="5982335" y="3809"/>
                </a:lnTo>
                <a:lnTo>
                  <a:pt x="5989955" y="3809"/>
                </a:lnTo>
                <a:lnTo>
                  <a:pt x="5989955" y="7619"/>
                </a:lnTo>
                <a:close/>
              </a:path>
              <a:path w="5989955" h="5722620">
                <a:moveTo>
                  <a:pt x="7620" y="5718810"/>
                </a:moveTo>
                <a:lnTo>
                  <a:pt x="3810" y="5714999"/>
                </a:lnTo>
                <a:lnTo>
                  <a:pt x="7620" y="5714999"/>
                </a:lnTo>
                <a:lnTo>
                  <a:pt x="7620" y="5718810"/>
                </a:lnTo>
                <a:close/>
              </a:path>
              <a:path w="5989955" h="5722620">
                <a:moveTo>
                  <a:pt x="5982335" y="5718810"/>
                </a:moveTo>
                <a:lnTo>
                  <a:pt x="7620" y="5718810"/>
                </a:lnTo>
                <a:lnTo>
                  <a:pt x="7620" y="5714999"/>
                </a:lnTo>
                <a:lnTo>
                  <a:pt x="5982335" y="5714999"/>
                </a:lnTo>
                <a:lnTo>
                  <a:pt x="5982335" y="5718810"/>
                </a:lnTo>
                <a:close/>
              </a:path>
              <a:path w="5989955" h="5722620">
                <a:moveTo>
                  <a:pt x="5989955" y="5718810"/>
                </a:moveTo>
                <a:lnTo>
                  <a:pt x="5982335" y="5718810"/>
                </a:lnTo>
                <a:lnTo>
                  <a:pt x="5986145" y="5714999"/>
                </a:lnTo>
                <a:lnTo>
                  <a:pt x="5989955" y="5714999"/>
                </a:lnTo>
                <a:lnTo>
                  <a:pt x="5989955" y="5718810"/>
                </a:lnTo>
                <a:close/>
              </a:path>
            </a:pathLst>
          </a:custGeom>
          <a:solidFill>
            <a:srgbClr val="E6E6E6"/>
          </a:solidFill>
        </p:spPr>
        <p:txBody>
          <a:bodyPr wrap="square" lIns="0" tIns="0" rIns="0" bIns="0" rtlCol="0"/>
          <a:lstStyle/>
          <a:p>
            <a:endParaRPr/>
          </a:p>
        </p:txBody>
      </p:sp>
      <p:sp>
        <p:nvSpPr>
          <p:cNvPr id="4" name="object 4"/>
          <p:cNvSpPr txBox="1"/>
          <p:nvPr/>
        </p:nvSpPr>
        <p:spPr>
          <a:xfrm>
            <a:off x="5916295" y="998220"/>
            <a:ext cx="5959475" cy="5613400"/>
          </a:xfrm>
          <a:prstGeom prst="rect">
            <a:avLst/>
          </a:prstGeom>
        </p:spPr>
        <p:txBody>
          <a:bodyPr vert="horz" wrap="square" lIns="0" tIns="109220" rIns="0" bIns="0" rtlCol="0">
            <a:spAutoFit/>
          </a:bodyPr>
          <a:lstStyle/>
          <a:p>
            <a:pPr marL="394335" indent="-381635">
              <a:lnSpc>
                <a:spcPct val="100000"/>
              </a:lnSpc>
              <a:spcBef>
                <a:spcPts val="860"/>
              </a:spcBef>
              <a:buSzPct val="91666"/>
              <a:buAutoNum type="arabicPlain" startAt="2"/>
              <a:tabLst>
                <a:tab pos="394335" algn="l"/>
              </a:tabLst>
            </a:pPr>
            <a:r>
              <a:rPr sz="1200" spc="-10" dirty="0">
                <a:latin typeface="宋体"/>
                <a:cs typeface="宋体"/>
              </a:rPr>
              <a:t>逐层展开类比：</a:t>
            </a:r>
            <a:endParaRPr sz="1200">
              <a:latin typeface="宋体"/>
              <a:cs typeface="宋体"/>
            </a:endParaRPr>
          </a:p>
          <a:p>
            <a:pPr marL="282575" lvl="1" indent="-121285">
              <a:lnSpc>
                <a:spcPct val="100000"/>
              </a:lnSpc>
              <a:spcBef>
                <a:spcPts val="760"/>
              </a:spcBef>
              <a:buSzPct val="91666"/>
              <a:buAutoNum type="alphaLcPeriod"/>
              <a:tabLst>
                <a:tab pos="283210" algn="l"/>
              </a:tabLst>
            </a:pPr>
            <a:r>
              <a:rPr sz="1200" spc="-5" dirty="0">
                <a:latin typeface="宋体"/>
                <a:cs typeface="宋体"/>
              </a:rPr>
              <a:t>将防火墙和访问控制比作皮肤和黏膜，解释它们如何作为第一道防线。</a:t>
            </a:r>
            <a:endParaRPr sz="1200">
              <a:latin typeface="宋体"/>
              <a:cs typeface="宋体"/>
            </a:endParaRPr>
          </a:p>
          <a:p>
            <a:pPr marL="161925" marR="633095" lvl="1">
              <a:lnSpc>
                <a:spcPct val="152800"/>
              </a:lnSpc>
              <a:buSzPct val="91666"/>
              <a:buAutoNum type="alphaLcPeriod"/>
              <a:tabLst>
                <a:tab pos="290195" algn="l"/>
              </a:tabLst>
            </a:pPr>
            <a:r>
              <a:rPr sz="1200" spc="-5" dirty="0">
                <a:latin typeface="宋体"/>
                <a:cs typeface="宋体"/>
              </a:rPr>
              <a:t>描述入侵检测系统如何像白细胞一样在网络中“巡逻”，识别和应对威胁。</a:t>
            </a:r>
            <a:r>
              <a:rPr sz="1200" spc="-50" dirty="0">
                <a:latin typeface="宋体"/>
                <a:cs typeface="宋体"/>
              </a:rPr>
              <a:t> </a:t>
            </a:r>
            <a:r>
              <a:rPr sz="1200" spc="-135" dirty="0">
                <a:latin typeface="宋体"/>
                <a:cs typeface="宋体"/>
              </a:rPr>
              <a:t>c.</a:t>
            </a:r>
            <a:r>
              <a:rPr sz="1200" spc="-5" dirty="0">
                <a:latin typeface="宋体"/>
                <a:cs typeface="宋体"/>
              </a:rPr>
              <a:t>解释签名式防御如何类似于抗体，能够快速识别和中和已知威胁。</a:t>
            </a:r>
            <a:endParaRPr sz="1200">
              <a:latin typeface="宋体"/>
              <a:cs typeface="宋体"/>
            </a:endParaRPr>
          </a:p>
          <a:p>
            <a:pPr marL="161925">
              <a:lnSpc>
                <a:spcPct val="100000"/>
              </a:lnSpc>
              <a:spcBef>
                <a:spcPts val="760"/>
              </a:spcBef>
            </a:pPr>
            <a:r>
              <a:rPr sz="1200" spc="-110" dirty="0">
                <a:latin typeface="宋体"/>
                <a:cs typeface="宋体"/>
              </a:rPr>
              <a:t>d.</a:t>
            </a:r>
            <a:r>
              <a:rPr sz="1200" spc="-5" dirty="0">
                <a:latin typeface="宋体"/>
                <a:cs typeface="宋体"/>
              </a:rPr>
              <a:t>比较系统隔离和清理过程与人体发烧的相似性，都是为了控制“感染”扩散。</a:t>
            </a:r>
            <a:endParaRPr sz="1200">
              <a:latin typeface="宋体"/>
              <a:cs typeface="宋体"/>
            </a:endParaRPr>
          </a:p>
          <a:p>
            <a:pPr marL="188595">
              <a:lnSpc>
                <a:spcPct val="100000"/>
              </a:lnSpc>
              <a:spcBef>
                <a:spcPts val="760"/>
              </a:spcBef>
            </a:pPr>
            <a:r>
              <a:rPr sz="1200" spc="-135" dirty="0">
                <a:latin typeface="宋体"/>
                <a:cs typeface="宋体"/>
              </a:rPr>
              <a:t>e.</a:t>
            </a:r>
            <a:r>
              <a:rPr sz="1200" spc="-5" dirty="0">
                <a:latin typeface="宋体"/>
                <a:cs typeface="宋体"/>
              </a:rPr>
              <a:t>讨论威胁情报数据库如何类似于免疫记忆，使系统能够更快地应对重复出现的威胁。</a:t>
            </a:r>
            <a:endParaRPr sz="1200">
              <a:latin typeface="宋体"/>
              <a:cs typeface="宋体"/>
            </a:endParaRPr>
          </a:p>
          <a:p>
            <a:pPr marL="394335" indent="-381635">
              <a:lnSpc>
                <a:spcPct val="100000"/>
              </a:lnSpc>
              <a:spcBef>
                <a:spcPts val="760"/>
              </a:spcBef>
              <a:buSzPct val="91666"/>
              <a:buAutoNum type="arabicPlain" startAt="3"/>
              <a:tabLst>
                <a:tab pos="394335" algn="l"/>
              </a:tabLst>
            </a:pPr>
            <a:r>
              <a:rPr sz="1200" spc="-10" dirty="0">
                <a:latin typeface="宋体"/>
                <a:cs typeface="宋体"/>
              </a:rPr>
              <a:t>深入探讨启示：</a:t>
            </a:r>
            <a:endParaRPr sz="1200">
              <a:latin typeface="宋体"/>
              <a:cs typeface="宋体"/>
            </a:endParaRPr>
          </a:p>
          <a:p>
            <a:pPr marL="320040" lvl="1" indent="-120650">
              <a:lnSpc>
                <a:spcPct val="100000"/>
              </a:lnSpc>
              <a:spcBef>
                <a:spcPts val="760"/>
              </a:spcBef>
              <a:buSzPct val="91666"/>
              <a:buAutoNum type="alphaLcPeriod"/>
              <a:tabLst>
                <a:tab pos="320675" algn="l"/>
              </a:tabLst>
            </a:pPr>
            <a:r>
              <a:rPr sz="1200" spc="-5" dirty="0">
                <a:latin typeface="宋体"/>
                <a:cs typeface="宋体"/>
              </a:rPr>
              <a:t>分析免疫系统的适应性如何启发自适应安全系统的设计。</a:t>
            </a:r>
            <a:endParaRPr sz="1200">
              <a:latin typeface="宋体"/>
              <a:cs typeface="宋体"/>
            </a:endParaRPr>
          </a:p>
          <a:p>
            <a:pPr marL="327025" lvl="1" indent="-127635">
              <a:lnSpc>
                <a:spcPct val="100000"/>
              </a:lnSpc>
              <a:spcBef>
                <a:spcPts val="760"/>
              </a:spcBef>
              <a:buSzPct val="91666"/>
              <a:buAutoNum type="alphaLcPeriod"/>
              <a:tabLst>
                <a:tab pos="327660" algn="l"/>
              </a:tabLst>
            </a:pPr>
            <a:r>
              <a:rPr sz="1200" spc="-5" dirty="0">
                <a:latin typeface="宋体"/>
                <a:cs typeface="宋体"/>
              </a:rPr>
              <a:t>探讨免疫系统的分层防御策略如何应用于网络安全的纵深防御概念。</a:t>
            </a:r>
            <a:endParaRPr sz="1200">
              <a:latin typeface="宋体"/>
              <a:cs typeface="宋体"/>
            </a:endParaRPr>
          </a:p>
          <a:p>
            <a:pPr marL="318770" lvl="1" indent="-119380">
              <a:lnSpc>
                <a:spcPct val="100000"/>
              </a:lnSpc>
              <a:spcBef>
                <a:spcPts val="760"/>
              </a:spcBef>
              <a:buSzPct val="91666"/>
              <a:buAutoNum type="alphaLcPeriod"/>
              <a:tabLst>
                <a:tab pos="319405" algn="l"/>
              </a:tabLst>
            </a:pPr>
            <a:r>
              <a:rPr sz="1200" dirty="0">
                <a:latin typeface="宋体"/>
                <a:cs typeface="宋体"/>
              </a:rPr>
              <a:t>讨论过度免疫反应（如过敏）可能对应的网络安全问题（如误报或过度限制）</a:t>
            </a:r>
            <a:r>
              <a:rPr sz="1200" spc="-50" dirty="0">
                <a:latin typeface="宋体"/>
                <a:cs typeface="宋体"/>
              </a:rPr>
              <a:t>。</a:t>
            </a:r>
            <a:endParaRPr sz="1200">
              <a:latin typeface="宋体"/>
              <a:cs typeface="宋体"/>
            </a:endParaRPr>
          </a:p>
          <a:p>
            <a:pPr marL="394335" indent="-381635">
              <a:lnSpc>
                <a:spcPct val="100000"/>
              </a:lnSpc>
              <a:spcBef>
                <a:spcPts val="760"/>
              </a:spcBef>
              <a:buSzPct val="91666"/>
              <a:buAutoNum type="arabicPlain" startAt="3"/>
              <a:tabLst>
                <a:tab pos="394335" algn="l"/>
              </a:tabLst>
            </a:pPr>
            <a:r>
              <a:rPr sz="1200" spc="-10" dirty="0">
                <a:latin typeface="宋体"/>
                <a:cs typeface="宋体"/>
              </a:rPr>
              <a:t>创新思路：</a:t>
            </a:r>
            <a:endParaRPr sz="1200">
              <a:latin typeface="宋体"/>
              <a:cs typeface="宋体"/>
            </a:endParaRPr>
          </a:p>
          <a:p>
            <a:pPr marL="200025" marR="1059815" lvl="1">
              <a:lnSpc>
                <a:spcPct val="152800"/>
              </a:lnSpc>
              <a:buSzPct val="91666"/>
              <a:buAutoNum type="alphaLcPeriod"/>
              <a:tabLst>
                <a:tab pos="320675" algn="l"/>
              </a:tabLst>
            </a:pPr>
            <a:r>
              <a:rPr sz="1200" spc="-5" dirty="0">
                <a:latin typeface="宋体"/>
                <a:cs typeface="宋体"/>
              </a:rPr>
              <a:t>提出“数字疫苗”概念，探讨如何通过模拟攻击来增强系统抵抗力。</a:t>
            </a:r>
            <a:r>
              <a:rPr sz="1200" spc="-50" dirty="0">
                <a:latin typeface="宋体"/>
                <a:cs typeface="宋体"/>
              </a:rPr>
              <a:t> </a:t>
            </a:r>
            <a:r>
              <a:rPr sz="1200" spc="-110" dirty="0">
                <a:latin typeface="宋体"/>
                <a:cs typeface="宋体"/>
              </a:rPr>
              <a:t>b.</a:t>
            </a:r>
            <a:r>
              <a:rPr sz="1200" spc="-5" dirty="0">
                <a:latin typeface="宋体"/>
                <a:cs typeface="宋体"/>
              </a:rPr>
              <a:t>讨论“网络卫生”概念，类比个人卫生如何预防疾病。</a:t>
            </a:r>
            <a:endParaRPr sz="1200">
              <a:latin typeface="宋体"/>
              <a:cs typeface="宋体"/>
            </a:endParaRPr>
          </a:p>
          <a:p>
            <a:pPr marL="12700" marR="139700" indent="187325">
              <a:lnSpc>
                <a:spcPct val="152800"/>
              </a:lnSpc>
            </a:pPr>
            <a:r>
              <a:rPr sz="1200" spc="-135" dirty="0">
                <a:latin typeface="宋体"/>
                <a:cs typeface="宋体"/>
              </a:rPr>
              <a:t>c.</a:t>
            </a:r>
            <a:r>
              <a:rPr sz="1200" dirty="0">
                <a:latin typeface="宋体"/>
                <a:cs typeface="宋体"/>
              </a:rPr>
              <a:t>探索“数字共生”理念，类比人体中的有益菌群，讨论如何利用良性</a:t>
            </a:r>
            <a:r>
              <a:rPr sz="1200" spc="-40" dirty="0">
                <a:latin typeface="宋体"/>
                <a:cs typeface="宋体"/>
              </a:rPr>
              <a:t>AI</a:t>
            </a:r>
            <a:r>
              <a:rPr sz="1200" spc="-10" dirty="0">
                <a:latin typeface="宋体"/>
                <a:cs typeface="宋体"/>
              </a:rPr>
              <a:t>来增强网络</a:t>
            </a:r>
            <a:r>
              <a:rPr sz="1200" spc="-20" dirty="0">
                <a:latin typeface="宋体"/>
                <a:cs typeface="宋体"/>
              </a:rPr>
              <a:t>安全。</a:t>
            </a:r>
            <a:endParaRPr sz="1200">
              <a:latin typeface="宋体"/>
              <a:cs typeface="宋体"/>
            </a:endParaRPr>
          </a:p>
          <a:p>
            <a:pPr marL="394335" indent="-381635">
              <a:lnSpc>
                <a:spcPct val="100000"/>
              </a:lnSpc>
              <a:spcBef>
                <a:spcPts val="760"/>
              </a:spcBef>
              <a:buSzPct val="91666"/>
              <a:buAutoNum type="arabicPlain" startAt="5"/>
              <a:tabLst>
                <a:tab pos="394335" algn="l"/>
              </a:tabLst>
            </a:pPr>
            <a:r>
              <a:rPr sz="1200" spc="-10" dirty="0">
                <a:latin typeface="宋体"/>
                <a:cs typeface="宋体"/>
              </a:rPr>
              <a:t>挑战与展望：</a:t>
            </a:r>
            <a:endParaRPr sz="1200">
              <a:latin typeface="宋体"/>
              <a:cs typeface="宋体"/>
            </a:endParaRPr>
          </a:p>
          <a:p>
            <a:pPr marL="161925" marR="792480" lvl="1">
              <a:lnSpc>
                <a:spcPct val="152800"/>
              </a:lnSpc>
              <a:buSzPct val="91666"/>
              <a:buAutoNum type="alphaLcPeriod"/>
              <a:tabLst>
                <a:tab pos="283210" algn="l"/>
              </a:tabLst>
            </a:pPr>
            <a:r>
              <a:rPr sz="1200" spc="-5" dirty="0">
                <a:latin typeface="宋体"/>
                <a:cs typeface="宋体"/>
              </a:rPr>
              <a:t>分析这种类比的局限性，指出人体免疫系统和网络安全系统的关键差异。</a:t>
            </a:r>
            <a:r>
              <a:rPr sz="1200" spc="-50" dirty="0">
                <a:latin typeface="宋体"/>
                <a:cs typeface="宋体"/>
              </a:rPr>
              <a:t> </a:t>
            </a:r>
            <a:r>
              <a:rPr sz="1200" spc="-110" dirty="0">
                <a:latin typeface="宋体"/>
                <a:cs typeface="宋体"/>
              </a:rPr>
              <a:t>b.</a:t>
            </a:r>
            <a:r>
              <a:rPr sz="1200" spc="-5" dirty="0">
                <a:latin typeface="宋体"/>
                <a:cs typeface="宋体"/>
              </a:rPr>
              <a:t>展望未来：讨论如何进一步借鉴生物系统的其他特性来增强网络安全。</a:t>
            </a:r>
            <a:endParaRPr sz="1200">
              <a:latin typeface="宋体"/>
              <a:cs typeface="宋体"/>
            </a:endParaRPr>
          </a:p>
          <a:p>
            <a:pPr marL="12700" marR="139700">
              <a:lnSpc>
                <a:spcPct val="152800"/>
              </a:lnSpc>
            </a:pPr>
            <a:r>
              <a:rPr sz="1200" spc="-5" dirty="0">
                <a:latin typeface="宋体"/>
                <a:cs typeface="宋体"/>
              </a:rPr>
              <a:t>注意：在使用类比时，应保持科学准确性，避免过度简化复杂的技术概念。确保文章既生动有趣，又具有实质性的技术深度。</a:t>
            </a:r>
            <a:endParaRPr sz="1200">
              <a:latin typeface="宋体"/>
              <a:cs typeface="宋体"/>
            </a:endParaRPr>
          </a:p>
        </p:txBody>
      </p:sp>
      <p:grpSp>
        <p:nvGrpSpPr>
          <p:cNvPr id="5" name="object 5"/>
          <p:cNvGrpSpPr/>
          <p:nvPr/>
        </p:nvGrpSpPr>
        <p:grpSpPr>
          <a:xfrm>
            <a:off x="428625" y="5148071"/>
            <a:ext cx="5271770" cy="1546860"/>
            <a:chOff x="428625" y="5148071"/>
            <a:chExt cx="5271770" cy="1546860"/>
          </a:xfrm>
        </p:grpSpPr>
        <p:sp>
          <p:nvSpPr>
            <p:cNvPr id="6" name="object 6"/>
            <p:cNvSpPr/>
            <p:nvPr/>
          </p:nvSpPr>
          <p:spPr>
            <a:xfrm>
              <a:off x="428625" y="5493384"/>
              <a:ext cx="5271770" cy="1201420"/>
            </a:xfrm>
            <a:custGeom>
              <a:avLst/>
              <a:gdLst/>
              <a:ahLst/>
              <a:cxnLst/>
              <a:rect l="l" t="t" r="r" b="b"/>
              <a:pathLst>
                <a:path w="5271770" h="1201420">
                  <a:moveTo>
                    <a:pt x="5267960" y="1201419"/>
                  </a:moveTo>
                  <a:lnTo>
                    <a:pt x="3809" y="1201419"/>
                  </a:lnTo>
                  <a:lnTo>
                    <a:pt x="2349" y="1201127"/>
                  </a:lnTo>
                  <a:lnTo>
                    <a:pt x="1117" y="1200302"/>
                  </a:lnTo>
                  <a:lnTo>
                    <a:pt x="292" y="1199070"/>
                  </a:lnTo>
                  <a:lnTo>
                    <a:pt x="0" y="1197610"/>
                  </a:lnTo>
                  <a:lnTo>
                    <a:pt x="0" y="3810"/>
                  </a:lnTo>
                  <a:lnTo>
                    <a:pt x="292" y="2349"/>
                  </a:lnTo>
                  <a:lnTo>
                    <a:pt x="1117" y="1117"/>
                  </a:lnTo>
                  <a:lnTo>
                    <a:pt x="2349" y="292"/>
                  </a:lnTo>
                  <a:lnTo>
                    <a:pt x="3809" y="0"/>
                  </a:lnTo>
                  <a:lnTo>
                    <a:pt x="5267960" y="0"/>
                  </a:lnTo>
                  <a:lnTo>
                    <a:pt x="5269420" y="292"/>
                  </a:lnTo>
                  <a:lnTo>
                    <a:pt x="5270652" y="1117"/>
                  </a:lnTo>
                  <a:lnTo>
                    <a:pt x="5271477" y="2349"/>
                  </a:lnTo>
                  <a:lnTo>
                    <a:pt x="5271770" y="3810"/>
                  </a:lnTo>
                  <a:lnTo>
                    <a:pt x="7620" y="3810"/>
                  </a:lnTo>
                  <a:lnTo>
                    <a:pt x="3809" y="7619"/>
                  </a:lnTo>
                  <a:lnTo>
                    <a:pt x="7620" y="7619"/>
                  </a:lnTo>
                  <a:lnTo>
                    <a:pt x="7620" y="1193799"/>
                  </a:lnTo>
                  <a:lnTo>
                    <a:pt x="3809" y="1193799"/>
                  </a:lnTo>
                  <a:lnTo>
                    <a:pt x="7620" y="1197610"/>
                  </a:lnTo>
                  <a:lnTo>
                    <a:pt x="5271770" y="1197610"/>
                  </a:lnTo>
                  <a:lnTo>
                    <a:pt x="5271477" y="1199070"/>
                  </a:lnTo>
                  <a:lnTo>
                    <a:pt x="5270652" y="1200302"/>
                  </a:lnTo>
                  <a:lnTo>
                    <a:pt x="5269420" y="1201127"/>
                  </a:lnTo>
                  <a:lnTo>
                    <a:pt x="5267960" y="1201419"/>
                  </a:lnTo>
                  <a:close/>
                </a:path>
                <a:path w="5271770" h="1201420">
                  <a:moveTo>
                    <a:pt x="7620" y="7619"/>
                  </a:moveTo>
                  <a:lnTo>
                    <a:pt x="3809" y="7619"/>
                  </a:lnTo>
                  <a:lnTo>
                    <a:pt x="7620" y="3810"/>
                  </a:lnTo>
                  <a:lnTo>
                    <a:pt x="7620" y="7619"/>
                  </a:lnTo>
                  <a:close/>
                </a:path>
                <a:path w="5271770" h="1201420">
                  <a:moveTo>
                    <a:pt x="5264150" y="7619"/>
                  </a:moveTo>
                  <a:lnTo>
                    <a:pt x="7620" y="7619"/>
                  </a:lnTo>
                  <a:lnTo>
                    <a:pt x="7620" y="3810"/>
                  </a:lnTo>
                  <a:lnTo>
                    <a:pt x="5264150" y="3810"/>
                  </a:lnTo>
                  <a:lnTo>
                    <a:pt x="5264150" y="7619"/>
                  </a:lnTo>
                  <a:close/>
                </a:path>
                <a:path w="5271770" h="1201420">
                  <a:moveTo>
                    <a:pt x="5264150" y="1197610"/>
                  </a:moveTo>
                  <a:lnTo>
                    <a:pt x="5264150" y="3810"/>
                  </a:lnTo>
                  <a:lnTo>
                    <a:pt x="5267960" y="7619"/>
                  </a:lnTo>
                  <a:lnTo>
                    <a:pt x="5271770" y="7619"/>
                  </a:lnTo>
                  <a:lnTo>
                    <a:pt x="5271770" y="1193799"/>
                  </a:lnTo>
                  <a:lnTo>
                    <a:pt x="5267960" y="1193799"/>
                  </a:lnTo>
                  <a:lnTo>
                    <a:pt x="5264150" y="1197610"/>
                  </a:lnTo>
                  <a:close/>
                </a:path>
                <a:path w="5271770" h="1201420">
                  <a:moveTo>
                    <a:pt x="5271770" y="7619"/>
                  </a:moveTo>
                  <a:lnTo>
                    <a:pt x="5267960" y="7619"/>
                  </a:lnTo>
                  <a:lnTo>
                    <a:pt x="5264150" y="3810"/>
                  </a:lnTo>
                  <a:lnTo>
                    <a:pt x="5271770" y="3810"/>
                  </a:lnTo>
                  <a:lnTo>
                    <a:pt x="5271770" y="7619"/>
                  </a:lnTo>
                  <a:close/>
                </a:path>
                <a:path w="5271770" h="1201420">
                  <a:moveTo>
                    <a:pt x="7620" y="1197610"/>
                  </a:moveTo>
                  <a:lnTo>
                    <a:pt x="3809" y="1193799"/>
                  </a:lnTo>
                  <a:lnTo>
                    <a:pt x="7620" y="1193799"/>
                  </a:lnTo>
                  <a:lnTo>
                    <a:pt x="7620" y="1197610"/>
                  </a:lnTo>
                  <a:close/>
                </a:path>
                <a:path w="5271770" h="1201420">
                  <a:moveTo>
                    <a:pt x="5264150" y="1197610"/>
                  </a:moveTo>
                  <a:lnTo>
                    <a:pt x="7620" y="1197610"/>
                  </a:lnTo>
                  <a:lnTo>
                    <a:pt x="7620" y="1193799"/>
                  </a:lnTo>
                  <a:lnTo>
                    <a:pt x="5264150" y="1193799"/>
                  </a:lnTo>
                  <a:lnTo>
                    <a:pt x="5264150" y="1197610"/>
                  </a:lnTo>
                  <a:close/>
                </a:path>
                <a:path w="5271770" h="1201420">
                  <a:moveTo>
                    <a:pt x="5271770" y="1197610"/>
                  </a:moveTo>
                  <a:lnTo>
                    <a:pt x="5264150" y="1197610"/>
                  </a:lnTo>
                  <a:lnTo>
                    <a:pt x="5267960" y="1193799"/>
                  </a:lnTo>
                  <a:lnTo>
                    <a:pt x="5271770" y="1193799"/>
                  </a:lnTo>
                  <a:lnTo>
                    <a:pt x="5271770" y="1197610"/>
                  </a:lnTo>
                  <a:close/>
                </a:path>
              </a:pathLst>
            </a:custGeom>
            <a:solidFill>
              <a:srgbClr val="E6E6E6"/>
            </a:solidFill>
          </p:spPr>
          <p:txBody>
            <a:bodyPr wrap="square" lIns="0" tIns="0" rIns="0" bIns="0" rtlCol="0"/>
            <a:lstStyle/>
            <a:p>
              <a:endParaRPr/>
            </a:p>
          </p:txBody>
        </p:sp>
        <p:sp>
          <p:nvSpPr>
            <p:cNvPr id="7" name="object 7"/>
            <p:cNvSpPr/>
            <p:nvPr/>
          </p:nvSpPr>
          <p:spPr>
            <a:xfrm>
              <a:off x="432816" y="5148071"/>
              <a:ext cx="2106295" cy="349250"/>
            </a:xfrm>
            <a:custGeom>
              <a:avLst/>
              <a:gdLst/>
              <a:ahLst/>
              <a:cxnLst/>
              <a:rect l="l" t="t" r="r" b="b"/>
              <a:pathLst>
                <a:path w="2106295" h="349250">
                  <a:moveTo>
                    <a:pt x="2048256" y="348995"/>
                  </a:moveTo>
                  <a:lnTo>
                    <a:pt x="57912" y="348995"/>
                  </a:lnTo>
                  <a:lnTo>
                    <a:pt x="35211" y="344497"/>
                  </a:lnTo>
                  <a:lnTo>
                    <a:pt x="16725" y="332079"/>
                  </a:lnTo>
                  <a:lnTo>
                    <a:pt x="4355" y="313641"/>
                  </a:lnTo>
                  <a:lnTo>
                    <a:pt x="0" y="291083"/>
                  </a:lnTo>
                  <a:lnTo>
                    <a:pt x="0" y="57912"/>
                  </a:lnTo>
                  <a:lnTo>
                    <a:pt x="4355" y="35354"/>
                  </a:lnTo>
                  <a:lnTo>
                    <a:pt x="16725" y="16916"/>
                  </a:lnTo>
                  <a:lnTo>
                    <a:pt x="35211" y="4498"/>
                  </a:lnTo>
                  <a:lnTo>
                    <a:pt x="57912" y="0"/>
                  </a:lnTo>
                  <a:lnTo>
                    <a:pt x="2048256" y="0"/>
                  </a:lnTo>
                  <a:lnTo>
                    <a:pt x="2070599" y="4498"/>
                  </a:lnTo>
                  <a:lnTo>
                    <a:pt x="2088965" y="16916"/>
                  </a:lnTo>
                  <a:lnTo>
                    <a:pt x="2101455" y="35354"/>
                  </a:lnTo>
                  <a:lnTo>
                    <a:pt x="2106167" y="57912"/>
                  </a:lnTo>
                  <a:lnTo>
                    <a:pt x="2106167" y="291083"/>
                  </a:lnTo>
                  <a:lnTo>
                    <a:pt x="2101455" y="313641"/>
                  </a:lnTo>
                  <a:lnTo>
                    <a:pt x="2088965" y="332079"/>
                  </a:lnTo>
                  <a:lnTo>
                    <a:pt x="2070599" y="344497"/>
                  </a:lnTo>
                  <a:lnTo>
                    <a:pt x="2048256" y="348995"/>
                  </a:lnTo>
                  <a:close/>
                </a:path>
              </a:pathLst>
            </a:custGeom>
            <a:solidFill>
              <a:srgbClr val="0A80DF"/>
            </a:solidFill>
          </p:spPr>
          <p:txBody>
            <a:bodyPr wrap="square" lIns="0" tIns="0" rIns="0" bIns="0" rtlCol="0"/>
            <a:lstStyle/>
            <a:p>
              <a:endParaRPr/>
            </a:p>
          </p:txBody>
        </p:sp>
      </p:grpSp>
      <p:sp>
        <p:nvSpPr>
          <p:cNvPr id="8" name="object 8"/>
          <p:cNvSpPr/>
          <p:nvPr/>
        </p:nvSpPr>
        <p:spPr>
          <a:xfrm>
            <a:off x="492442" y="2302192"/>
            <a:ext cx="5161280" cy="427355"/>
          </a:xfrm>
          <a:custGeom>
            <a:avLst/>
            <a:gdLst/>
            <a:ahLst/>
            <a:cxnLst/>
            <a:rect l="l" t="t" r="r" b="b"/>
            <a:pathLst>
              <a:path w="5161280" h="427355">
                <a:moveTo>
                  <a:pt x="5161280" y="8255"/>
                </a:moveTo>
                <a:lnTo>
                  <a:pt x="5132705" y="8255"/>
                </a:lnTo>
                <a:lnTo>
                  <a:pt x="5132705" y="36830"/>
                </a:lnTo>
                <a:lnTo>
                  <a:pt x="5132705" y="398780"/>
                </a:lnTo>
                <a:lnTo>
                  <a:pt x="3595370" y="398780"/>
                </a:lnTo>
                <a:lnTo>
                  <a:pt x="3595370" y="36830"/>
                </a:lnTo>
                <a:lnTo>
                  <a:pt x="5132705" y="36830"/>
                </a:lnTo>
                <a:lnTo>
                  <a:pt x="5132705" y="8255"/>
                </a:lnTo>
                <a:lnTo>
                  <a:pt x="3580130" y="8255"/>
                </a:lnTo>
                <a:lnTo>
                  <a:pt x="3580130" y="7620"/>
                </a:lnTo>
                <a:lnTo>
                  <a:pt x="3551555" y="7620"/>
                </a:lnTo>
                <a:lnTo>
                  <a:pt x="3551555" y="36195"/>
                </a:lnTo>
                <a:lnTo>
                  <a:pt x="3551555" y="398145"/>
                </a:lnTo>
                <a:lnTo>
                  <a:pt x="2407920" y="398145"/>
                </a:lnTo>
                <a:lnTo>
                  <a:pt x="2407920" y="36195"/>
                </a:lnTo>
                <a:lnTo>
                  <a:pt x="3551555" y="36195"/>
                </a:lnTo>
                <a:lnTo>
                  <a:pt x="3551555" y="7620"/>
                </a:lnTo>
                <a:lnTo>
                  <a:pt x="2392680" y="7620"/>
                </a:lnTo>
                <a:lnTo>
                  <a:pt x="2392680" y="0"/>
                </a:lnTo>
                <a:lnTo>
                  <a:pt x="2364105" y="0"/>
                </a:lnTo>
                <a:lnTo>
                  <a:pt x="2364105" y="28575"/>
                </a:lnTo>
                <a:lnTo>
                  <a:pt x="2364105" y="398145"/>
                </a:lnTo>
                <a:lnTo>
                  <a:pt x="1219200" y="398145"/>
                </a:lnTo>
                <a:lnTo>
                  <a:pt x="1219200" y="28575"/>
                </a:lnTo>
                <a:lnTo>
                  <a:pt x="2364105" y="28575"/>
                </a:lnTo>
                <a:lnTo>
                  <a:pt x="2364105" y="0"/>
                </a:lnTo>
                <a:lnTo>
                  <a:pt x="1190625" y="0"/>
                </a:lnTo>
                <a:lnTo>
                  <a:pt x="1190625" y="8255"/>
                </a:lnTo>
                <a:lnTo>
                  <a:pt x="1172845" y="8255"/>
                </a:lnTo>
                <a:lnTo>
                  <a:pt x="1172845" y="36830"/>
                </a:lnTo>
                <a:lnTo>
                  <a:pt x="1172845" y="398145"/>
                </a:lnTo>
                <a:lnTo>
                  <a:pt x="28575" y="398145"/>
                </a:lnTo>
                <a:lnTo>
                  <a:pt x="28575" y="36830"/>
                </a:lnTo>
                <a:lnTo>
                  <a:pt x="1172845" y="36830"/>
                </a:lnTo>
                <a:lnTo>
                  <a:pt x="1172845" y="8255"/>
                </a:lnTo>
                <a:lnTo>
                  <a:pt x="0" y="8255"/>
                </a:lnTo>
                <a:lnTo>
                  <a:pt x="0" y="426720"/>
                </a:lnTo>
                <a:lnTo>
                  <a:pt x="1190625" y="426720"/>
                </a:lnTo>
                <a:lnTo>
                  <a:pt x="1201420" y="426720"/>
                </a:lnTo>
                <a:lnTo>
                  <a:pt x="2379345" y="426720"/>
                </a:lnTo>
                <a:lnTo>
                  <a:pt x="2392680" y="426720"/>
                </a:lnTo>
                <a:lnTo>
                  <a:pt x="3566795" y="426720"/>
                </a:lnTo>
                <a:lnTo>
                  <a:pt x="3566795" y="427355"/>
                </a:lnTo>
                <a:lnTo>
                  <a:pt x="5161280" y="427355"/>
                </a:lnTo>
                <a:lnTo>
                  <a:pt x="5161280" y="413067"/>
                </a:lnTo>
                <a:lnTo>
                  <a:pt x="5161280" y="398780"/>
                </a:lnTo>
                <a:lnTo>
                  <a:pt x="5161280" y="36830"/>
                </a:lnTo>
                <a:lnTo>
                  <a:pt x="5161280" y="22542"/>
                </a:lnTo>
                <a:lnTo>
                  <a:pt x="5161280" y="8255"/>
                </a:lnTo>
                <a:close/>
              </a:path>
            </a:pathLst>
          </a:custGeom>
          <a:solidFill>
            <a:srgbClr val="5F95E6"/>
          </a:solidFill>
        </p:spPr>
        <p:txBody>
          <a:bodyPr wrap="square" lIns="0" tIns="0" rIns="0" bIns="0" rtlCol="0"/>
          <a:lstStyle/>
          <a:p>
            <a:endParaRPr/>
          </a:p>
        </p:txBody>
      </p:sp>
      <p:sp>
        <p:nvSpPr>
          <p:cNvPr id="9" name="object 9"/>
          <p:cNvSpPr txBox="1"/>
          <p:nvPr/>
        </p:nvSpPr>
        <p:spPr>
          <a:xfrm>
            <a:off x="511175" y="994805"/>
            <a:ext cx="5135880" cy="5650230"/>
          </a:xfrm>
          <a:prstGeom prst="rect">
            <a:avLst/>
          </a:prstGeom>
        </p:spPr>
        <p:txBody>
          <a:bodyPr vert="horz" wrap="square" lIns="0" tIns="165735" rIns="0" bIns="0" rtlCol="0">
            <a:spAutoFit/>
          </a:bodyPr>
          <a:lstStyle/>
          <a:p>
            <a:pPr marL="296545">
              <a:lnSpc>
                <a:spcPct val="100000"/>
              </a:lnSpc>
              <a:spcBef>
                <a:spcPts val="1305"/>
              </a:spcBef>
            </a:pPr>
            <a:r>
              <a:rPr sz="2000" b="1" spc="-10" dirty="0">
                <a:latin typeface="Arial"/>
                <a:cs typeface="Arial"/>
              </a:rPr>
              <a:t>CMM</a:t>
            </a:r>
            <a:r>
              <a:rPr sz="2000" b="1" spc="-10" dirty="0">
                <a:latin typeface="Microsoft JhengHei"/>
                <a:cs typeface="Microsoft JhengHei"/>
              </a:rPr>
              <a:t>的理论基础：</a:t>
            </a:r>
            <a:endParaRPr sz="2000">
              <a:latin typeface="Microsoft JhengHei"/>
              <a:cs typeface="Microsoft JhengHei"/>
            </a:endParaRPr>
          </a:p>
          <a:p>
            <a:pPr marL="41275" marR="194310">
              <a:lnSpc>
                <a:spcPct val="129900"/>
              </a:lnSpc>
              <a:spcBef>
                <a:spcPts val="434"/>
              </a:spcBef>
            </a:pPr>
            <a:r>
              <a:rPr sz="1800" dirty="0">
                <a:latin typeface="Arial"/>
                <a:cs typeface="Arial"/>
              </a:rPr>
              <a:t>CMM</a:t>
            </a:r>
            <a:r>
              <a:rPr sz="1800" spc="-5" dirty="0">
                <a:latin typeface="宋体"/>
                <a:cs typeface="宋体"/>
              </a:rPr>
              <a:t>的理论基础借鉴了认知语言学中的概念隐喻理论和认知科学中的类比推理方法论：</a:t>
            </a:r>
            <a:endParaRPr sz="1800">
              <a:latin typeface="宋体"/>
              <a:cs typeface="宋体"/>
            </a:endParaRPr>
          </a:p>
          <a:p>
            <a:pPr marL="123825">
              <a:lnSpc>
                <a:spcPct val="100000"/>
              </a:lnSpc>
              <a:spcBef>
                <a:spcPts val="1195"/>
              </a:spcBef>
              <a:tabLst>
                <a:tab pos="1315085" algn="l"/>
                <a:tab pos="2503170" algn="l"/>
                <a:tab pos="3658870" algn="l"/>
              </a:tabLst>
            </a:pPr>
            <a:r>
              <a:rPr sz="1800" dirty="0">
                <a:latin typeface="宋体"/>
                <a:cs typeface="宋体"/>
              </a:rPr>
              <a:t>结构映</a:t>
            </a:r>
            <a:r>
              <a:rPr sz="1800" spc="-50" dirty="0">
                <a:latin typeface="宋体"/>
                <a:cs typeface="宋体"/>
              </a:rPr>
              <a:t>射</a:t>
            </a:r>
            <a:r>
              <a:rPr sz="1800" dirty="0">
                <a:latin typeface="宋体"/>
                <a:cs typeface="宋体"/>
              </a:rPr>
              <a:t>	</a:t>
            </a:r>
            <a:r>
              <a:rPr sz="2700" baseline="1543" dirty="0">
                <a:latin typeface="宋体"/>
                <a:cs typeface="宋体"/>
              </a:rPr>
              <a:t>属性转</a:t>
            </a:r>
            <a:r>
              <a:rPr sz="2700" spc="-75" baseline="1543" dirty="0">
                <a:latin typeface="宋体"/>
                <a:cs typeface="宋体"/>
              </a:rPr>
              <a:t>移</a:t>
            </a:r>
            <a:r>
              <a:rPr sz="2700" baseline="1543" dirty="0">
                <a:latin typeface="宋体"/>
                <a:cs typeface="宋体"/>
              </a:rPr>
              <a:t>	</a:t>
            </a:r>
            <a:r>
              <a:rPr sz="1800" dirty="0">
                <a:latin typeface="宋体"/>
                <a:cs typeface="宋体"/>
              </a:rPr>
              <a:t>关系对</a:t>
            </a:r>
            <a:r>
              <a:rPr sz="1800" spc="-50" dirty="0">
                <a:latin typeface="宋体"/>
                <a:cs typeface="宋体"/>
              </a:rPr>
              <a:t>应</a:t>
            </a:r>
            <a:r>
              <a:rPr sz="1800" dirty="0">
                <a:latin typeface="宋体"/>
                <a:cs typeface="宋体"/>
              </a:rPr>
              <a:t>	抽象模式提</a:t>
            </a:r>
            <a:r>
              <a:rPr sz="1800" spc="-50" dirty="0">
                <a:latin typeface="宋体"/>
                <a:cs typeface="宋体"/>
              </a:rPr>
              <a:t>取</a:t>
            </a:r>
            <a:endParaRPr sz="1800">
              <a:latin typeface="宋体"/>
              <a:cs typeface="宋体"/>
            </a:endParaRPr>
          </a:p>
          <a:p>
            <a:pPr marL="266700">
              <a:lnSpc>
                <a:spcPct val="100000"/>
              </a:lnSpc>
              <a:spcBef>
                <a:spcPts val="1735"/>
              </a:spcBef>
            </a:pPr>
            <a:r>
              <a:rPr sz="2000" b="1" spc="-10" dirty="0">
                <a:latin typeface="Arial"/>
                <a:cs typeface="Arial"/>
              </a:rPr>
              <a:t>CMM</a:t>
            </a:r>
            <a:r>
              <a:rPr sz="2000" b="1" spc="-10" dirty="0">
                <a:latin typeface="Microsoft JhengHei"/>
                <a:cs typeface="Microsoft JhengHei"/>
              </a:rPr>
              <a:t>实施步骤：</a:t>
            </a:r>
            <a:endParaRPr sz="2000">
              <a:latin typeface="Microsoft JhengHei"/>
              <a:cs typeface="Microsoft JhengHei"/>
            </a:endParaRPr>
          </a:p>
          <a:p>
            <a:pPr marL="384810" indent="-343535">
              <a:lnSpc>
                <a:spcPct val="100000"/>
              </a:lnSpc>
              <a:spcBef>
                <a:spcPts val="1300"/>
              </a:spcBef>
              <a:buFont typeface="Arial"/>
              <a:buAutoNum type="arabicPeriod"/>
              <a:tabLst>
                <a:tab pos="384175" algn="l"/>
                <a:tab pos="384810" algn="l"/>
              </a:tabLst>
            </a:pPr>
            <a:r>
              <a:rPr sz="1800" spc="-5" dirty="0">
                <a:latin typeface="宋体"/>
                <a:cs typeface="宋体"/>
              </a:rPr>
              <a:t>源域选择：根据任务选择合适的类比源域</a:t>
            </a:r>
            <a:endParaRPr sz="1800">
              <a:latin typeface="宋体"/>
              <a:cs typeface="宋体"/>
            </a:endParaRPr>
          </a:p>
          <a:p>
            <a:pPr marL="384810" indent="-343535">
              <a:lnSpc>
                <a:spcPct val="100000"/>
              </a:lnSpc>
              <a:spcBef>
                <a:spcPts val="645"/>
              </a:spcBef>
              <a:buFont typeface="Arial"/>
              <a:buAutoNum type="arabicPeriod"/>
              <a:tabLst>
                <a:tab pos="384175" algn="l"/>
                <a:tab pos="384810" algn="l"/>
              </a:tabLst>
            </a:pPr>
            <a:r>
              <a:rPr sz="1800" spc="-5" dirty="0">
                <a:latin typeface="宋体"/>
                <a:cs typeface="宋体"/>
              </a:rPr>
              <a:t>映射点识别：确定源域和目标域间关键对应点</a:t>
            </a:r>
            <a:endParaRPr sz="1800">
              <a:latin typeface="宋体"/>
              <a:cs typeface="宋体"/>
            </a:endParaRPr>
          </a:p>
          <a:p>
            <a:pPr marL="384810" indent="-343535">
              <a:lnSpc>
                <a:spcPct val="100000"/>
              </a:lnSpc>
              <a:spcBef>
                <a:spcPts val="645"/>
              </a:spcBef>
              <a:buFont typeface="Arial"/>
              <a:buAutoNum type="arabicPeriod"/>
              <a:tabLst>
                <a:tab pos="384175" algn="l"/>
                <a:tab pos="384810" algn="l"/>
              </a:tabLst>
            </a:pPr>
            <a:r>
              <a:rPr sz="1800" spc="-5" dirty="0">
                <a:latin typeface="宋体"/>
                <a:cs typeface="宋体"/>
              </a:rPr>
              <a:t>类比生成：创造性地将源域概念应用于目标域</a:t>
            </a:r>
            <a:endParaRPr sz="1800">
              <a:latin typeface="宋体"/>
              <a:cs typeface="宋体"/>
            </a:endParaRPr>
          </a:p>
          <a:p>
            <a:pPr marL="384175" marR="5080" indent="-342900">
              <a:lnSpc>
                <a:spcPct val="129900"/>
              </a:lnSpc>
              <a:buFont typeface="Arial"/>
              <a:buAutoNum type="arabicPeriod"/>
              <a:tabLst>
                <a:tab pos="384175" algn="l"/>
                <a:tab pos="384810" algn="l"/>
              </a:tabLst>
            </a:pPr>
            <a:r>
              <a:rPr sz="1800" spc="55" dirty="0">
                <a:latin typeface="宋体"/>
                <a:cs typeface="宋体"/>
              </a:rPr>
              <a:t>类比细化：调整和优化类比，确保其恰当性和</a:t>
            </a:r>
            <a:r>
              <a:rPr sz="1800" spc="-20" dirty="0">
                <a:latin typeface="宋体"/>
                <a:cs typeface="宋体"/>
              </a:rPr>
              <a:t>新颖性</a:t>
            </a:r>
            <a:endParaRPr sz="1800">
              <a:latin typeface="宋体"/>
              <a:cs typeface="宋体"/>
            </a:endParaRPr>
          </a:p>
          <a:p>
            <a:pPr marL="514984">
              <a:lnSpc>
                <a:spcPct val="100000"/>
              </a:lnSpc>
              <a:spcBef>
                <a:spcPts val="109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34290">
              <a:lnSpc>
                <a:spcPct val="152800"/>
              </a:lnSpc>
              <a:spcBef>
                <a:spcPts val="414"/>
              </a:spcBef>
            </a:pPr>
            <a:r>
              <a:rPr sz="1200" spc="-5" dirty="0">
                <a:latin typeface="宋体"/>
                <a:cs typeface="宋体"/>
              </a:rPr>
              <a:t>任务：创作一篇探讨现代网络安全策略的文章，运用人体免疫系统作为核心</a:t>
            </a:r>
            <a:r>
              <a:rPr sz="1200" spc="-20" dirty="0">
                <a:latin typeface="宋体"/>
                <a:cs typeface="宋体"/>
              </a:rPr>
              <a:t>类比。</a:t>
            </a:r>
            <a:endParaRPr sz="1200">
              <a:latin typeface="宋体"/>
              <a:cs typeface="宋体"/>
            </a:endParaRPr>
          </a:p>
          <a:p>
            <a:pPr marL="12700" marR="34290">
              <a:lnSpc>
                <a:spcPct val="152800"/>
              </a:lnSpc>
            </a:pPr>
            <a:r>
              <a:rPr sz="1200" dirty="0">
                <a:latin typeface="宋体"/>
                <a:cs typeface="宋体"/>
              </a:rPr>
              <a:t>（1）</a:t>
            </a:r>
            <a:r>
              <a:rPr sz="1200" spc="-5" dirty="0">
                <a:latin typeface="宋体"/>
                <a:cs typeface="宋体"/>
              </a:rPr>
              <a:t>开篇以简洁的方式介绍人体免疫系统和网络安全系统的相似性，为整</a:t>
            </a:r>
            <a:r>
              <a:rPr sz="1200" spc="-10" dirty="0">
                <a:latin typeface="宋体"/>
                <a:cs typeface="宋体"/>
              </a:rPr>
              <a:t>篇文章设定基调。</a:t>
            </a:r>
            <a:endParaRPr sz="1200">
              <a:latin typeface="宋体"/>
              <a:cs typeface="宋体"/>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8855710" cy="634365"/>
          </a:xfrm>
          <a:prstGeom prst="rect">
            <a:avLst/>
          </a:prstGeom>
        </p:spPr>
        <p:txBody>
          <a:bodyPr vert="horz" wrap="square" lIns="0" tIns="12065" rIns="0" bIns="0" rtlCol="0">
            <a:spAutoFit/>
          </a:bodyPr>
          <a:lstStyle/>
          <a:p>
            <a:pPr marL="12700">
              <a:lnSpc>
                <a:spcPct val="100000"/>
              </a:lnSpc>
              <a:spcBef>
                <a:spcPts val="95"/>
              </a:spcBef>
            </a:pPr>
            <a:r>
              <a:rPr sz="4000" spc="270" dirty="0"/>
              <a:t>概念嫁接策略（</a:t>
            </a:r>
            <a:r>
              <a:rPr sz="4000" spc="270" dirty="0">
                <a:latin typeface="Arial"/>
                <a:cs typeface="Arial"/>
              </a:rPr>
              <a:t>CGS</a:t>
            </a:r>
            <a:r>
              <a:rPr sz="4000" spc="270" dirty="0"/>
              <a:t>）：创造性融</a:t>
            </a:r>
            <a:r>
              <a:rPr sz="4000" spc="-50" dirty="0"/>
              <a:t>合</a:t>
            </a:r>
            <a:endParaRPr sz="4000">
              <a:latin typeface="Arial"/>
              <a:cs typeface="Arial"/>
            </a:endParaRPr>
          </a:p>
        </p:txBody>
      </p:sp>
      <p:sp>
        <p:nvSpPr>
          <p:cNvPr id="3" name="object 3"/>
          <p:cNvSpPr txBox="1"/>
          <p:nvPr/>
        </p:nvSpPr>
        <p:spPr>
          <a:xfrm>
            <a:off x="540384" y="994805"/>
            <a:ext cx="7378700" cy="89535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CGS</a:t>
            </a:r>
            <a:r>
              <a:rPr sz="2000" b="1" spc="-10" dirty="0">
                <a:latin typeface="Microsoft JhengHei"/>
                <a:cs typeface="Microsoft JhengHei"/>
              </a:rPr>
              <a:t>的理论基础：</a:t>
            </a:r>
            <a:endParaRPr sz="2000">
              <a:latin typeface="Microsoft JhengHei"/>
              <a:cs typeface="Microsoft JhengHei"/>
            </a:endParaRPr>
          </a:p>
          <a:p>
            <a:pPr marL="12700">
              <a:lnSpc>
                <a:spcPct val="100000"/>
              </a:lnSpc>
              <a:spcBef>
                <a:spcPts val="1080"/>
              </a:spcBef>
            </a:pPr>
            <a:r>
              <a:rPr sz="1800" spc="-10" dirty="0">
                <a:latin typeface="Arial"/>
                <a:cs typeface="Arial"/>
              </a:rPr>
              <a:t>CGS</a:t>
            </a:r>
            <a:r>
              <a:rPr sz="1800" spc="-5" dirty="0">
                <a:latin typeface="宋体"/>
                <a:cs typeface="宋体"/>
              </a:rPr>
              <a:t>借鉴了认知科学中的概念整合理论，概念嫁接策略的基本构成如下：</a:t>
            </a:r>
            <a:endParaRPr sz="1800">
              <a:latin typeface="宋体"/>
              <a:cs typeface="宋体"/>
            </a:endParaRPr>
          </a:p>
        </p:txBody>
      </p:sp>
      <p:grpSp>
        <p:nvGrpSpPr>
          <p:cNvPr id="4" name="object 4"/>
          <p:cNvGrpSpPr/>
          <p:nvPr/>
        </p:nvGrpSpPr>
        <p:grpSpPr>
          <a:xfrm>
            <a:off x="6367145" y="2116835"/>
            <a:ext cx="5439410" cy="4462145"/>
            <a:chOff x="6367145" y="2116835"/>
            <a:chExt cx="5439410" cy="4462145"/>
          </a:xfrm>
        </p:grpSpPr>
        <p:sp>
          <p:nvSpPr>
            <p:cNvPr id="5" name="object 5"/>
            <p:cNvSpPr/>
            <p:nvPr/>
          </p:nvSpPr>
          <p:spPr>
            <a:xfrm>
              <a:off x="6370320" y="2116835"/>
              <a:ext cx="2108200" cy="349250"/>
            </a:xfrm>
            <a:custGeom>
              <a:avLst/>
              <a:gdLst/>
              <a:ahLst/>
              <a:cxnLst/>
              <a:rect l="l" t="t" r="r" b="b"/>
              <a:pathLst>
                <a:path w="2108200" h="349250">
                  <a:moveTo>
                    <a:pt x="2048255" y="348995"/>
                  </a:moveTo>
                  <a:lnTo>
                    <a:pt x="59435" y="348995"/>
                  </a:lnTo>
                  <a:lnTo>
                    <a:pt x="36425" y="344712"/>
                  </a:lnTo>
                  <a:lnTo>
                    <a:pt x="17678" y="332365"/>
                  </a:lnTo>
                  <a:lnTo>
                    <a:pt x="4950" y="313855"/>
                  </a:lnTo>
                  <a:lnTo>
                    <a:pt x="0" y="291083"/>
                  </a:lnTo>
                  <a:lnTo>
                    <a:pt x="0" y="57912"/>
                  </a:lnTo>
                  <a:lnTo>
                    <a:pt x="4950" y="35568"/>
                  </a:lnTo>
                  <a:lnTo>
                    <a:pt x="17678" y="17202"/>
                  </a:lnTo>
                  <a:lnTo>
                    <a:pt x="36425" y="4712"/>
                  </a:lnTo>
                  <a:lnTo>
                    <a:pt x="59435" y="0"/>
                  </a:lnTo>
                  <a:lnTo>
                    <a:pt x="2048255" y="0"/>
                  </a:lnTo>
                  <a:lnTo>
                    <a:pt x="2071194" y="4712"/>
                  </a:lnTo>
                  <a:lnTo>
                    <a:pt x="2089918" y="17202"/>
                  </a:lnTo>
                  <a:lnTo>
                    <a:pt x="2102669" y="35568"/>
                  </a:lnTo>
                  <a:lnTo>
                    <a:pt x="2107691" y="57912"/>
                  </a:lnTo>
                  <a:lnTo>
                    <a:pt x="2107691" y="291083"/>
                  </a:lnTo>
                  <a:lnTo>
                    <a:pt x="2102669" y="313855"/>
                  </a:lnTo>
                  <a:lnTo>
                    <a:pt x="2089918" y="332365"/>
                  </a:lnTo>
                  <a:lnTo>
                    <a:pt x="2071194" y="344712"/>
                  </a:lnTo>
                  <a:lnTo>
                    <a:pt x="2048255" y="348995"/>
                  </a:lnTo>
                  <a:close/>
                </a:path>
              </a:pathLst>
            </a:custGeom>
            <a:solidFill>
              <a:srgbClr val="0A80DF"/>
            </a:solidFill>
          </p:spPr>
          <p:txBody>
            <a:bodyPr wrap="square" lIns="0" tIns="0" rIns="0" bIns="0" rtlCol="0"/>
            <a:lstStyle/>
            <a:p>
              <a:endParaRPr/>
            </a:p>
          </p:txBody>
        </p:sp>
        <p:sp>
          <p:nvSpPr>
            <p:cNvPr id="6" name="object 6"/>
            <p:cNvSpPr/>
            <p:nvPr/>
          </p:nvSpPr>
          <p:spPr>
            <a:xfrm>
              <a:off x="6367145" y="2463164"/>
              <a:ext cx="5439410" cy="4115435"/>
            </a:xfrm>
            <a:custGeom>
              <a:avLst/>
              <a:gdLst/>
              <a:ahLst/>
              <a:cxnLst/>
              <a:rect l="l" t="t" r="r" b="b"/>
              <a:pathLst>
                <a:path w="5439409" h="4115434">
                  <a:moveTo>
                    <a:pt x="5435600" y="4115435"/>
                  </a:moveTo>
                  <a:lnTo>
                    <a:pt x="3809" y="4115435"/>
                  </a:lnTo>
                  <a:lnTo>
                    <a:pt x="2349" y="4115142"/>
                  </a:lnTo>
                  <a:lnTo>
                    <a:pt x="1117" y="4114317"/>
                  </a:lnTo>
                  <a:lnTo>
                    <a:pt x="292" y="4113085"/>
                  </a:lnTo>
                  <a:lnTo>
                    <a:pt x="0" y="4111625"/>
                  </a:lnTo>
                  <a:lnTo>
                    <a:pt x="0" y="3810"/>
                  </a:lnTo>
                  <a:lnTo>
                    <a:pt x="292" y="2349"/>
                  </a:lnTo>
                  <a:lnTo>
                    <a:pt x="1117" y="1117"/>
                  </a:lnTo>
                  <a:lnTo>
                    <a:pt x="2349" y="292"/>
                  </a:lnTo>
                  <a:lnTo>
                    <a:pt x="3809" y="0"/>
                  </a:lnTo>
                  <a:lnTo>
                    <a:pt x="5435600" y="0"/>
                  </a:lnTo>
                  <a:lnTo>
                    <a:pt x="5437060" y="292"/>
                  </a:lnTo>
                  <a:lnTo>
                    <a:pt x="5438292" y="1117"/>
                  </a:lnTo>
                  <a:lnTo>
                    <a:pt x="5439117" y="2349"/>
                  </a:lnTo>
                  <a:lnTo>
                    <a:pt x="5439409" y="3810"/>
                  </a:lnTo>
                  <a:lnTo>
                    <a:pt x="7619" y="3810"/>
                  </a:lnTo>
                  <a:lnTo>
                    <a:pt x="3809" y="7620"/>
                  </a:lnTo>
                  <a:lnTo>
                    <a:pt x="7619" y="7620"/>
                  </a:lnTo>
                  <a:lnTo>
                    <a:pt x="7619" y="4107815"/>
                  </a:lnTo>
                  <a:lnTo>
                    <a:pt x="3809" y="4107815"/>
                  </a:lnTo>
                  <a:lnTo>
                    <a:pt x="7619" y="4111625"/>
                  </a:lnTo>
                  <a:lnTo>
                    <a:pt x="5439409" y="4111625"/>
                  </a:lnTo>
                  <a:lnTo>
                    <a:pt x="5439117" y="4113085"/>
                  </a:lnTo>
                  <a:lnTo>
                    <a:pt x="5438292" y="4114317"/>
                  </a:lnTo>
                  <a:lnTo>
                    <a:pt x="5437060" y="4115142"/>
                  </a:lnTo>
                  <a:lnTo>
                    <a:pt x="5435600" y="4115435"/>
                  </a:lnTo>
                  <a:close/>
                </a:path>
                <a:path w="5439409" h="4115434">
                  <a:moveTo>
                    <a:pt x="7619" y="7620"/>
                  </a:moveTo>
                  <a:lnTo>
                    <a:pt x="3809" y="7620"/>
                  </a:lnTo>
                  <a:lnTo>
                    <a:pt x="7619" y="3810"/>
                  </a:lnTo>
                  <a:lnTo>
                    <a:pt x="7619" y="7620"/>
                  </a:lnTo>
                  <a:close/>
                </a:path>
                <a:path w="5439409" h="4115434">
                  <a:moveTo>
                    <a:pt x="5431789" y="7620"/>
                  </a:moveTo>
                  <a:lnTo>
                    <a:pt x="7619" y="7620"/>
                  </a:lnTo>
                  <a:lnTo>
                    <a:pt x="7619" y="3810"/>
                  </a:lnTo>
                  <a:lnTo>
                    <a:pt x="5431789" y="3810"/>
                  </a:lnTo>
                  <a:lnTo>
                    <a:pt x="5431789" y="7620"/>
                  </a:lnTo>
                  <a:close/>
                </a:path>
                <a:path w="5439409" h="4115434">
                  <a:moveTo>
                    <a:pt x="5431789" y="4111625"/>
                  </a:moveTo>
                  <a:lnTo>
                    <a:pt x="5431789" y="3810"/>
                  </a:lnTo>
                  <a:lnTo>
                    <a:pt x="5435600" y="7620"/>
                  </a:lnTo>
                  <a:lnTo>
                    <a:pt x="5439409" y="7620"/>
                  </a:lnTo>
                  <a:lnTo>
                    <a:pt x="5439409" y="4107815"/>
                  </a:lnTo>
                  <a:lnTo>
                    <a:pt x="5435600" y="4107815"/>
                  </a:lnTo>
                  <a:lnTo>
                    <a:pt x="5431789" y="4111625"/>
                  </a:lnTo>
                  <a:close/>
                </a:path>
                <a:path w="5439409" h="4115434">
                  <a:moveTo>
                    <a:pt x="5439409" y="7620"/>
                  </a:moveTo>
                  <a:lnTo>
                    <a:pt x="5435600" y="7620"/>
                  </a:lnTo>
                  <a:lnTo>
                    <a:pt x="5431789" y="3810"/>
                  </a:lnTo>
                  <a:lnTo>
                    <a:pt x="5439409" y="3810"/>
                  </a:lnTo>
                  <a:lnTo>
                    <a:pt x="5439409" y="7620"/>
                  </a:lnTo>
                  <a:close/>
                </a:path>
                <a:path w="5439409" h="4115434">
                  <a:moveTo>
                    <a:pt x="7619" y="4111625"/>
                  </a:moveTo>
                  <a:lnTo>
                    <a:pt x="3809" y="4107815"/>
                  </a:lnTo>
                  <a:lnTo>
                    <a:pt x="7619" y="4107815"/>
                  </a:lnTo>
                  <a:lnTo>
                    <a:pt x="7619" y="4111625"/>
                  </a:lnTo>
                  <a:close/>
                </a:path>
                <a:path w="5439409" h="4115434">
                  <a:moveTo>
                    <a:pt x="5431789" y="4111625"/>
                  </a:moveTo>
                  <a:lnTo>
                    <a:pt x="7619" y="4111625"/>
                  </a:lnTo>
                  <a:lnTo>
                    <a:pt x="7619" y="4107815"/>
                  </a:lnTo>
                  <a:lnTo>
                    <a:pt x="5431789" y="4107815"/>
                  </a:lnTo>
                  <a:lnTo>
                    <a:pt x="5431789" y="4111625"/>
                  </a:lnTo>
                  <a:close/>
                </a:path>
                <a:path w="5439409" h="4115434">
                  <a:moveTo>
                    <a:pt x="5439409" y="4111625"/>
                  </a:moveTo>
                  <a:lnTo>
                    <a:pt x="5431789" y="4111625"/>
                  </a:lnTo>
                  <a:lnTo>
                    <a:pt x="5435600" y="4107815"/>
                  </a:lnTo>
                  <a:lnTo>
                    <a:pt x="5439409" y="4107815"/>
                  </a:lnTo>
                  <a:lnTo>
                    <a:pt x="5439409" y="4111625"/>
                  </a:lnTo>
                  <a:close/>
                </a:path>
              </a:pathLst>
            </a:custGeom>
            <a:solidFill>
              <a:srgbClr val="E6E6E6"/>
            </a:solidFill>
          </p:spPr>
          <p:txBody>
            <a:bodyPr wrap="square" lIns="0" tIns="0" rIns="0" bIns="0" rtlCol="0"/>
            <a:lstStyle/>
            <a:p>
              <a:endParaRPr/>
            </a:p>
          </p:txBody>
        </p:sp>
      </p:grpSp>
      <p:sp>
        <p:nvSpPr>
          <p:cNvPr id="7" name="object 7"/>
          <p:cNvSpPr txBox="1"/>
          <p:nvPr/>
        </p:nvSpPr>
        <p:spPr>
          <a:xfrm>
            <a:off x="6449695" y="2143658"/>
            <a:ext cx="5274310" cy="2082164"/>
          </a:xfrm>
          <a:prstGeom prst="rect">
            <a:avLst/>
          </a:prstGeom>
        </p:spPr>
        <p:txBody>
          <a:bodyPr vert="horz" wrap="square" lIns="0" tIns="12700" rIns="0" bIns="0" rtlCol="0">
            <a:spAutoFit/>
          </a:bodyPr>
          <a:lstStyle/>
          <a:p>
            <a:pPr marL="514984">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5080">
              <a:lnSpc>
                <a:spcPct val="152800"/>
              </a:lnSpc>
              <a:spcBef>
                <a:spcPts val="830"/>
              </a:spcBef>
            </a:pPr>
            <a:r>
              <a:rPr sz="1200" spc="-5" dirty="0">
                <a:latin typeface="宋体"/>
                <a:cs typeface="宋体"/>
              </a:rPr>
              <a:t>任务：尝试将“社交媒体”和“传统图书馆”这两个概念进行嫁接，以设计一个创新的知识共享平台。</a:t>
            </a:r>
            <a:endParaRPr sz="1200">
              <a:latin typeface="宋体"/>
              <a:cs typeface="宋体"/>
            </a:endParaRPr>
          </a:p>
          <a:p>
            <a:pPr marL="12700">
              <a:lnSpc>
                <a:spcPct val="100000"/>
              </a:lnSpc>
              <a:spcBef>
                <a:spcPts val="760"/>
              </a:spcBef>
            </a:pPr>
            <a:r>
              <a:rPr sz="1200" dirty="0">
                <a:latin typeface="宋体"/>
                <a:cs typeface="宋体"/>
              </a:rPr>
              <a:t>（1）</a:t>
            </a:r>
            <a:r>
              <a:rPr sz="1200" spc="-10" dirty="0">
                <a:latin typeface="宋体"/>
                <a:cs typeface="宋体"/>
              </a:rPr>
              <a:t>输入概念：</a:t>
            </a:r>
            <a:endParaRPr sz="1200">
              <a:latin typeface="宋体"/>
              <a:cs typeface="宋体"/>
            </a:endParaRPr>
          </a:p>
          <a:p>
            <a:pPr marL="184150" indent="-171450">
              <a:lnSpc>
                <a:spcPct val="100000"/>
              </a:lnSpc>
              <a:spcBef>
                <a:spcPts val="760"/>
              </a:spcBef>
              <a:buFont typeface="Arial"/>
              <a:buChar char="•"/>
              <a:tabLst>
                <a:tab pos="184150" algn="l"/>
              </a:tabLst>
            </a:pPr>
            <a:r>
              <a:rPr sz="1200" spc="-5" dirty="0">
                <a:latin typeface="宋体"/>
                <a:cs typeface="宋体"/>
              </a:rPr>
              <a:t>社交媒体：即时性、互动性、个性化、病毒传播</a:t>
            </a:r>
            <a:endParaRPr sz="1200">
              <a:latin typeface="宋体"/>
              <a:cs typeface="宋体"/>
            </a:endParaRPr>
          </a:p>
          <a:p>
            <a:pPr marL="184150" indent="-171450">
              <a:lnSpc>
                <a:spcPct val="100000"/>
              </a:lnSpc>
              <a:spcBef>
                <a:spcPts val="760"/>
              </a:spcBef>
              <a:buFont typeface="Arial"/>
              <a:buChar char="•"/>
              <a:tabLst>
                <a:tab pos="184150" algn="l"/>
              </a:tabLst>
            </a:pPr>
            <a:r>
              <a:rPr sz="1200" spc="-5" dirty="0">
                <a:latin typeface="宋体"/>
                <a:cs typeface="宋体"/>
              </a:rPr>
              <a:t>传统图书馆：知识储备、系统分类、安静学习、专业指导</a:t>
            </a:r>
            <a:endParaRPr sz="1200">
              <a:latin typeface="宋体"/>
              <a:cs typeface="宋体"/>
            </a:endParaRPr>
          </a:p>
          <a:p>
            <a:pPr marL="12700">
              <a:lnSpc>
                <a:spcPct val="100000"/>
              </a:lnSpc>
              <a:spcBef>
                <a:spcPts val="760"/>
              </a:spcBef>
            </a:pPr>
            <a:r>
              <a:rPr sz="1200" dirty="0">
                <a:latin typeface="宋体"/>
                <a:cs typeface="宋体"/>
              </a:rPr>
              <a:t>（2）</a:t>
            </a:r>
            <a:r>
              <a:rPr sz="1200" spc="-10" dirty="0">
                <a:latin typeface="宋体"/>
                <a:cs typeface="宋体"/>
              </a:rPr>
              <a:t>共同特征：</a:t>
            </a:r>
            <a:endParaRPr sz="1200">
              <a:latin typeface="宋体"/>
              <a:cs typeface="宋体"/>
            </a:endParaRPr>
          </a:p>
        </p:txBody>
      </p:sp>
      <p:sp>
        <p:nvSpPr>
          <p:cNvPr id="8" name="object 8"/>
          <p:cNvSpPr txBox="1"/>
          <p:nvPr/>
        </p:nvSpPr>
        <p:spPr>
          <a:xfrm>
            <a:off x="6449695" y="4199890"/>
            <a:ext cx="1263650" cy="863600"/>
          </a:xfrm>
          <a:prstGeom prst="rect">
            <a:avLst/>
          </a:prstGeom>
        </p:spPr>
        <p:txBody>
          <a:bodyPr vert="horz" wrap="square" lIns="0" tIns="109220" rIns="0" bIns="0" rtlCol="0">
            <a:spAutoFit/>
          </a:bodyPr>
          <a:lstStyle/>
          <a:p>
            <a:pPr marL="184150" indent="-171450">
              <a:lnSpc>
                <a:spcPct val="100000"/>
              </a:lnSpc>
              <a:spcBef>
                <a:spcPts val="860"/>
              </a:spcBef>
              <a:buFont typeface="Arial"/>
              <a:buChar char="•"/>
              <a:tabLst>
                <a:tab pos="184150" algn="l"/>
              </a:tabLst>
            </a:pPr>
            <a:r>
              <a:rPr sz="1200" spc="-10" dirty="0">
                <a:latin typeface="宋体"/>
                <a:cs typeface="宋体"/>
              </a:rPr>
              <a:t>信息存储和检索</a:t>
            </a:r>
            <a:endParaRPr sz="1200">
              <a:latin typeface="宋体"/>
              <a:cs typeface="宋体"/>
            </a:endParaRPr>
          </a:p>
          <a:p>
            <a:pPr marL="184150" indent="-171450">
              <a:lnSpc>
                <a:spcPct val="100000"/>
              </a:lnSpc>
              <a:spcBef>
                <a:spcPts val="760"/>
              </a:spcBef>
              <a:buFont typeface="Arial"/>
              <a:buChar char="•"/>
              <a:tabLst>
                <a:tab pos="184150" algn="l"/>
              </a:tabLst>
            </a:pPr>
            <a:r>
              <a:rPr sz="1200" spc="-10" dirty="0">
                <a:latin typeface="宋体"/>
                <a:cs typeface="宋体"/>
              </a:rPr>
              <a:t>用户群体链接</a:t>
            </a:r>
            <a:endParaRPr sz="1200">
              <a:latin typeface="宋体"/>
              <a:cs typeface="宋体"/>
            </a:endParaRPr>
          </a:p>
          <a:p>
            <a:pPr marL="184150" indent="-171450">
              <a:lnSpc>
                <a:spcPct val="100000"/>
              </a:lnSpc>
              <a:spcBef>
                <a:spcPts val="760"/>
              </a:spcBef>
              <a:buFont typeface="Arial"/>
              <a:buChar char="•"/>
              <a:tabLst>
                <a:tab pos="184150" algn="l"/>
              </a:tabLst>
            </a:pPr>
            <a:r>
              <a:rPr sz="1200" spc="-15" dirty="0">
                <a:latin typeface="宋体"/>
                <a:cs typeface="宋体"/>
              </a:rPr>
              <a:t>知识分享</a:t>
            </a:r>
            <a:endParaRPr sz="1200">
              <a:latin typeface="宋体"/>
              <a:cs typeface="宋体"/>
            </a:endParaRPr>
          </a:p>
        </p:txBody>
      </p:sp>
      <p:sp>
        <p:nvSpPr>
          <p:cNvPr id="9" name="object 9"/>
          <p:cNvSpPr txBox="1"/>
          <p:nvPr/>
        </p:nvSpPr>
        <p:spPr>
          <a:xfrm>
            <a:off x="6449695" y="5134609"/>
            <a:ext cx="10160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a:cs typeface="宋体"/>
              </a:rPr>
              <a:t>（3）</a:t>
            </a:r>
            <a:r>
              <a:rPr sz="1200" spc="-15" dirty="0">
                <a:latin typeface="宋体"/>
                <a:cs typeface="宋体"/>
              </a:rPr>
              <a:t>融合点：</a:t>
            </a:r>
            <a:endParaRPr sz="1200">
              <a:latin typeface="宋体"/>
              <a:cs typeface="宋体"/>
            </a:endParaRPr>
          </a:p>
        </p:txBody>
      </p:sp>
      <p:sp>
        <p:nvSpPr>
          <p:cNvPr id="10" name="object 10"/>
          <p:cNvSpPr txBox="1"/>
          <p:nvPr/>
        </p:nvSpPr>
        <p:spPr>
          <a:xfrm>
            <a:off x="6449695" y="5317490"/>
            <a:ext cx="1568450" cy="1143000"/>
          </a:xfrm>
          <a:prstGeom prst="rect">
            <a:avLst/>
          </a:prstGeom>
        </p:spPr>
        <p:txBody>
          <a:bodyPr vert="horz" wrap="square" lIns="0" tIns="109220" rIns="0" bIns="0" rtlCol="0">
            <a:spAutoFit/>
          </a:bodyPr>
          <a:lstStyle/>
          <a:p>
            <a:pPr marL="184150" indent="-171450">
              <a:lnSpc>
                <a:spcPct val="100000"/>
              </a:lnSpc>
              <a:spcBef>
                <a:spcPts val="860"/>
              </a:spcBef>
              <a:buFont typeface="Arial"/>
              <a:buChar char="•"/>
              <a:tabLst>
                <a:tab pos="184150" algn="l"/>
              </a:tabLst>
            </a:pPr>
            <a:r>
              <a:rPr sz="1200" spc="-10" dirty="0">
                <a:latin typeface="宋体"/>
                <a:cs typeface="宋体"/>
              </a:rPr>
              <a:t>实时知识互动</a:t>
            </a:r>
            <a:endParaRPr sz="1200">
              <a:latin typeface="宋体"/>
              <a:cs typeface="宋体"/>
            </a:endParaRPr>
          </a:p>
          <a:p>
            <a:pPr marL="184150" indent="-171450">
              <a:lnSpc>
                <a:spcPct val="100000"/>
              </a:lnSpc>
              <a:spcBef>
                <a:spcPts val="760"/>
              </a:spcBef>
              <a:buFont typeface="Arial"/>
              <a:buChar char="•"/>
              <a:tabLst>
                <a:tab pos="184150" algn="l"/>
              </a:tabLst>
            </a:pPr>
            <a:r>
              <a:rPr sz="1200" spc="-10" dirty="0">
                <a:latin typeface="宋体"/>
                <a:cs typeface="宋体"/>
              </a:rPr>
              <a:t>知识深度社交网络</a:t>
            </a:r>
            <a:endParaRPr sz="1200">
              <a:latin typeface="宋体"/>
              <a:cs typeface="宋体"/>
            </a:endParaRPr>
          </a:p>
          <a:p>
            <a:pPr marL="184150" indent="-171450">
              <a:lnSpc>
                <a:spcPct val="100000"/>
              </a:lnSpc>
              <a:spcBef>
                <a:spcPts val="760"/>
              </a:spcBef>
              <a:buFont typeface="Arial"/>
              <a:buChar char="•"/>
              <a:tabLst>
                <a:tab pos="184150" algn="l"/>
              </a:tabLst>
            </a:pPr>
            <a:r>
              <a:rPr sz="1200" spc="-10" dirty="0">
                <a:latin typeface="宋体"/>
                <a:cs typeface="宋体"/>
              </a:rPr>
              <a:t>数字化图书馆员服务</a:t>
            </a:r>
            <a:endParaRPr sz="1200">
              <a:latin typeface="宋体"/>
              <a:cs typeface="宋体"/>
            </a:endParaRPr>
          </a:p>
          <a:p>
            <a:pPr marL="184150" indent="-171450">
              <a:lnSpc>
                <a:spcPct val="100000"/>
              </a:lnSpc>
              <a:spcBef>
                <a:spcPts val="760"/>
              </a:spcBef>
              <a:buFont typeface="Arial"/>
              <a:buChar char="•"/>
              <a:tabLst>
                <a:tab pos="184150" algn="l"/>
              </a:tabLst>
            </a:pPr>
            <a:r>
              <a:rPr sz="1200" spc="-10" dirty="0">
                <a:latin typeface="宋体"/>
                <a:cs typeface="宋体"/>
              </a:rPr>
              <a:t>个性化学习路径</a:t>
            </a:r>
            <a:endParaRPr sz="1200">
              <a:latin typeface="宋体"/>
              <a:cs typeface="宋体"/>
            </a:endParaRPr>
          </a:p>
        </p:txBody>
      </p:sp>
      <p:sp>
        <p:nvSpPr>
          <p:cNvPr id="11" name="object 11"/>
          <p:cNvSpPr/>
          <p:nvPr/>
        </p:nvSpPr>
        <p:spPr>
          <a:xfrm>
            <a:off x="503872" y="2134552"/>
            <a:ext cx="1898650" cy="436245"/>
          </a:xfrm>
          <a:custGeom>
            <a:avLst/>
            <a:gdLst/>
            <a:ahLst/>
            <a:cxnLst/>
            <a:rect l="l" t="t" r="r" b="b"/>
            <a:pathLst>
              <a:path w="1898650" h="436244">
                <a:moveTo>
                  <a:pt x="1898650" y="436245"/>
                </a:moveTo>
                <a:lnTo>
                  <a:pt x="0" y="436245"/>
                </a:lnTo>
                <a:lnTo>
                  <a:pt x="0" y="0"/>
                </a:lnTo>
                <a:lnTo>
                  <a:pt x="1898650" y="0"/>
                </a:lnTo>
                <a:lnTo>
                  <a:pt x="1898650" y="14287"/>
                </a:lnTo>
                <a:lnTo>
                  <a:pt x="28575" y="14287"/>
                </a:lnTo>
                <a:lnTo>
                  <a:pt x="14287" y="28575"/>
                </a:lnTo>
                <a:lnTo>
                  <a:pt x="28575" y="28575"/>
                </a:lnTo>
                <a:lnTo>
                  <a:pt x="28575" y="407670"/>
                </a:lnTo>
                <a:lnTo>
                  <a:pt x="14287" y="407670"/>
                </a:lnTo>
                <a:lnTo>
                  <a:pt x="28575" y="421957"/>
                </a:lnTo>
                <a:lnTo>
                  <a:pt x="1898650" y="421957"/>
                </a:lnTo>
                <a:lnTo>
                  <a:pt x="1898650" y="436245"/>
                </a:lnTo>
                <a:close/>
              </a:path>
              <a:path w="1898650" h="436244">
                <a:moveTo>
                  <a:pt x="28575" y="28575"/>
                </a:moveTo>
                <a:lnTo>
                  <a:pt x="14287" y="28575"/>
                </a:lnTo>
                <a:lnTo>
                  <a:pt x="28575" y="14287"/>
                </a:lnTo>
                <a:lnTo>
                  <a:pt x="28575" y="28575"/>
                </a:lnTo>
                <a:close/>
              </a:path>
              <a:path w="1898650" h="436244">
                <a:moveTo>
                  <a:pt x="1870075" y="28575"/>
                </a:moveTo>
                <a:lnTo>
                  <a:pt x="28575" y="28575"/>
                </a:lnTo>
                <a:lnTo>
                  <a:pt x="28575" y="14287"/>
                </a:lnTo>
                <a:lnTo>
                  <a:pt x="1870075" y="14287"/>
                </a:lnTo>
                <a:lnTo>
                  <a:pt x="1870075" y="28575"/>
                </a:lnTo>
                <a:close/>
              </a:path>
              <a:path w="1898650" h="436244">
                <a:moveTo>
                  <a:pt x="1870075" y="421957"/>
                </a:moveTo>
                <a:lnTo>
                  <a:pt x="1870075" y="14287"/>
                </a:lnTo>
                <a:lnTo>
                  <a:pt x="1884362" y="28575"/>
                </a:lnTo>
                <a:lnTo>
                  <a:pt x="1898650" y="28575"/>
                </a:lnTo>
                <a:lnTo>
                  <a:pt x="1898650" y="407670"/>
                </a:lnTo>
                <a:lnTo>
                  <a:pt x="1884362" y="407670"/>
                </a:lnTo>
                <a:lnTo>
                  <a:pt x="1870075" y="421957"/>
                </a:lnTo>
                <a:close/>
              </a:path>
              <a:path w="1898650" h="436244">
                <a:moveTo>
                  <a:pt x="1898650" y="28575"/>
                </a:moveTo>
                <a:lnTo>
                  <a:pt x="1884362" y="28575"/>
                </a:lnTo>
                <a:lnTo>
                  <a:pt x="1870075" y="14287"/>
                </a:lnTo>
                <a:lnTo>
                  <a:pt x="1898650" y="14287"/>
                </a:lnTo>
                <a:lnTo>
                  <a:pt x="1898650" y="28575"/>
                </a:lnTo>
                <a:close/>
              </a:path>
              <a:path w="1898650" h="436244">
                <a:moveTo>
                  <a:pt x="28575" y="421957"/>
                </a:moveTo>
                <a:lnTo>
                  <a:pt x="14287" y="407670"/>
                </a:lnTo>
                <a:lnTo>
                  <a:pt x="28575" y="407670"/>
                </a:lnTo>
                <a:lnTo>
                  <a:pt x="28575" y="421957"/>
                </a:lnTo>
                <a:close/>
              </a:path>
              <a:path w="1898650" h="436244">
                <a:moveTo>
                  <a:pt x="1870075" y="421957"/>
                </a:moveTo>
                <a:lnTo>
                  <a:pt x="28575" y="421957"/>
                </a:lnTo>
                <a:lnTo>
                  <a:pt x="28575" y="407670"/>
                </a:lnTo>
                <a:lnTo>
                  <a:pt x="1870075" y="407670"/>
                </a:lnTo>
                <a:lnTo>
                  <a:pt x="1870075" y="421957"/>
                </a:lnTo>
                <a:close/>
              </a:path>
              <a:path w="1898650" h="436244">
                <a:moveTo>
                  <a:pt x="1898650" y="421957"/>
                </a:moveTo>
                <a:lnTo>
                  <a:pt x="1870075" y="421957"/>
                </a:lnTo>
                <a:lnTo>
                  <a:pt x="1884362" y="407670"/>
                </a:lnTo>
                <a:lnTo>
                  <a:pt x="1898650" y="407670"/>
                </a:lnTo>
                <a:lnTo>
                  <a:pt x="1898650" y="421957"/>
                </a:lnTo>
                <a:close/>
              </a:path>
            </a:pathLst>
          </a:custGeom>
          <a:solidFill>
            <a:srgbClr val="5F95E6"/>
          </a:solidFill>
        </p:spPr>
        <p:txBody>
          <a:bodyPr wrap="square" lIns="0" tIns="0" rIns="0" bIns="0" rtlCol="0"/>
          <a:lstStyle/>
          <a:p>
            <a:endParaRPr/>
          </a:p>
        </p:txBody>
      </p:sp>
      <p:sp>
        <p:nvSpPr>
          <p:cNvPr id="12" name="object 12"/>
          <p:cNvSpPr/>
          <p:nvPr/>
        </p:nvSpPr>
        <p:spPr>
          <a:xfrm>
            <a:off x="503872" y="2660967"/>
            <a:ext cx="1898650" cy="436245"/>
          </a:xfrm>
          <a:custGeom>
            <a:avLst/>
            <a:gdLst/>
            <a:ahLst/>
            <a:cxnLst/>
            <a:rect l="l" t="t" r="r" b="b"/>
            <a:pathLst>
              <a:path w="1898650" h="436244">
                <a:moveTo>
                  <a:pt x="1898650" y="436245"/>
                </a:moveTo>
                <a:lnTo>
                  <a:pt x="0" y="436245"/>
                </a:lnTo>
                <a:lnTo>
                  <a:pt x="0" y="0"/>
                </a:lnTo>
                <a:lnTo>
                  <a:pt x="1898650" y="0"/>
                </a:lnTo>
                <a:lnTo>
                  <a:pt x="1898650" y="14287"/>
                </a:lnTo>
                <a:lnTo>
                  <a:pt x="28575" y="14287"/>
                </a:lnTo>
                <a:lnTo>
                  <a:pt x="14287" y="28575"/>
                </a:lnTo>
                <a:lnTo>
                  <a:pt x="28575" y="28575"/>
                </a:lnTo>
                <a:lnTo>
                  <a:pt x="28575" y="407670"/>
                </a:lnTo>
                <a:lnTo>
                  <a:pt x="14287" y="407670"/>
                </a:lnTo>
                <a:lnTo>
                  <a:pt x="28575" y="421957"/>
                </a:lnTo>
                <a:lnTo>
                  <a:pt x="1898650" y="421957"/>
                </a:lnTo>
                <a:lnTo>
                  <a:pt x="1898650" y="436245"/>
                </a:lnTo>
                <a:close/>
              </a:path>
              <a:path w="1898650" h="436244">
                <a:moveTo>
                  <a:pt x="28575" y="28575"/>
                </a:moveTo>
                <a:lnTo>
                  <a:pt x="14287" y="28575"/>
                </a:lnTo>
                <a:lnTo>
                  <a:pt x="28575" y="14287"/>
                </a:lnTo>
                <a:lnTo>
                  <a:pt x="28575" y="28575"/>
                </a:lnTo>
                <a:close/>
              </a:path>
              <a:path w="1898650" h="436244">
                <a:moveTo>
                  <a:pt x="1870075" y="28575"/>
                </a:moveTo>
                <a:lnTo>
                  <a:pt x="28575" y="28575"/>
                </a:lnTo>
                <a:lnTo>
                  <a:pt x="28575" y="14287"/>
                </a:lnTo>
                <a:lnTo>
                  <a:pt x="1870075" y="14287"/>
                </a:lnTo>
                <a:lnTo>
                  <a:pt x="1870075" y="28575"/>
                </a:lnTo>
                <a:close/>
              </a:path>
              <a:path w="1898650" h="436244">
                <a:moveTo>
                  <a:pt x="1870075" y="421957"/>
                </a:moveTo>
                <a:lnTo>
                  <a:pt x="1870075" y="14287"/>
                </a:lnTo>
                <a:lnTo>
                  <a:pt x="1884362" y="28575"/>
                </a:lnTo>
                <a:lnTo>
                  <a:pt x="1898650" y="28575"/>
                </a:lnTo>
                <a:lnTo>
                  <a:pt x="1898650" y="407670"/>
                </a:lnTo>
                <a:lnTo>
                  <a:pt x="1884362" y="407670"/>
                </a:lnTo>
                <a:lnTo>
                  <a:pt x="1870075" y="421957"/>
                </a:lnTo>
                <a:close/>
              </a:path>
              <a:path w="1898650" h="436244">
                <a:moveTo>
                  <a:pt x="1898650" y="28575"/>
                </a:moveTo>
                <a:lnTo>
                  <a:pt x="1884362" y="28575"/>
                </a:lnTo>
                <a:lnTo>
                  <a:pt x="1870075" y="14287"/>
                </a:lnTo>
                <a:lnTo>
                  <a:pt x="1898650" y="14287"/>
                </a:lnTo>
                <a:lnTo>
                  <a:pt x="1898650" y="28575"/>
                </a:lnTo>
                <a:close/>
              </a:path>
              <a:path w="1898650" h="436244">
                <a:moveTo>
                  <a:pt x="28575" y="421957"/>
                </a:moveTo>
                <a:lnTo>
                  <a:pt x="14287" y="407670"/>
                </a:lnTo>
                <a:lnTo>
                  <a:pt x="28575" y="407670"/>
                </a:lnTo>
                <a:lnTo>
                  <a:pt x="28575" y="421957"/>
                </a:lnTo>
                <a:close/>
              </a:path>
              <a:path w="1898650" h="436244">
                <a:moveTo>
                  <a:pt x="1870075" y="421957"/>
                </a:moveTo>
                <a:lnTo>
                  <a:pt x="28575" y="421957"/>
                </a:lnTo>
                <a:lnTo>
                  <a:pt x="28575" y="407670"/>
                </a:lnTo>
                <a:lnTo>
                  <a:pt x="1870075" y="407670"/>
                </a:lnTo>
                <a:lnTo>
                  <a:pt x="1870075" y="421957"/>
                </a:lnTo>
                <a:close/>
              </a:path>
              <a:path w="1898650" h="436244">
                <a:moveTo>
                  <a:pt x="1898650" y="421957"/>
                </a:moveTo>
                <a:lnTo>
                  <a:pt x="1870075" y="421957"/>
                </a:lnTo>
                <a:lnTo>
                  <a:pt x="1884362" y="407670"/>
                </a:lnTo>
                <a:lnTo>
                  <a:pt x="1898650" y="407670"/>
                </a:lnTo>
                <a:lnTo>
                  <a:pt x="1898650" y="421957"/>
                </a:lnTo>
                <a:close/>
              </a:path>
            </a:pathLst>
          </a:custGeom>
          <a:solidFill>
            <a:srgbClr val="5F95E6"/>
          </a:solidFill>
        </p:spPr>
        <p:txBody>
          <a:bodyPr wrap="square" lIns="0" tIns="0" rIns="0" bIns="0" rtlCol="0"/>
          <a:lstStyle/>
          <a:p>
            <a:endParaRPr/>
          </a:p>
        </p:txBody>
      </p:sp>
      <p:sp>
        <p:nvSpPr>
          <p:cNvPr id="13" name="object 13"/>
          <p:cNvSpPr txBox="1"/>
          <p:nvPr/>
        </p:nvSpPr>
        <p:spPr>
          <a:xfrm>
            <a:off x="754380" y="2204720"/>
            <a:ext cx="5278755" cy="826135"/>
          </a:xfrm>
          <a:prstGeom prst="rect">
            <a:avLst/>
          </a:prstGeom>
        </p:spPr>
        <p:txBody>
          <a:bodyPr vert="horz" wrap="square" lIns="0" tIns="12700" rIns="0" bIns="0" rtlCol="0">
            <a:spAutoFit/>
          </a:bodyPr>
          <a:lstStyle/>
          <a:p>
            <a:pPr marL="12700">
              <a:lnSpc>
                <a:spcPct val="100000"/>
              </a:lnSpc>
              <a:spcBef>
                <a:spcPts val="100"/>
              </a:spcBef>
              <a:tabLst>
                <a:tab pos="1836420" algn="l"/>
              </a:tabLst>
            </a:pPr>
            <a:r>
              <a:rPr sz="1800" dirty="0">
                <a:latin typeface="宋体"/>
                <a:cs typeface="宋体"/>
              </a:rPr>
              <a:t>输入空间定</a:t>
            </a:r>
            <a:r>
              <a:rPr sz="1800" spc="-50" dirty="0">
                <a:latin typeface="宋体"/>
                <a:cs typeface="宋体"/>
              </a:rPr>
              <a:t>义</a:t>
            </a:r>
            <a:r>
              <a:rPr sz="1800" dirty="0">
                <a:latin typeface="宋体"/>
                <a:cs typeface="宋体"/>
              </a:rPr>
              <a:t>	明确要融合的两个或多个概念领</a:t>
            </a:r>
            <a:r>
              <a:rPr sz="1800" spc="-50" dirty="0">
                <a:latin typeface="宋体"/>
                <a:cs typeface="宋体"/>
              </a:rPr>
              <a:t>域</a:t>
            </a:r>
            <a:endParaRPr sz="1800">
              <a:latin typeface="宋体"/>
              <a:cs typeface="宋体"/>
            </a:endParaRPr>
          </a:p>
          <a:p>
            <a:pPr>
              <a:lnSpc>
                <a:spcPct val="100000"/>
              </a:lnSpc>
              <a:spcBef>
                <a:spcPts val="60"/>
              </a:spcBef>
            </a:pPr>
            <a:endParaRPr sz="1500">
              <a:latin typeface="宋体"/>
              <a:cs typeface="宋体"/>
            </a:endParaRPr>
          </a:p>
          <a:p>
            <a:pPr marL="12700">
              <a:lnSpc>
                <a:spcPct val="100000"/>
              </a:lnSpc>
              <a:tabLst>
                <a:tab pos="1838325" algn="l"/>
              </a:tabLst>
            </a:pPr>
            <a:r>
              <a:rPr sz="1800" dirty="0">
                <a:latin typeface="宋体"/>
                <a:cs typeface="宋体"/>
              </a:rPr>
              <a:t>通用空间识</a:t>
            </a:r>
            <a:r>
              <a:rPr sz="1800" spc="-50" dirty="0">
                <a:latin typeface="宋体"/>
                <a:cs typeface="宋体"/>
              </a:rPr>
              <a:t>别</a:t>
            </a:r>
            <a:r>
              <a:rPr sz="1800" dirty="0">
                <a:latin typeface="宋体"/>
                <a:cs typeface="宋体"/>
              </a:rPr>
              <a:t>	</a:t>
            </a:r>
            <a:r>
              <a:rPr sz="2700" baseline="1543" dirty="0">
                <a:latin typeface="宋体"/>
                <a:cs typeface="宋体"/>
              </a:rPr>
              <a:t>找出输入空间之间的共同特</a:t>
            </a:r>
            <a:r>
              <a:rPr sz="2700" spc="-75" baseline="1543" dirty="0">
                <a:latin typeface="宋体"/>
                <a:cs typeface="宋体"/>
              </a:rPr>
              <a:t>征</a:t>
            </a:r>
            <a:endParaRPr sz="2700" baseline="1543">
              <a:latin typeface="宋体"/>
              <a:cs typeface="宋体"/>
            </a:endParaRPr>
          </a:p>
        </p:txBody>
      </p:sp>
      <p:sp>
        <p:nvSpPr>
          <p:cNvPr id="14" name="object 14"/>
          <p:cNvSpPr/>
          <p:nvPr/>
        </p:nvSpPr>
        <p:spPr>
          <a:xfrm>
            <a:off x="503872" y="3205162"/>
            <a:ext cx="1898650" cy="436245"/>
          </a:xfrm>
          <a:custGeom>
            <a:avLst/>
            <a:gdLst/>
            <a:ahLst/>
            <a:cxnLst/>
            <a:rect l="l" t="t" r="r" b="b"/>
            <a:pathLst>
              <a:path w="1898650" h="436245">
                <a:moveTo>
                  <a:pt x="1898650" y="436245"/>
                </a:moveTo>
                <a:lnTo>
                  <a:pt x="0" y="436245"/>
                </a:lnTo>
                <a:lnTo>
                  <a:pt x="0" y="0"/>
                </a:lnTo>
                <a:lnTo>
                  <a:pt x="1898650" y="0"/>
                </a:lnTo>
                <a:lnTo>
                  <a:pt x="1898650" y="14287"/>
                </a:lnTo>
                <a:lnTo>
                  <a:pt x="28575" y="14287"/>
                </a:lnTo>
                <a:lnTo>
                  <a:pt x="14287" y="28575"/>
                </a:lnTo>
                <a:lnTo>
                  <a:pt x="28575" y="28575"/>
                </a:lnTo>
                <a:lnTo>
                  <a:pt x="28575" y="407670"/>
                </a:lnTo>
                <a:lnTo>
                  <a:pt x="14287" y="407670"/>
                </a:lnTo>
                <a:lnTo>
                  <a:pt x="28575" y="421957"/>
                </a:lnTo>
                <a:lnTo>
                  <a:pt x="1898650" y="421957"/>
                </a:lnTo>
                <a:lnTo>
                  <a:pt x="1898650" y="436245"/>
                </a:lnTo>
                <a:close/>
              </a:path>
              <a:path w="1898650" h="436245">
                <a:moveTo>
                  <a:pt x="28575" y="28575"/>
                </a:moveTo>
                <a:lnTo>
                  <a:pt x="14287" y="28575"/>
                </a:lnTo>
                <a:lnTo>
                  <a:pt x="28575" y="14287"/>
                </a:lnTo>
                <a:lnTo>
                  <a:pt x="28575" y="28575"/>
                </a:lnTo>
                <a:close/>
              </a:path>
              <a:path w="1898650" h="436245">
                <a:moveTo>
                  <a:pt x="1870075" y="28575"/>
                </a:moveTo>
                <a:lnTo>
                  <a:pt x="28575" y="28575"/>
                </a:lnTo>
                <a:lnTo>
                  <a:pt x="28575" y="14287"/>
                </a:lnTo>
                <a:lnTo>
                  <a:pt x="1870075" y="14287"/>
                </a:lnTo>
                <a:lnTo>
                  <a:pt x="1870075" y="28575"/>
                </a:lnTo>
                <a:close/>
              </a:path>
              <a:path w="1898650" h="436245">
                <a:moveTo>
                  <a:pt x="1870075" y="421957"/>
                </a:moveTo>
                <a:lnTo>
                  <a:pt x="1870075" y="14287"/>
                </a:lnTo>
                <a:lnTo>
                  <a:pt x="1884362" y="28575"/>
                </a:lnTo>
                <a:lnTo>
                  <a:pt x="1898650" y="28575"/>
                </a:lnTo>
                <a:lnTo>
                  <a:pt x="1898650" y="407670"/>
                </a:lnTo>
                <a:lnTo>
                  <a:pt x="1884362" y="407670"/>
                </a:lnTo>
                <a:lnTo>
                  <a:pt x="1870075" y="421957"/>
                </a:lnTo>
                <a:close/>
              </a:path>
              <a:path w="1898650" h="436245">
                <a:moveTo>
                  <a:pt x="1898650" y="28575"/>
                </a:moveTo>
                <a:lnTo>
                  <a:pt x="1884362" y="28575"/>
                </a:lnTo>
                <a:lnTo>
                  <a:pt x="1870075" y="14287"/>
                </a:lnTo>
                <a:lnTo>
                  <a:pt x="1898650" y="14287"/>
                </a:lnTo>
                <a:lnTo>
                  <a:pt x="1898650" y="28575"/>
                </a:lnTo>
                <a:close/>
              </a:path>
              <a:path w="1898650" h="436245">
                <a:moveTo>
                  <a:pt x="28575" y="421957"/>
                </a:moveTo>
                <a:lnTo>
                  <a:pt x="14287" y="407670"/>
                </a:lnTo>
                <a:lnTo>
                  <a:pt x="28575" y="407670"/>
                </a:lnTo>
                <a:lnTo>
                  <a:pt x="28575" y="421957"/>
                </a:lnTo>
                <a:close/>
              </a:path>
              <a:path w="1898650" h="436245">
                <a:moveTo>
                  <a:pt x="1870075" y="421957"/>
                </a:moveTo>
                <a:lnTo>
                  <a:pt x="28575" y="421957"/>
                </a:lnTo>
                <a:lnTo>
                  <a:pt x="28575" y="407670"/>
                </a:lnTo>
                <a:lnTo>
                  <a:pt x="1870075" y="407670"/>
                </a:lnTo>
                <a:lnTo>
                  <a:pt x="1870075" y="421957"/>
                </a:lnTo>
                <a:close/>
              </a:path>
              <a:path w="1898650" h="436245">
                <a:moveTo>
                  <a:pt x="1898650" y="421957"/>
                </a:moveTo>
                <a:lnTo>
                  <a:pt x="1870075" y="421957"/>
                </a:lnTo>
                <a:lnTo>
                  <a:pt x="1884362" y="407670"/>
                </a:lnTo>
                <a:lnTo>
                  <a:pt x="1898650" y="407670"/>
                </a:lnTo>
                <a:lnTo>
                  <a:pt x="1898650" y="421957"/>
                </a:lnTo>
                <a:close/>
              </a:path>
            </a:pathLst>
          </a:custGeom>
          <a:solidFill>
            <a:srgbClr val="5F95E6"/>
          </a:solidFill>
        </p:spPr>
        <p:txBody>
          <a:bodyPr wrap="square" lIns="0" tIns="0" rIns="0" bIns="0" rtlCol="0"/>
          <a:lstStyle/>
          <a:p>
            <a:endParaRPr/>
          </a:p>
        </p:txBody>
      </p:sp>
      <p:sp>
        <p:nvSpPr>
          <p:cNvPr id="15" name="object 15"/>
          <p:cNvSpPr txBox="1"/>
          <p:nvPr/>
        </p:nvSpPr>
        <p:spPr>
          <a:xfrm>
            <a:off x="868680" y="3275329"/>
            <a:ext cx="11684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宋体"/>
                <a:cs typeface="宋体"/>
              </a:rPr>
              <a:t>选择性投射</a:t>
            </a:r>
            <a:endParaRPr sz="1800">
              <a:latin typeface="宋体"/>
              <a:cs typeface="宋体"/>
            </a:endParaRPr>
          </a:p>
        </p:txBody>
      </p:sp>
      <p:sp>
        <p:nvSpPr>
          <p:cNvPr id="16" name="object 16"/>
          <p:cNvSpPr txBox="1"/>
          <p:nvPr/>
        </p:nvSpPr>
        <p:spPr>
          <a:xfrm>
            <a:off x="2576829" y="3260725"/>
            <a:ext cx="34544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从输入空间选择相关元素进行融合</a:t>
            </a:r>
            <a:endParaRPr sz="1800">
              <a:latin typeface="宋体"/>
              <a:cs typeface="宋体"/>
            </a:endParaRPr>
          </a:p>
        </p:txBody>
      </p:sp>
      <p:sp>
        <p:nvSpPr>
          <p:cNvPr id="17" name="object 17"/>
          <p:cNvSpPr/>
          <p:nvPr/>
        </p:nvSpPr>
        <p:spPr>
          <a:xfrm>
            <a:off x="503237" y="3736022"/>
            <a:ext cx="1898650" cy="436245"/>
          </a:xfrm>
          <a:custGeom>
            <a:avLst/>
            <a:gdLst/>
            <a:ahLst/>
            <a:cxnLst/>
            <a:rect l="l" t="t" r="r" b="b"/>
            <a:pathLst>
              <a:path w="1898650" h="436245">
                <a:moveTo>
                  <a:pt x="1898650" y="436244"/>
                </a:moveTo>
                <a:lnTo>
                  <a:pt x="0" y="436244"/>
                </a:lnTo>
                <a:lnTo>
                  <a:pt x="0" y="0"/>
                </a:lnTo>
                <a:lnTo>
                  <a:pt x="1898650" y="0"/>
                </a:lnTo>
                <a:lnTo>
                  <a:pt x="1898650" y="14287"/>
                </a:lnTo>
                <a:lnTo>
                  <a:pt x="28575" y="14287"/>
                </a:lnTo>
                <a:lnTo>
                  <a:pt x="14287" y="28575"/>
                </a:lnTo>
                <a:lnTo>
                  <a:pt x="28575" y="28575"/>
                </a:lnTo>
                <a:lnTo>
                  <a:pt x="28575" y="407669"/>
                </a:lnTo>
                <a:lnTo>
                  <a:pt x="14287" y="407669"/>
                </a:lnTo>
                <a:lnTo>
                  <a:pt x="28575" y="421957"/>
                </a:lnTo>
                <a:lnTo>
                  <a:pt x="1898650" y="421957"/>
                </a:lnTo>
                <a:lnTo>
                  <a:pt x="1898650" y="436244"/>
                </a:lnTo>
                <a:close/>
              </a:path>
              <a:path w="1898650" h="436245">
                <a:moveTo>
                  <a:pt x="28575" y="28575"/>
                </a:moveTo>
                <a:lnTo>
                  <a:pt x="14287" y="28575"/>
                </a:lnTo>
                <a:lnTo>
                  <a:pt x="28575" y="14287"/>
                </a:lnTo>
                <a:lnTo>
                  <a:pt x="28575" y="28575"/>
                </a:lnTo>
                <a:close/>
              </a:path>
              <a:path w="1898650" h="436245">
                <a:moveTo>
                  <a:pt x="1870075" y="28575"/>
                </a:moveTo>
                <a:lnTo>
                  <a:pt x="28575" y="28575"/>
                </a:lnTo>
                <a:lnTo>
                  <a:pt x="28575" y="14287"/>
                </a:lnTo>
                <a:lnTo>
                  <a:pt x="1870075" y="14287"/>
                </a:lnTo>
                <a:lnTo>
                  <a:pt x="1870075" y="28575"/>
                </a:lnTo>
                <a:close/>
              </a:path>
              <a:path w="1898650" h="436245">
                <a:moveTo>
                  <a:pt x="1870075" y="421957"/>
                </a:moveTo>
                <a:lnTo>
                  <a:pt x="1870075" y="14287"/>
                </a:lnTo>
                <a:lnTo>
                  <a:pt x="1884362" y="28575"/>
                </a:lnTo>
                <a:lnTo>
                  <a:pt x="1898650" y="28575"/>
                </a:lnTo>
                <a:lnTo>
                  <a:pt x="1898650" y="407669"/>
                </a:lnTo>
                <a:lnTo>
                  <a:pt x="1884362" y="407669"/>
                </a:lnTo>
                <a:lnTo>
                  <a:pt x="1870075" y="421957"/>
                </a:lnTo>
                <a:close/>
              </a:path>
              <a:path w="1898650" h="436245">
                <a:moveTo>
                  <a:pt x="1898650" y="28575"/>
                </a:moveTo>
                <a:lnTo>
                  <a:pt x="1884362" y="28575"/>
                </a:lnTo>
                <a:lnTo>
                  <a:pt x="1870075" y="14287"/>
                </a:lnTo>
                <a:lnTo>
                  <a:pt x="1898650" y="14287"/>
                </a:lnTo>
                <a:lnTo>
                  <a:pt x="1898650" y="28575"/>
                </a:lnTo>
                <a:close/>
              </a:path>
              <a:path w="1898650" h="436245">
                <a:moveTo>
                  <a:pt x="28575" y="421957"/>
                </a:moveTo>
                <a:lnTo>
                  <a:pt x="14287" y="407669"/>
                </a:lnTo>
                <a:lnTo>
                  <a:pt x="28575" y="407669"/>
                </a:lnTo>
                <a:lnTo>
                  <a:pt x="28575" y="421957"/>
                </a:lnTo>
                <a:close/>
              </a:path>
              <a:path w="1898650" h="436245">
                <a:moveTo>
                  <a:pt x="1870075" y="421957"/>
                </a:moveTo>
                <a:lnTo>
                  <a:pt x="28575" y="421957"/>
                </a:lnTo>
                <a:lnTo>
                  <a:pt x="28575" y="407669"/>
                </a:lnTo>
                <a:lnTo>
                  <a:pt x="1870075" y="407669"/>
                </a:lnTo>
                <a:lnTo>
                  <a:pt x="1870075" y="421957"/>
                </a:lnTo>
                <a:close/>
              </a:path>
              <a:path w="1898650" h="436245">
                <a:moveTo>
                  <a:pt x="1898650" y="421957"/>
                </a:moveTo>
                <a:lnTo>
                  <a:pt x="1870075" y="421957"/>
                </a:lnTo>
                <a:lnTo>
                  <a:pt x="1884362" y="407669"/>
                </a:lnTo>
                <a:lnTo>
                  <a:pt x="1898650" y="407669"/>
                </a:lnTo>
                <a:lnTo>
                  <a:pt x="1898650" y="421957"/>
                </a:lnTo>
                <a:close/>
              </a:path>
            </a:pathLst>
          </a:custGeom>
          <a:solidFill>
            <a:srgbClr val="5F95E6"/>
          </a:solidFill>
        </p:spPr>
        <p:txBody>
          <a:bodyPr wrap="square" lIns="0" tIns="0" rIns="0" bIns="0" rtlCol="0"/>
          <a:lstStyle/>
          <a:p>
            <a:endParaRPr/>
          </a:p>
        </p:txBody>
      </p:sp>
      <p:sp>
        <p:nvSpPr>
          <p:cNvPr id="18" name="object 18"/>
          <p:cNvSpPr txBox="1"/>
          <p:nvPr/>
        </p:nvSpPr>
        <p:spPr>
          <a:xfrm>
            <a:off x="540384" y="3808095"/>
            <a:ext cx="5626100" cy="2760980"/>
          </a:xfrm>
          <a:prstGeom prst="rect">
            <a:avLst/>
          </a:prstGeom>
        </p:spPr>
        <p:txBody>
          <a:bodyPr vert="horz" wrap="square" lIns="0" tIns="12700" rIns="0" bIns="0" rtlCol="0">
            <a:spAutoFit/>
          </a:bodyPr>
          <a:lstStyle/>
          <a:p>
            <a:pPr marL="226060">
              <a:lnSpc>
                <a:spcPct val="100000"/>
              </a:lnSpc>
              <a:spcBef>
                <a:spcPts val="100"/>
              </a:spcBef>
              <a:tabLst>
                <a:tab pos="2048510" algn="l"/>
              </a:tabLst>
            </a:pPr>
            <a:r>
              <a:rPr sz="1800" dirty="0">
                <a:latin typeface="宋体"/>
                <a:cs typeface="宋体"/>
              </a:rPr>
              <a:t>涌现结构构</a:t>
            </a:r>
            <a:r>
              <a:rPr sz="1800" spc="-50" dirty="0">
                <a:latin typeface="宋体"/>
                <a:cs typeface="宋体"/>
              </a:rPr>
              <a:t>建</a:t>
            </a:r>
            <a:r>
              <a:rPr sz="1800" dirty="0">
                <a:latin typeface="宋体"/>
                <a:cs typeface="宋体"/>
              </a:rPr>
              <a:t>	在融合空间中创造新的、创新结</a:t>
            </a:r>
            <a:r>
              <a:rPr sz="1800" spc="-50" dirty="0">
                <a:latin typeface="宋体"/>
                <a:cs typeface="宋体"/>
              </a:rPr>
              <a:t>构</a:t>
            </a:r>
            <a:endParaRPr sz="1800">
              <a:latin typeface="宋体"/>
              <a:cs typeface="宋体"/>
            </a:endParaRPr>
          </a:p>
          <a:p>
            <a:pPr>
              <a:lnSpc>
                <a:spcPct val="100000"/>
              </a:lnSpc>
            </a:pPr>
            <a:endParaRPr sz="1900">
              <a:latin typeface="宋体"/>
              <a:cs typeface="宋体"/>
            </a:endParaRPr>
          </a:p>
          <a:p>
            <a:pPr marL="238125">
              <a:lnSpc>
                <a:spcPct val="100000"/>
              </a:lnSpc>
            </a:pPr>
            <a:r>
              <a:rPr sz="2000" b="1" spc="-10" dirty="0">
                <a:latin typeface="Arial"/>
                <a:cs typeface="Arial"/>
              </a:rPr>
              <a:t>CGS</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165"/>
              </a:spcBef>
              <a:buFont typeface="Arial"/>
              <a:buAutoNum type="arabicPeriod"/>
              <a:tabLst>
                <a:tab pos="354965" algn="l"/>
                <a:tab pos="355600" algn="l"/>
              </a:tabLst>
            </a:pPr>
            <a:r>
              <a:rPr sz="1800" spc="-5" dirty="0">
                <a:latin typeface="宋体"/>
                <a:cs typeface="宋体"/>
              </a:rPr>
              <a:t>选择输入概念：确定要融合的核心概念</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分析概念特征：列出每个输入概念的关键特征和属性</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寻找共同点：识别输入概念之间的共享特征</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创造融合点：设计概念间的创新性连接点</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构建融合提示：创建引导</a:t>
            </a:r>
            <a:r>
              <a:rPr sz="1800" spc="-10" dirty="0">
                <a:latin typeface="Arial"/>
                <a:cs typeface="Arial"/>
              </a:rPr>
              <a:t>AI</a:t>
            </a:r>
            <a:r>
              <a:rPr sz="1800" spc="-5" dirty="0">
                <a:latin typeface="宋体"/>
                <a:cs typeface="宋体"/>
              </a:rPr>
              <a:t>进行概念嫁接的提示语</a:t>
            </a:r>
            <a:endParaRPr sz="1800">
              <a:latin typeface="宋体"/>
              <a:cs typeface="宋体"/>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289415" cy="634365"/>
          </a:xfrm>
          <a:prstGeom prst="rect">
            <a:avLst/>
          </a:prstGeom>
        </p:spPr>
        <p:txBody>
          <a:bodyPr vert="horz" wrap="square" lIns="0" tIns="12065" rIns="0" bIns="0" rtlCol="0">
            <a:spAutoFit/>
          </a:bodyPr>
          <a:lstStyle/>
          <a:p>
            <a:pPr marL="12700">
              <a:lnSpc>
                <a:spcPct val="100000"/>
              </a:lnSpc>
              <a:spcBef>
                <a:spcPts val="95"/>
              </a:spcBef>
            </a:pPr>
            <a:r>
              <a:rPr sz="4000" spc="270" dirty="0"/>
              <a:t>知识转移技术（</a:t>
            </a:r>
            <a:r>
              <a:rPr sz="4000" spc="270" dirty="0">
                <a:latin typeface="Arial"/>
                <a:cs typeface="Arial"/>
              </a:rPr>
              <a:t>KTT</a:t>
            </a:r>
            <a:r>
              <a:rPr sz="4000" spc="270" dirty="0"/>
              <a:t>）：跨域智慧应</a:t>
            </a:r>
            <a:r>
              <a:rPr sz="4000" spc="-50" dirty="0"/>
              <a:t>用</a:t>
            </a:r>
            <a:endParaRPr sz="4000">
              <a:latin typeface="Arial"/>
              <a:cs typeface="Arial"/>
            </a:endParaRPr>
          </a:p>
        </p:txBody>
      </p:sp>
      <p:sp>
        <p:nvSpPr>
          <p:cNvPr id="3" name="object 3"/>
          <p:cNvSpPr/>
          <p:nvPr/>
        </p:nvSpPr>
        <p:spPr>
          <a:xfrm>
            <a:off x="6374891" y="1143000"/>
            <a:ext cx="2106295" cy="350520"/>
          </a:xfrm>
          <a:custGeom>
            <a:avLst/>
            <a:gdLst/>
            <a:ahLst/>
            <a:cxnLst/>
            <a:rect l="l" t="t" r="r" b="b"/>
            <a:pathLst>
              <a:path w="2106295" h="350519">
                <a:moveTo>
                  <a:pt x="2046732" y="350519"/>
                </a:moveTo>
                <a:lnTo>
                  <a:pt x="57912" y="350519"/>
                </a:lnTo>
                <a:lnTo>
                  <a:pt x="34997" y="345569"/>
                </a:lnTo>
                <a:lnTo>
                  <a:pt x="16440" y="332841"/>
                </a:lnTo>
                <a:lnTo>
                  <a:pt x="4140" y="314094"/>
                </a:lnTo>
                <a:lnTo>
                  <a:pt x="0" y="291084"/>
                </a:lnTo>
                <a:lnTo>
                  <a:pt x="0" y="59436"/>
                </a:lnTo>
                <a:lnTo>
                  <a:pt x="4140" y="36425"/>
                </a:lnTo>
                <a:lnTo>
                  <a:pt x="16440" y="17678"/>
                </a:lnTo>
                <a:lnTo>
                  <a:pt x="34997" y="4950"/>
                </a:lnTo>
                <a:lnTo>
                  <a:pt x="57912" y="0"/>
                </a:lnTo>
                <a:lnTo>
                  <a:pt x="2046732" y="0"/>
                </a:lnTo>
                <a:lnTo>
                  <a:pt x="2069742" y="4950"/>
                </a:lnTo>
                <a:lnTo>
                  <a:pt x="2088489" y="17678"/>
                </a:lnTo>
                <a:lnTo>
                  <a:pt x="2101217" y="36425"/>
                </a:lnTo>
                <a:lnTo>
                  <a:pt x="2106167" y="59436"/>
                </a:lnTo>
                <a:lnTo>
                  <a:pt x="2106167" y="291084"/>
                </a:lnTo>
                <a:lnTo>
                  <a:pt x="2101217" y="314094"/>
                </a:lnTo>
                <a:lnTo>
                  <a:pt x="2088489" y="332841"/>
                </a:lnTo>
                <a:lnTo>
                  <a:pt x="2069742" y="345569"/>
                </a:lnTo>
                <a:lnTo>
                  <a:pt x="2046732" y="350519"/>
                </a:lnTo>
                <a:close/>
              </a:path>
            </a:pathLst>
          </a:custGeom>
          <a:solidFill>
            <a:srgbClr val="0A80DF"/>
          </a:solidFill>
        </p:spPr>
        <p:txBody>
          <a:bodyPr wrap="square" lIns="0" tIns="0" rIns="0" bIns="0" rtlCol="0"/>
          <a:lstStyle/>
          <a:p>
            <a:endParaRPr/>
          </a:p>
        </p:txBody>
      </p:sp>
      <p:sp>
        <p:nvSpPr>
          <p:cNvPr id="4" name="object 4"/>
          <p:cNvSpPr txBox="1"/>
          <p:nvPr/>
        </p:nvSpPr>
        <p:spPr>
          <a:xfrm>
            <a:off x="6955688" y="1170203"/>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5" name="object 5"/>
          <p:cNvSpPr/>
          <p:nvPr/>
        </p:nvSpPr>
        <p:spPr>
          <a:xfrm>
            <a:off x="6370320" y="1489075"/>
            <a:ext cx="5438140" cy="5058410"/>
          </a:xfrm>
          <a:custGeom>
            <a:avLst/>
            <a:gdLst/>
            <a:ahLst/>
            <a:cxnLst/>
            <a:rect l="l" t="t" r="r" b="b"/>
            <a:pathLst>
              <a:path w="5438140" h="5058409">
                <a:moveTo>
                  <a:pt x="5434330" y="5058409"/>
                </a:moveTo>
                <a:lnTo>
                  <a:pt x="3809" y="5058409"/>
                </a:lnTo>
                <a:lnTo>
                  <a:pt x="2349" y="5058117"/>
                </a:lnTo>
                <a:lnTo>
                  <a:pt x="1117" y="5057292"/>
                </a:lnTo>
                <a:lnTo>
                  <a:pt x="292" y="5056060"/>
                </a:lnTo>
                <a:lnTo>
                  <a:pt x="0" y="5054600"/>
                </a:lnTo>
                <a:lnTo>
                  <a:pt x="0" y="3809"/>
                </a:lnTo>
                <a:lnTo>
                  <a:pt x="292" y="2349"/>
                </a:lnTo>
                <a:lnTo>
                  <a:pt x="1117" y="1117"/>
                </a:lnTo>
                <a:lnTo>
                  <a:pt x="2349" y="292"/>
                </a:lnTo>
                <a:lnTo>
                  <a:pt x="3809" y="0"/>
                </a:lnTo>
                <a:lnTo>
                  <a:pt x="5434330" y="0"/>
                </a:lnTo>
                <a:lnTo>
                  <a:pt x="5435790" y="292"/>
                </a:lnTo>
                <a:lnTo>
                  <a:pt x="5437022" y="1117"/>
                </a:lnTo>
                <a:lnTo>
                  <a:pt x="5437847" y="2349"/>
                </a:lnTo>
                <a:lnTo>
                  <a:pt x="5438139" y="3809"/>
                </a:lnTo>
                <a:lnTo>
                  <a:pt x="7619" y="3809"/>
                </a:lnTo>
                <a:lnTo>
                  <a:pt x="3809" y="7619"/>
                </a:lnTo>
                <a:lnTo>
                  <a:pt x="7619" y="7619"/>
                </a:lnTo>
                <a:lnTo>
                  <a:pt x="7619" y="5050789"/>
                </a:lnTo>
                <a:lnTo>
                  <a:pt x="3809" y="5050789"/>
                </a:lnTo>
                <a:lnTo>
                  <a:pt x="7619" y="5054600"/>
                </a:lnTo>
                <a:lnTo>
                  <a:pt x="5438139" y="5054600"/>
                </a:lnTo>
                <a:lnTo>
                  <a:pt x="5437847" y="5056060"/>
                </a:lnTo>
                <a:lnTo>
                  <a:pt x="5437022" y="5057292"/>
                </a:lnTo>
                <a:lnTo>
                  <a:pt x="5435790" y="5058117"/>
                </a:lnTo>
                <a:lnTo>
                  <a:pt x="5434330" y="5058409"/>
                </a:lnTo>
                <a:close/>
              </a:path>
              <a:path w="5438140" h="5058409">
                <a:moveTo>
                  <a:pt x="7619" y="7619"/>
                </a:moveTo>
                <a:lnTo>
                  <a:pt x="3809" y="7619"/>
                </a:lnTo>
                <a:lnTo>
                  <a:pt x="7619" y="3809"/>
                </a:lnTo>
                <a:lnTo>
                  <a:pt x="7619" y="7619"/>
                </a:lnTo>
                <a:close/>
              </a:path>
              <a:path w="5438140" h="5058409">
                <a:moveTo>
                  <a:pt x="5430520" y="7619"/>
                </a:moveTo>
                <a:lnTo>
                  <a:pt x="7619" y="7619"/>
                </a:lnTo>
                <a:lnTo>
                  <a:pt x="7619" y="3809"/>
                </a:lnTo>
                <a:lnTo>
                  <a:pt x="5430520" y="3809"/>
                </a:lnTo>
                <a:lnTo>
                  <a:pt x="5430520" y="7619"/>
                </a:lnTo>
                <a:close/>
              </a:path>
              <a:path w="5438140" h="5058409">
                <a:moveTo>
                  <a:pt x="5430520" y="5054600"/>
                </a:moveTo>
                <a:lnTo>
                  <a:pt x="5430520" y="3809"/>
                </a:lnTo>
                <a:lnTo>
                  <a:pt x="5434330" y="7619"/>
                </a:lnTo>
                <a:lnTo>
                  <a:pt x="5438139" y="7619"/>
                </a:lnTo>
                <a:lnTo>
                  <a:pt x="5438139" y="5050789"/>
                </a:lnTo>
                <a:lnTo>
                  <a:pt x="5434330" y="5050789"/>
                </a:lnTo>
                <a:lnTo>
                  <a:pt x="5430520" y="5054600"/>
                </a:lnTo>
                <a:close/>
              </a:path>
              <a:path w="5438140" h="5058409">
                <a:moveTo>
                  <a:pt x="5438139" y="7619"/>
                </a:moveTo>
                <a:lnTo>
                  <a:pt x="5434330" y="7619"/>
                </a:lnTo>
                <a:lnTo>
                  <a:pt x="5430520" y="3809"/>
                </a:lnTo>
                <a:lnTo>
                  <a:pt x="5438139" y="3809"/>
                </a:lnTo>
                <a:lnTo>
                  <a:pt x="5438139" y="7619"/>
                </a:lnTo>
                <a:close/>
              </a:path>
              <a:path w="5438140" h="5058409">
                <a:moveTo>
                  <a:pt x="7619" y="5054600"/>
                </a:moveTo>
                <a:lnTo>
                  <a:pt x="3809" y="5050789"/>
                </a:lnTo>
                <a:lnTo>
                  <a:pt x="7619" y="5050789"/>
                </a:lnTo>
                <a:lnTo>
                  <a:pt x="7619" y="5054600"/>
                </a:lnTo>
                <a:close/>
              </a:path>
              <a:path w="5438140" h="5058409">
                <a:moveTo>
                  <a:pt x="5430520" y="5054600"/>
                </a:moveTo>
                <a:lnTo>
                  <a:pt x="7619" y="5054600"/>
                </a:lnTo>
                <a:lnTo>
                  <a:pt x="7619" y="5050789"/>
                </a:lnTo>
                <a:lnTo>
                  <a:pt x="5430520" y="5050789"/>
                </a:lnTo>
                <a:lnTo>
                  <a:pt x="5430520" y="5054600"/>
                </a:lnTo>
                <a:close/>
              </a:path>
              <a:path w="5438140" h="5058409">
                <a:moveTo>
                  <a:pt x="5438139" y="5054600"/>
                </a:moveTo>
                <a:lnTo>
                  <a:pt x="5430520" y="5054600"/>
                </a:lnTo>
                <a:lnTo>
                  <a:pt x="5434330" y="5050789"/>
                </a:lnTo>
                <a:lnTo>
                  <a:pt x="5438139" y="5050789"/>
                </a:lnTo>
                <a:lnTo>
                  <a:pt x="5438139" y="5054600"/>
                </a:lnTo>
                <a:close/>
              </a:path>
            </a:pathLst>
          </a:custGeom>
          <a:solidFill>
            <a:srgbClr val="E6E6E6"/>
          </a:solidFill>
        </p:spPr>
        <p:txBody>
          <a:bodyPr wrap="square" lIns="0" tIns="0" rIns="0" bIns="0" rtlCol="0"/>
          <a:lstStyle/>
          <a:p>
            <a:endParaRPr/>
          </a:p>
        </p:txBody>
      </p:sp>
      <p:sp>
        <p:nvSpPr>
          <p:cNvPr id="6" name="object 6"/>
          <p:cNvSpPr txBox="1"/>
          <p:nvPr/>
        </p:nvSpPr>
        <p:spPr>
          <a:xfrm>
            <a:off x="6452870" y="1741804"/>
            <a:ext cx="5273040" cy="1701800"/>
          </a:xfrm>
          <a:prstGeom prst="rect">
            <a:avLst/>
          </a:prstGeom>
        </p:spPr>
        <p:txBody>
          <a:bodyPr vert="horz" wrap="square" lIns="0" tIns="12700" rIns="0" bIns="0" rtlCol="0">
            <a:spAutoFit/>
          </a:bodyPr>
          <a:lstStyle/>
          <a:p>
            <a:pPr marL="12700" marR="5080">
              <a:lnSpc>
                <a:spcPct val="152800"/>
              </a:lnSpc>
              <a:spcBef>
                <a:spcPts val="100"/>
              </a:spcBef>
            </a:pPr>
            <a:r>
              <a:rPr sz="1200" spc="-5" dirty="0">
                <a:latin typeface="宋体"/>
                <a:cs typeface="宋体"/>
              </a:rPr>
              <a:t>假设如果想要改善在线教育平台的学生参与度，可以尝试从游戏设计领域转移</a:t>
            </a:r>
            <a:r>
              <a:rPr sz="1200" spc="-20" dirty="0">
                <a:latin typeface="宋体"/>
                <a:cs typeface="宋体"/>
              </a:rPr>
              <a:t>知识。</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问题定义：提高在线教育平台的学生参与度和学习动力</a:t>
            </a:r>
            <a:endParaRPr sz="1200">
              <a:latin typeface="宋体"/>
              <a:cs typeface="宋体"/>
            </a:endParaRPr>
          </a:p>
          <a:p>
            <a:pPr marL="12700" marR="5080">
              <a:lnSpc>
                <a:spcPct val="152800"/>
              </a:lnSpc>
              <a:buSzPct val="91666"/>
              <a:buAutoNum type="arabicPlain"/>
              <a:tabLst>
                <a:tab pos="401320" algn="l"/>
              </a:tabLst>
            </a:pPr>
            <a:r>
              <a:rPr sz="1200" spc="-5" dirty="0">
                <a:latin typeface="宋体"/>
                <a:cs typeface="宋体"/>
              </a:rPr>
              <a:t>源域：游戏设计 关键知识：游戏化机制、玩家心理学、关卡设计、即时</a:t>
            </a:r>
            <a:r>
              <a:rPr sz="1200" spc="-15" dirty="0">
                <a:latin typeface="宋体"/>
                <a:cs typeface="宋体"/>
              </a:rPr>
              <a:t>反馈系统</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10" dirty="0">
                <a:latin typeface="宋体"/>
                <a:cs typeface="宋体"/>
              </a:rPr>
              <a:t>知识提取与抽象：</a:t>
            </a:r>
            <a:endParaRPr sz="1200">
              <a:latin typeface="宋体"/>
              <a:cs typeface="宋体"/>
            </a:endParaRPr>
          </a:p>
        </p:txBody>
      </p:sp>
      <p:sp>
        <p:nvSpPr>
          <p:cNvPr id="7" name="object 7"/>
          <p:cNvSpPr txBox="1"/>
          <p:nvPr/>
        </p:nvSpPr>
        <p:spPr>
          <a:xfrm>
            <a:off x="6452870" y="3418204"/>
            <a:ext cx="958850" cy="1422400"/>
          </a:xfrm>
          <a:prstGeom prst="rect">
            <a:avLst/>
          </a:prstGeom>
        </p:spPr>
        <p:txBody>
          <a:bodyPr vert="horz" wrap="square" lIns="0" tIns="109220" rIns="0" bIns="0" rtlCol="0">
            <a:spAutoFit/>
          </a:bodyPr>
          <a:lstStyle/>
          <a:p>
            <a:pPr marL="184150" indent="-171450">
              <a:lnSpc>
                <a:spcPct val="100000"/>
              </a:lnSpc>
              <a:spcBef>
                <a:spcPts val="860"/>
              </a:spcBef>
              <a:buFont typeface="Arial"/>
              <a:buChar char="•"/>
              <a:tabLst>
                <a:tab pos="184150" algn="l"/>
              </a:tabLst>
            </a:pPr>
            <a:r>
              <a:rPr sz="1200" spc="-10" dirty="0">
                <a:latin typeface="宋体"/>
                <a:cs typeface="宋体"/>
              </a:rPr>
              <a:t>进度可视化</a:t>
            </a:r>
            <a:endParaRPr sz="1200">
              <a:latin typeface="宋体"/>
              <a:cs typeface="宋体"/>
            </a:endParaRPr>
          </a:p>
          <a:p>
            <a:pPr marL="184150" indent="-171450">
              <a:lnSpc>
                <a:spcPct val="100000"/>
              </a:lnSpc>
              <a:spcBef>
                <a:spcPts val="760"/>
              </a:spcBef>
              <a:buFont typeface="Arial"/>
              <a:buChar char="•"/>
              <a:tabLst>
                <a:tab pos="184150" algn="l"/>
              </a:tabLst>
            </a:pPr>
            <a:r>
              <a:rPr sz="1200" spc="-15" dirty="0">
                <a:latin typeface="宋体"/>
                <a:cs typeface="宋体"/>
              </a:rPr>
              <a:t>成就系统</a:t>
            </a:r>
            <a:endParaRPr sz="1200">
              <a:latin typeface="宋体"/>
              <a:cs typeface="宋体"/>
            </a:endParaRPr>
          </a:p>
          <a:p>
            <a:pPr marL="184150" indent="-171450">
              <a:lnSpc>
                <a:spcPct val="100000"/>
              </a:lnSpc>
              <a:spcBef>
                <a:spcPts val="760"/>
              </a:spcBef>
              <a:buFont typeface="Arial"/>
              <a:buChar char="•"/>
              <a:tabLst>
                <a:tab pos="184150" algn="l"/>
              </a:tabLst>
            </a:pPr>
            <a:r>
              <a:rPr sz="1200" spc="-15" dirty="0">
                <a:latin typeface="宋体"/>
                <a:cs typeface="宋体"/>
              </a:rPr>
              <a:t>社交互动</a:t>
            </a:r>
            <a:endParaRPr sz="1200">
              <a:latin typeface="宋体"/>
              <a:cs typeface="宋体"/>
            </a:endParaRPr>
          </a:p>
          <a:p>
            <a:pPr marL="184150" indent="-171450">
              <a:lnSpc>
                <a:spcPct val="100000"/>
              </a:lnSpc>
              <a:spcBef>
                <a:spcPts val="760"/>
              </a:spcBef>
              <a:buFont typeface="Arial"/>
              <a:buChar char="•"/>
              <a:tabLst>
                <a:tab pos="184150" algn="l"/>
              </a:tabLst>
            </a:pPr>
            <a:r>
              <a:rPr sz="1200" spc="-10" dirty="0">
                <a:latin typeface="宋体"/>
                <a:cs typeface="宋体"/>
              </a:rPr>
              <a:t>个性化挑战</a:t>
            </a:r>
            <a:endParaRPr sz="1200">
              <a:latin typeface="宋体"/>
              <a:cs typeface="宋体"/>
            </a:endParaRPr>
          </a:p>
          <a:p>
            <a:pPr marL="184150" indent="-171450">
              <a:lnSpc>
                <a:spcPct val="100000"/>
              </a:lnSpc>
              <a:spcBef>
                <a:spcPts val="760"/>
              </a:spcBef>
              <a:buFont typeface="Arial"/>
              <a:buChar char="•"/>
              <a:tabLst>
                <a:tab pos="184150" algn="l"/>
              </a:tabLst>
            </a:pPr>
            <a:r>
              <a:rPr sz="1200" spc="-15" dirty="0">
                <a:latin typeface="宋体"/>
                <a:cs typeface="宋体"/>
              </a:rPr>
              <a:t>即时反馈</a:t>
            </a:r>
            <a:endParaRPr sz="1200">
              <a:latin typeface="宋体"/>
              <a:cs typeface="宋体"/>
            </a:endParaRPr>
          </a:p>
        </p:txBody>
      </p:sp>
      <p:sp>
        <p:nvSpPr>
          <p:cNvPr id="8" name="object 8"/>
          <p:cNvSpPr txBox="1"/>
          <p:nvPr/>
        </p:nvSpPr>
        <p:spPr>
          <a:xfrm>
            <a:off x="6452870" y="4911725"/>
            <a:ext cx="1320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a:cs typeface="宋体"/>
              </a:rPr>
              <a:t>（4）</a:t>
            </a:r>
            <a:r>
              <a:rPr sz="1200" spc="-10" dirty="0">
                <a:latin typeface="宋体"/>
                <a:cs typeface="宋体"/>
              </a:rPr>
              <a:t>相似性分析：</a:t>
            </a:r>
            <a:endParaRPr sz="1200">
              <a:latin typeface="宋体"/>
              <a:cs typeface="宋体"/>
            </a:endParaRPr>
          </a:p>
        </p:txBody>
      </p:sp>
      <p:sp>
        <p:nvSpPr>
          <p:cNvPr id="9" name="object 9"/>
          <p:cNvSpPr txBox="1"/>
          <p:nvPr/>
        </p:nvSpPr>
        <p:spPr>
          <a:xfrm>
            <a:off x="6452870" y="5094604"/>
            <a:ext cx="2029460" cy="1143000"/>
          </a:xfrm>
          <a:prstGeom prst="rect">
            <a:avLst/>
          </a:prstGeom>
        </p:spPr>
        <p:txBody>
          <a:bodyPr vert="horz" wrap="square" lIns="0" tIns="109220" rIns="0" bIns="0" rtlCol="0">
            <a:spAutoFit/>
          </a:bodyPr>
          <a:lstStyle/>
          <a:p>
            <a:pPr marL="184150" indent="-171450">
              <a:lnSpc>
                <a:spcPct val="100000"/>
              </a:lnSpc>
              <a:spcBef>
                <a:spcPts val="860"/>
              </a:spcBef>
              <a:buFont typeface="Arial"/>
              <a:buChar char="•"/>
              <a:tabLst>
                <a:tab pos="184150" algn="l"/>
              </a:tabLst>
            </a:pPr>
            <a:r>
              <a:rPr sz="1200" spc="-65" dirty="0">
                <a:latin typeface="宋体"/>
                <a:cs typeface="宋体"/>
              </a:rPr>
              <a:t>游戏玩家 &lt;-&gt; 学生</a:t>
            </a:r>
            <a:endParaRPr sz="1200">
              <a:latin typeface="宋体"/>
              <a:cs typeface="宋体"/>
            </a:endParaRPr>
          </a:p>
          <a:p>
            <a:pPr marL="184150" indent="-171450">
              <a:lnSpc>
                <a:spcPct val="100000"/>
              </a:lnSpc>
              <a:spcBef>
                <a:spcPts val="760"/>
              </a:spcBef>
              <a:buFont typeface="Arial"/>
              <a:buChar char="•"/>
              <a:tabLst>
                <a:tab pos="184150" algn="l"/>
              </a:tabLst>
            </a:pPr>
            <a:r>
              <a:rPr sz="1200" spc="-55" dirty="0">
                <a:latin typeface="宋体"/>
                <a:cs typeface="宋体"/>
              </a:rPr>
              <a:t>游戏关卡 &lt;-&gt; 课程单元</a:t>
            </a:r>
            <a:endParaRPr sz="1200">
              <a:latin typeface="宋体"/>
              <a:cs typeface="宋体"/>
            </a:endParaRPr>
          </a:p>
          <a:p>
            <a:pPr marL="184150" indent="-171450">
              <a:lnSpc>
                <a:spcPct val="100000"/>
              </a:lnSpc>
              <a:spcBef>
                <a:spcPts val="760"/>
              </a:spcBef>
              <a:buFont typeface="Arial"/>
              <a:buChar char="•"/>
              <a:tabLst>
                <a:tab pos="184150" algn="l"/>
              </a:tabLst>
            </a:pPr>
            <a:r>
              <a:rPr sz="1200" spc="-55" dirty="0">
                <a:latin typeface="宋体"/>
                <a:cs typeface="宋体"/>
              </a:rPr>
              <a:t>游戏技能提升 &lt;-&gt; 知识获取</a:t>
            </a:r>
            <a:endParaRPr sz="1200">
              <a:latin typeface="宋体"/>
              <a:cs typeface="宋体"/>
            </a:endParaRPr>
          </a:p>
          <a:p>
            <a:pPr marL="184150" indent="-171450">
              <a:lnSpc>
                <a:spcPct val="100000"/>
              </a:lnSpc>
              <a:spcBef>
                <a:spcPts val="760"/>
              </a:spcBef>
              <a:buFont typeface="Arial"/>
              <a:buChar char="•"/>
              <a:tabLst>
                <a:tab pos="184150" algn="l"/>
              </a:tabLst>
            </a:pPr>
            <a:r>
              <a:rPr sz="1200" spc="-55" dirty="0">
                <a:latin typeface="宋体"/>
                <a:cs typeface="宋体"/>
              </a:rPr>
              <a:t>游戏社交系统 &lt;-&gt; 学习社区</a:t>
            </a:r>
            <a:endParaRPr sz="1200">
              <a:latin typeface="宋体"/>
              <a:cs typeface="宋体"/>
            </a:endParaRPr>
          </a:p>
        </p:txBody>
      </p:sp>
      <p:sp>
        <p:nvSpPr>
          <p:cNvPr id="10" name="object 10"/>
          <p:cNvSpPr/>
          <p:nvPr/>
        </p:nvSpPr>
        <p:spPr>
          <a:xfrm>
            <a:off x="503872" y="2332672"/>
            <a:ext cx="2577465" cy="427355"/>
          </a:xfrm>
          <a:custGeom>
            <a:avLst/>
            <a:gdLst/>
            <a:ahLst/>
            <a:cxnLst/>
            <a:rect l="l" t="t" r="r" b="b"/>
            <a:pathLst>
              <a:path w="2577465" h="427355">
                <a:moveTo>
                  <a:pt x="2577465" y="427354"/>
                </a:moveTo>
                <a:lnTo>
                  <a:pt x="0" y="427354"/>
                </a:lnTo>
                <a:lnTo>
                  <a:pt x="0" y="0"/>
                </a:lnTo>
                <a:lnTo>
                  <a:pt x="2577465" y="0"/>
                </a:lnTo>
                <a:lnTo>
                  <a:pt x="2577465" y="14287"/>
                </a:lnTo>
                <a:lnTo>
                  <a:pt x="28575" y="14287"/>
                </a:lnTo>
                <a:lnTo>
                  <a:pt x="14287" y="28575"/>
                </a:lnTo>
                <a:lnTo>
                  <a:pt x="28575" y="28575"/>
                </a:lnTo>
                <a:lnTo>
                  <a:pt x="28575" y="398779"/>
                </a:lnTo>
                <a:lnTo>
                  <a:pt x="14287" y="398779"/>
                </a:lnTo>
                <a:lnTo>
                  <a:pt x="28575" y="413067"/>
                </a:lnTo>
                <a:lnTo>
                  <a:pt x="2577465" y="413067"/>
                </a:lnTo>
                <a:lnTo>
                  <a:pt x="2577465" y="427354"/>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79"/>
                </a:lnTo>
                <a:lnTo>
                  <a:pt x="2563177" y="398779"/>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79"/>
                </a:lnTo>
                <a:lnTo>
                  <a:pt x="28575" y="398779"/>
                </a:lnTo>
                <a:lnTo>
                  <a:pt x="28575" y="413067"/>
                </a:lnTo>
                <a:close/>
              </a:path>
              <a:path w="2577465" h="427355">
                <a:moveTo>
                  <a:pt x="2548890" y="413067"/>
                </a:moveTo>
                <a:lnTo>
                  <a:pt x="28575" y="413067"/>
                </a:lnTo>
                <a:lnTo>
                  <a:pt x="28575" y="398779"/>
                </a:lnTo>
                <a:lnTo>
                  <a:pt x="2548890" y="398779"/>
                </a:lnTo>
                <a:lnTo>
                  <a:pt x="2548890" y="413067"/>
                </a:lnTo>
                <a:close/>
              </a:path>
              <a:path w="2577465" h="427355">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11" name="object 11"/>
          <p:cNvSpPr/>
          <p:nvPr/>
        </p:nvSpPr>
        <p:spPr>
          <a:xfrm>
            <a:off x="503872" y="2919412"/>
            <a:ext cx="2577465" cy="436245"/>
          </a:xfrm>
          <a:custGeom>
            <a:avLst/>
            <a:gdLst/>
            <a:ahLst/>
            <a:cxnLst/>
            <a:rect l="l" t="t" r="r" b="b"/>
            <a:pathLst>
              <a:path w="2577465" h="436245">
                <a:moveTo>
                  <a:pt x="2577465" y="436245"/>
                </a:moveTo>
                <a:lnTo>
                  <a:pt x="0" y="436245"/>
                </a:lnTo>
                <a:lnTo>
                  <a:pt x="0" y="0"/>
                </a:lnTo>
                <a:lnTo>
                  <a:pt x="2577465" y="0"/>
                </a:lnTo>
                <a:lnTo>
                  <a:pt x="2577465" y="14287"/>
                </a:lnTo>
                <a:lnTo>
                  <a:pt x="28575" y="14287"/>
                </a:lnTo>
                <a:lnTo>
                  <a:pt x="14287" y="28575"/>
                </a:lnTo>
                <a:lnTo>
                  <a:pt x="28575" y="28575"/>
                </a:lnTo>
                <a:lnTo>
                  <a:pt x="28575" y="407670"/>
                </a:lnTo>
                <a:lnTo>
                  <a:pt x="14287" y="407670"/>
                </a:lnTo>
                <a:lnTo>
                  <a:pt x="28575" y="421957"/>
                </a:lnTo>
                <a:lnTo>
                  <a:pt x="2577465" y="421957"/>
                </a:lnTo>
                <a:lnTo>
                  <a:pt x="2577465" y="436245"/>
                </a:lnTo>
                <a:close/>
              </a:path>
              <a:path w="2577465" h="436245">
                <a:moveTo>
                  <a:pt x="28575" y="28575"/>
                </a:moveTo>
                <a:lnTo>
                  <a:pt x="14287" y="28575"/>
                </a:lnTo>
                <a:lnTo>
                  <a:pt x="28575" y="14287"/>
                </a:lnTo>
                <a:lnTo>
                  <a:pt x="28575" y="28575"/>
                </a:lnTo>
                <a:close/>
              </a:path>
              <a:path w="2577465" h="436245">
                <a:moveTo>
                  <a:pt x="2548890" y="28575"/>
                </a:moveTo>
                <a:lnTo>
                  <a:pt x="28575" y="28575"/>
                </a:lnTo>
                <a:lnTo>
                  <a:pt x="28575" y="14287"/>
                </a:lnTo>
                <a:lnTo>
                  <a:pt x="2548890" y="14287"/>
                </a:lnTo>
                <a:lnTo>
                  <a:pt x="2548890" y="28575"/>
                </a:lnTo>
                <a:close/>
              </a:path>
              <a:path w="2577465" h="436245">
                <a:moveTo>
                  <a:pt x="2548890" y="421957"/>
                </a:moveTo>
                <a:lnTo>
                  <a:pt x="2548890" y="14287"/>
                </a:lnTo>
                <a:lnTo>
                  <a:pt x="2563177" y="28575"/>
                </a:lnTo>
                <a:lnTo>
                  <a:pt x="2577465" y="28575"/>
                </a:lnTo>
                <a:lnTo>
                  <a:pt x="2577465" y="407670"/>
                </a:lnTo>
                <a:lnTo>
                  <a:pt x="2563177" y="407670"/>
                </a:lnTo>
                <a:lnTo>
                  <a:pt x="2548890" y="421957"/>
                </a:lnTo>
                <a:close/>
              </a:path>
              <a:path w="2577465" h="436245">
                <a:moveTo>
                  <a:pt x="2577465" y="28575"/>
                </a:moveTo>
                <a:lnTo>
                  <a:pt x="2563177" y="28575"/>
                </a:lnTo>
                <a:lnTo>
                  <a:pt x="2548890" y="14287"/>
                </a:lnTo>
                <a:lnTo>
                  <a:pt x="2577465" y="14287"/>
                </a:lnTo>
                <a:lnTo>
                  <a:pt x="2577465" y="28575"/>
                </a:lnTo>
                <a:close/>
              </a:path>
              <a:path w="2577465" h="436245">
                <a:moveTo>
                  <a:pt x="28575" y="421957"/>
                </a:moveTo>
                <a:lnTo>
                  <a:pt x="14287" y="407670"/>
                </a:lnTo>
                <a:lnTo>
                  <a:pt x="28575" y="407670"/>
                </a:lnTo>
                <a:lnTo>
                  <a:pt x="28575" y="421957"/>
                </a:lnTo>
                <a:close/>
              </a:path>
              <a:path w="2577465" h="436245">
                <a:moveTo>
                  <a:pt x="2548890" y="421957"/>
                </a:moveTo>
                <a:lnTo>
                  <a:pt x="28575" y="421957"/>
                </a:lnTo>
                <a:lnTo>
                  <a:pt x="28575" y="407670"/>
                </a:lnTo>
                <a:lnTo>
                  <a:pt x="2548890" y="407670"/>
                </a:lnTo>
                <a:lnTo>
                  <a:pt x="2548890" y="421957"/>
                </a:lnTo>
                <a:close/>
              </a:path>
              <a:path w="2577465" h="436245">
                <a:moveTo>
                  <a:pt x="2577465" y="421957"/>
                </a:moveTo>
                <a:lnTo>
                  <a:pt x="2548890" y="421957"/>
                </a:lnTo>
                <a:lnTo>
                  <a:pt x="2563177" y="407670"/>
                </a:lnTo>
                <a:lnTo>
                  <a:pt x="2577465" y="407670"/>
                </a:lnTo>
                <a:lnTo>
                  <a:pt x="2577465" y="421957"/>
                </a:lnTo>
                <a:close/>
              </a:path>
            </a:pathLst>
          </a:custGeom>
          <a:solidFill>
            <a:srgbClr val="5F95E6"/>
          </a:solidFill>
        </p:spPr>
        <p:txBody>
          <a:bodyPr wrap="square" lIns="0" tIns="0" rIns="0" bIns="0" rtlCol="0"/>
          <a:lstStyle/>
          <a:p>
            <a:endParaRPr/>
          </a:p>
        </p:txBody>
      </p:sp>
      <p:sp>
        <p:nvSpPr>
          <p:cNvPr id="12" name="object 12"/>
          <p:cNvSpPr/>
          <p:nvPr/>
        </p:nvSpPr>
        <p:spPr>
          <a:xfrm>
            <a:off x="503872" y="3505517"/>
            <a:ext cx="2577465" cy="427355"/>
          </a:xfrm>
          <a:custGeom>
            <a:avLst/>
            <a:gdLst/>
            <a:ahLst/>
            <a:cxnLst/>
            <a:rect l="l" t="t" r="r" b="b"/>
            <a:pathLst>
              <a:path w="2577465" h="427354">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80"/>
                </a:lnTo>
                <a:lnTo>
                  <a:pt x="2563177" y="398780"/>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80"/>
                </a:lnTo>
                <a:lnTo>
                  <a:pt x="28575" y="398780"/>
                </a:lnTo>
                <a:lnTo>
                  <a:pt x="28575" y="413067"/>
                </a:lnTo>
                <a:close/>
              </a:path>
              <a:path w="2577465" h="427354">
                <a:moveTo>
                  <a:pt x="2548890" y="413067"/>
                </a:moveTo>
                <a:lnTo>
                  <a:pt x="28575" y="413067"/>
                </a:lnTo>
                <a:lnTo>
                  <a:pt x="28575" y="398780"/>
                </a:lnTo>
                <a:lnTo>
                  <a:pt x="2548890" y="398780"/>
                </a:lnTo>
                <a:lnTo>
                  <a:pt x="2548890" y="413067"/>
                </a:lnTo>
                <a:close/>
              </a:path>
              <a:path w="2577465" h="427354">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3" name="object 13"/>
          <p:cNvSpPr/>
          <p:nvPr/>
        </p:nvSpPr>
        <p:spPr>
          <a:xfrm>
            <a:off x="3179762" y="2334577"/>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4" name="object 14"/>
          <p:cNvSpPr/>
          <p:nvPr/>
        </p:nvSpPr>
        <p:spPr>
          <a:xfrm>
            <a:off x="3179762" y="2926397"/>
            <a:ext cx="2577465" cy="427355"/>
          </a:xfrm>
          <a:custGeom>
            <a:avLst/>
            <a:gdLst/>
            <a:ahLst/>
            <a:cxnLst/>
            <a:rect l="l" t="t" r="r" b="b"/>
            <a:pathLst>
              <a:path w="2577465" h="427354">
                <a:moveTo>
                  <a:pt x="2577465" y="427354"/>
                </a:moveTo>
                <a:lnTo>
                  <a:pt x="0" y="427354"/>
                </a:lnTo>
                <a:lnTo>
                  <a:pt x="0" y="0"/>
                </a:lnTo>
                <a:lnTo>
                  <a:pt x="2577465" y="0"/>
                </a:lnTo>
                <a:lnTo>
                  <a:pt x="2577465" y="14287"/>
                </a:lnTo>
                <a:lnTo>
                  <a:pt x="28575" y="14287"/>
                </a:lnTo>
                <a:lnTo>
                  <a:pt x="14287" y="28575"/>
                </a:lnTo>
                <a:lnTo>
                  <a:pt x="28575" y="28575"/>
                </a:lnTo>
                <a:lnTo>
                  <a:pt x="28575" y="398779"/>
                </a:lnTo>
                <a:lnTo>
                  <a:pt x="14287" y="398779"/>
                </a:lnTo>
                <a:lnTo>
                  <a:pt x="28575" y="413067"/>
                </a:lnTo>
                <a:lnTo>
                  <a:pt x="2577465" y="413067"/>
                </a:lnTo>
                <a:lnTo>
                  <a:pt x="2577465" y="427354"/>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79"/>
                </a:lnTo>
                <a:lnTo>
                  <a:pt x="2563177" y="398779"/>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79"/>
                </a:lnTo>
                <a:lnTo>
                  <a:pt x="28575" y="398779"/>
                </a:lnTo>
                <a:lnTo>
                  <a:pt x="28575" y="413067"/>
                </a:lnTo>
                <a:close/>
              </a:path>
              <a:path w="2577465" h="427354">
                <a:moveTo>
                  <a:pt x="2548890" y="413067"/>
                </a:moveTo>
                <a:lnTo>
                  <a:pt x="28575" y="413067"/>
                </a:lnTo>
                <a:lnTo>
                  <a:pt x="28575" y="398779"/>
                </a:lnTo>
                <a:lnTo>
                  <a:pt x="2548890" y="398779"/>
                </a:lnTo>
                <a:lnTo>
                  <a:pt x="2548890" y="413067"/>
                </a:lnTo>
                <a:close/>
              </a:path>
              <a:path w="2577465" h="427354">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15" name="object 15"/>
          <p:cNvSpPr txBox="1"/>
          <p:nvPr/>
        </p:nvSpPr>
        <p:spPr>
          <a:xfrm>
            <a:off x="540384" y="994805"/>
            <a:ext cx="5626100" cy="553974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KTT</a:t>
            </a:r>
            <a:r>
              <a:rPr sz="2000" b="1" spc="-10" dirty="0">
                <a:latin typeface="Microsoft JhengHei"/>
                <a:cs typeface="Microsoft JhengHei"/>
              </a:rPr>
              <a:t>的理论基础：</a:t>
            </a:r>
            <a:endParaRPr sz="2000">
              <a:latin typeface="Microsoft JhengHei"/>
              <a:cs typeface="Microsoft JhengHei"/>
            </a:endParaRPr>
          </a:p>
          <a:p>
            <a:pPr marL="12700" marR="88265">
              <a:lnSpc>
                <a:spcPct val="129900"/>
              </a:lnSpc>
              <a:spcBef>
                <a:spcPts val="434"/>
              </a:spcBef>
            </a:pPr>
            <a:r>
              <a:rPr sz="1800" dirty="0">
                <a:latin typeface="Arial"/>
                <a:cs typeface="Arial"/>
              </a:rPr>
              <a:t>KTT</a:t>
            </a:r>
            <a:r>
              <a:rPr sz="1800" spc="-5" dirty="0">
                <a:latin typeface="宋体"/>
                <a:cs typeface="宋体"/>
              </a:rPr>
              <a:t>基于认知科学中的迁移学习理论和组织学习理论。提出了以下关键步骤：</a:t>
            </a:r>
            <a:endParaRPr sz="1800">
              <a:latin typeface="宋体"/>
              <a:cs typeface="宋体"/>
            </a:endParaRPr>
          </a:p>
          <a:p>
            <a:pPr marL="795020">
              <a:lnSpc>
                <a:spcPct val="100000"/>
              </a:lnSpc>
              <a:spcBef>
                <a:spcPts val="1415"/>
              </a:spcBef>
              <a:tabLst>
                <a:tab pos="3470275" algn="l"/>
              </a:tabLst>
            </a:pPr>
            <a:r>
              <a:rPr sz="1800" dirty="0">
                <a:latin typeface="宋体"/>
                <a:cs typeface="宋体"/>
              </a:rPr>
              <a:t>源域识</a:t>
            </a:r>
            <a:r>
              <a:rPr sz="1800" spc="-50" dirty="0">
                <a:latin typeface="宋体"/>
                <a:cs typeface="宋体"/>
              </a:rPr>
              <a:t>别</a:t>
            </a:r>
            <a:r>
              <a:rPr sz="1800" dirty="0">
                <a:latin typeface="宋体"/>
                <a:cs typeface="宋体"/>
              </a:rPr>
              <a:t>	知识重</a:t>
            </a:r>
            <a:r>
              <a:rPr sz="1800" spc="-50" dirty="0">
                <a:latin typeface="宋体"/>
                <a:cs typeface="宋体"/>
              </a:rPr>
              <a:t>构</a:t>
            </a:r>
            <a:endParaRPr sz="1800">
              <a:latin typeface="宋体"/>
              <a:cs typeface="宋体"/>
            </a:endParaRPr>
          </a:p>
          <a:p>
            <a:pPr marL="680720" marR="1119505" indent="114300">
              <a:lnSpc>
                <a:spcPct val="211100"/>
              </a:lnSpc>
              <a:spcBef>
                <a:spcPts val="100"/>
              </a:spcBef>
              <a:tabLst>
                <a:tab pos="3355975" algn="l"/>
              </a:tabLst>
            </a:pPr>
            <a:r>
              <a:rPr sz="1800" dirty="0">
                <a:latin typeface="宋体"/>
                <a:cs typeface="宋体"/>
              </a:rPr>
              <a:t>知识抽</a:t>
            </a:r>
            <a:r>
              <a:rPr sz="1800" spc="-50" dirty="0">
                <a:latin typeface="宋体"/>
                <a:cs typeface="宋体"/>
              </a:rPr>
              <a:t>象</a:t>
            </a:r>
            <a:r>
              <a:rPr sz="1800" dirty="0">
                <a:latin typeface="宋体"/>
                <a:cs typeface="宋体"/>
              </a:rPr>
              <a:t>	应用与验</a:t>
            </a:r>
            <a:r>
              <a:rPr sz="1800" spc="-50" dirty="0">
                <a:latin typeface="宋体"/>
                <a:cs typeface="宋体"/>
              </a:rPr>
              <a:t>证</a:t>
            </a:r>
            <a:r>
              <a:rPr sz="1800" dirty="0">
                <a:latin typeface="宋体"/>
                <a:cs typeface="宋体"/>
              </a:rPr>
              <a:t>目标域映</a:t>
            </a:r>
            <a:r>
              <a:rPr sz="1800" spc="-50" dirty="0">
                <a:latin typeface="宋体"/>
                <a:cs typeface="宋体"/>
              </a:rPr>
              <a:t>射</a:t>
            </a:r>
            <a:endParaRPr sz="1800">
              <a:latin typeface="宋体"/>
              <a:cs typeface="宋体"/>
            </a:endParaRPr>
          </a:p>
          <a:p>
            <a:pPr marL="238125">
              <a:lnSpc>
                <a:spcPct val="100000"/>
              </a:lnSpc>
              <a:spcBef>
                <a:spcPts val="1220"/>
              </a:spcBef>
            </a:pPr>
            <a:r>
              <a:rPr sz="2000" b="1" spc="-10" dirty="0">
                <a:latin typeface="Arial"/>
                <a:cs typeface="Arial"/>
              </a:rPr>
              <a:t>KTT</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165"/>
              </a:spcBef>
              <a:buFont typeface="Arial"/>
              <a:buAutoNum type="arabicPeriod"/>
              <a:tabLst>
                <a:tab pos="354965" algn="l"/>
                <a:tab pos="355600" algn="l"/>
              </a:tabLst>
            </a:pPr>
            <a:r>
              <a:rPr sz="1800" spc="-5" dirty="0">
                <a:latin typeface="宋体"/>
                <a:cs typeface="宋体"/>
              </a:rPr>
              <a:t>定义问题：明确目标领域需要解决的问题或创新点</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寻找源域：搜索可能包含相关知识或方法的其他领域</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知识提取：从源域提取关键的知识、技能或方法</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相似性分析：分析源域和目标域之间的结构相似性</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转移策略设计：制定知识从源域到目标域的转移策略</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构建转移提示：创建引导</a:t>
            </a:r>
            <a:r>
              <a:rPr sz="1800" spc="-10" dirty="0">
                <a:latin typeface="Arial"/>
                <a:cs typeface="Arial"/>
              </a:rPr>
              <a:t>AI</a:t>
            </a:r>
            <a:r>
              <a:rPr sz="1800" spc="-5" dirty="0">
                <a:latin typeface="宋体"/>
                <a:cs typeface="宋体"/>
              </a:rPr>
              <a:t>进行知识转移的提示语</a:t>
            </a:r>
            <a:endParaRPr sz="1800">
              <a:latin typeface="宋体"/>
              <a:cs typeface="宋体"/>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458325" cy="634365"/>
          </a:xfrm>
          <a:prstGeom prst="rect">
            <a:avLst/>
          </a:prstGeom>
        </p:spPr>
        <p:txBody>
          <a:bodyPr vert="horz" wrap="square" lIns="0" tIns="12065" rIns="0" bIns="0" rtlCol="0">
            <a:spAutoFit/>
          </a:bodyPr>
          <a:lstStyle/>
          <a:p>
            <a:pPr marL="12700">
              <a:lnSpc>
                <a:spcPct val="100000"/>
              </a:lnSpc>
              <a:spcBef>
                <a:spcPts val="95"/>
              </a:spcBef>
            </a:pPr>
            <a:r>
              <a:rPr sz="4000" spc="270" dirty="0"/>
              <a:t>随机组合机制</a:t>
            </a:r>
            <a:r>
              <a:rPr sz="4000" spc="265" dirty="0"/>
              <a:t>（</a:t>
            </a:r>
            <a:r>
              <a:rPr sz="4000" spc="265" dirty="0">
                <a:latin typeface="Arial"/>
                <a:cs typeface="Arial"/>
              </a:rPr>
              <a:t>RCM</a:t>
            </a:r>
            <a:r>
              <a:rPr sz="4000" spc="265" dirty="0"/>
              <a:t>）：</a:t>
            </a:r>
            <a:r>
              <a:rPr sz="4000" spc="270" dirty="0"/>
              <a:t>打破常规思</a:t>
            </a:r>
            <a:r>
              <a:rPr sz="4000" spc="-50" dirty="0"/>
              <a:t>维</a:t>
            </a:r>
            <a:endParaRPr sz="4000">
              <a:latin typeface="Arial"/>
              <a:cs typeface="Arial"/>
            </a:endParaRPr>
          </a:p>
        </p:txBody>
      </p:sp>
      <p:sp>
        <p:nvSpPr>
          <p:cNvPr id="3" name="object 3"/>
          <p:cNvSpPr txBox="1"/>
          <p:nvPr/>
        </p:nvSpPr>
        <p:spPr>
          <a:xfrm>
            <a:off x="540384" y="994805"/>
            <a:ext cx="11012170" cy="1251585"/>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RCM</a:t>
            </a:r>
            <a:r>
              <a:rPr sz="2000" b="1" spc="-10" dirty="0">
                <a:latin typeface="Microsoft JhengHei"/>
                <a:cs typeface="Microsoft JhengHei"/>
              </a:rPr>
              <a:t>的理论基础：</a:t>
            </a:r>
            <a:endParaRPr sz="2000">
              <a:latin typeface="Microsoft JhengHei"/>
              <a:cs typeface="Microsoft JhengHei"/>
            </a:endParaRPr>
          </a:p>
          <a:p>
            <a:pPr marL="12700" marR="5080">
              <a:lnSpc>
                <a:spcPct val="129900"/>
              </a:lnSpc>
              <a:spcBef>
                <a:spcPts val="434"/>
              </a:spcBef>
            </a:pPr>
            <a:r>
              <a:rPr sz="1800" dirty="0">
                <a:latin typeface="Arial"/>
                <a:cs typeface="Arial"/>
              </a:rPr>
              <a:t>RCM</a:t>
            </a:r>
            <a:r>
              <a:rPr sz="1800" dirty="0">
                <a:latin typeface="宋体"/>
                <a:cs typeface="宋体"/>
              </a:rPr>
              <a:t>建立在创造性思维中的</a:t>
            </a:r>
            <a:r>
              <a:rPr sz="1800" dirty="0">
                <a:latin typeface="Arial"/>
                <a:cs typeface="Arial"/>
              </a:rPr>
              <a:t>“</a:t>
            </a:r>
            <a:r>
              <a:rPr sz="1800" dirty="0">
                <a:latin typeface="宋体"/>
                <a:cs typeface="宋体"/>
              </a:rPr>
              <a:t>强制联系</a:t>
            </a:r>
            <a:r>
              <a:rPr sz="1800" dirty="0">
                <a:latin typeface="Arial"/>
                <a:cs typeface="Arial"/>
              </a:rPr>
              <a:t>”</a:t>
            </a:r>
            <a:r>
              <a:rPr sz="1800" dirty="0">
                <a:latin typeface="宋体"/>
                <a:cs typeface="宋体"/>
              </a:rPr>
              <a:t>和</a:t>
            </a:r>
            <a:r>
              <a:rPr sz="1800" dirty="0">
                <a:latin typeface="Arial"/>
                <a:cs typeface="Arial"/>
              </a:rPr>
              <a:t>“</a:t>
            </a:r>
            <a:r>
              <a:rPr sz="1800" dirty="0">
                <a:latin typeface="宋体"/>
                <a:cs typeface="宋体"/>
              </a:rPr>
              <a:t>创意综合</a:t>
            </a:r>
            <a:r>
              <a:rPr sz="1800" dirty="0">
                <a:latin typeface="Arial"/>
                <a:cs typeface="Arial"/>
              </a:rPr>
              <a:t>”</a:t>
            </a:r>
            <a:r>
              <a:rPr sz="1800" dirty="0">
                <a:latin typeface="宋体"/>
                <a:cs typeface="宋体"/>
              </a:rPr>
              <a:t>理论基础上，将这些理论应用到</a:t>
            </a:r>
            <a:r>
              <a:rPr sz="1800" dirty="0">
                <a:latin typeface="Arial"/>
                <a:cs typeface="Arial"/>
              </a:rPr>
              <a:t>AI</a:t>
            </a:r>
            <a:r>
              <a:rPr sz="1800" spc="-5" dirty="0">
                <a:latin typeface="宋体"/>
                <a:cs typeface="宋体"/>
              </a:rPr>
              <a:t>内容生成领域，提出了</a:t>
            </a:r>
            <a:r>
              <a:rPr sz="1800" spc="-10" dirty="0">
                <a:latin typeface="宋体"/>
                <a:cs typeface="宋体"/>
              </a:rPr>
              <a:t>以下步骤：</a:t>
            </a:r>
            <a:endParaRPr sz="1800">
              <a:latin typeface="宋体"/>
              <a:cs typeface="宋体"/>
            </a:endParaRPr>
          </a:p>
        </p:txBody>
      </p:sp>
      <p:sp>
        <p:nvSpPr>
          <p:cNvPr id="4" name="object 4"/>
          <p:cNvSpPr txBox="1"/>
          <p:nvPr/>
        </p:nvSpPr>
        <p:spPr>
          <a:xfrm>
            <a:off x="540384" y="3964304"/>
            <a:ext cx="5894070" cy="2569845"/>
          </a:xfrm>
          <a:prstGeom prst="rect">
            <a:avLst/>
          </a:prstGeom>
        </p:spPr>
        <p:txBody>
          <a:bodyPr vert="horz" wrap="square" lIns="0" tIns="13335" rIns="0" bIns="0" rtlCol="0">
            <a:spAutoFit/>
          </a:bodyPr>
          <a:lstStyle/>
          <a:p>
            <a:pPr marL="238125">
              <a:lnSpc>
                <a:spcPct val="100000"/>
              </a:lnSpc>
              <a:spcBef>
                <a:spcPts val="105"/>
              </a:spcBef>
            </a:pPr>
            <a:r>
              <a:rPr sz="2000" b="1" spc="-10" dirty="0">
                <a:latin typeface="Arial"/>
                <a:cs typeface="Arial"/>
              </a:rPr>
              <a:t>RCM</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445"/>
              </a:spcBef>
              <a:buFont typeface="Arial"/>
              <a:buAutoNum type="arabicPeriod"/>
              <a:tabLst>
                <a:tab pos="354965" algn="l"/>
                <a:tab pos="355600" algn="l"/>
              </a:tabLst>
            </a:pPr>
            <a:r>
              <a:rPr sz="1800" spc="-5" dirty="0">
                <a:latin typeface="宋体"/>
                <a:cs typeface="宋体"/>
              </a:rPr>
              <a:t>定义创意领域：明确需要创新的具体领域或问题</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spc="-5" dirty="0">
                <a:latin typeface="宋体"/>
                <a:cs typeface="宋体"/>
              </a:rPr>
              <a:t>构建多元素库：收集与创意领域相关和不相关的多样化</a:t>
            </a:r>
            <a:r>
              <a:rPr sz="1800" spc="-25" dirty="0">
                <a:latin typeface="宋体"/>
                <a:cs typeface="宋体"/>
              </a:rPr>
              <a:t>元素</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设计随机抽取机制：创建一个可以随机选择元素的系统</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制定组合规则：设定如何将随机元素组合在一起的规则</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生成组合提示：创建引导</a:t>
            </a:r>
            <a:r>
              <a:rPr sz="1800" spc="-10" dirty="0">
                <a:latin typeface="Arial"/>
                <a:cs typeface="Arial"/>
              </a:rPr>
              <a:t>AI</a:t>
            </a:r>
            <a:r>
              <a:rPr sz="1800" spc="-5" dirty="0">
                <a:latin typeface="宋体"/>
                <a:cs typeface="宋体"/>
              </a:rPr>
              <a:t>进行随机组合的提示语</a:t>
            </a:r>
            <a:endParaRPr sz="1800">
              <a:latin typeface="宋体"/>
              <a:cs typeface="宋体"/>
            </a:endParaRPr>
          </a:p>
        </p:txBody>
      </p:sp>
      <p:grpSp>
        <p:nvGrpSpPr>
          <p:cNvPr id="5" name="object 5"/>
          <p:cNvGrpSpPr/>
          <p:nvPr/>
        </p:nvGrpSpPr>
        <p:grpSpPr>
          <a:xfrm>
            <a:off x="6508750" y="3948684"/>
            <a:ext cx="5269865" cy="2682240"/>
            <a:chOff x="6508750" y="3948684"/>
            <a:chExt cx="5269865" cy="2682240"/>
          </a:xfrm>
        </p:grpSpPr>
        <p:sp>
          <p:nvSpPr>
            <p:cNvPr id="6" name="object 6"/>
            <p:cNvSpPr/>
            <p:nvPr/>
          </p:nvSpPr>
          <p:spPr>
            <a:xfrm>
              <a:off x="6513575" y="3948684"/>
              <a:ext cx="2106295" cy="349250"/>
            </a:xfrm>
            <a:custGeom>
              <a:avLst/>
              <a:gdLst/>
              <a:ahLst/>
              <a:cxnLst/>
              <a:rect l="l" t="t" r="r" b="b"/>
              <a:pathLst>
                <a:path w="2106295" h="349250">
                  <a:moveTo>
                    <a:pt x="2048255" y="348995"/>
                  </a:moveTo>
                  <a:lnTo>
                    <a:pt x="57912" y="348995"/>
                  </a:lnTo>
                  <a:lnTo>
                    <a:pt x="35211" y="344426"/>
                  </a:lnTo>
                  <a:lnTo>
                    <a:pt x="16725" y="331984"/>
                  </a:lnTo>
                  <a:lnTo>
                    <a:pt x="4355" y="313570"/>
                  </a:lnTo>
                  <a:lnTo>
                    <a:pt x="0" y="291083"/>
                  </a:lnTo>
                  <a:lnTo>
                    <a:pt x="0" y="57912"/>
                  </a:lnTo>
                  <a:lnTo>
                    <a:pt x="4355" y="35282"/>
                  </a:lnTo>
                  <a:lnTo>
                    <a:pt x="16725" y="16821"/>
                  </a:lnTo>
                  <a:lnTo>
                    <a:pt x="35211" y="4426"/>
                  </a:lnTo>
                  <a:lnTo>
                    <a:pt x="57912" y="0"/>
                  </a:lnTo>
                  <a:lnTo>
                    <a:pt x="2048255" y="0"/>
                  </a:lnTo>
                  <a:lnTo>
                    <a:pt x="2070599" y="4426"/>
                  </a:lnTo>
                  <a:lnTo>
                    <a:pt x="2088965" y="16821"/>
                  </a:lnTo>
                  <a:lnTo>
                    <a:pt x="2101455" y="35282"/>
                  </a:lnTo>
                  <a:lnTo>
                    <a:pt x="2106168" y="57912"/>
                  </a:lnTo>
                  <a:lnTo>
                    <a:pt x="2106168" y="291083"/>
                  </a:lnTo>
                  <a:lnTo>
                    <a:pt x="2101455" y="313570"/>
                  </a:lnTo>
                  <a:lnTo>
                    <a:pt x="2088965" y="331984"/>
                  </a:lnTo>
                  <a:lnTo>
                    <a:pt x="2070599" y="344426"/>
                  </a:lnTo>
                  <a:lnTo>
                    <a:pt x="2048255" y="348995"/>
                  </a:lnTo>
                  <a:close/>
                </a:path>
              </a:pathLst>
            </a:custGeom>
            <a:solidFill>
              <a:srgbClr val="0A80DF"/>
            </a:solidFill>
          </p:spPr>
          <p:txBody>
            <a:bodyPr wrap="square" lIns="0" tIns="0" rIns="0" bIns="0" rtlCol="0"/>
            <a:lstStyle/>
            <a:p>
              <a:endParaRPr/>
            </a:p>
          </p:txBody>
        </p:sp>
        <p:sp>
          <p:nvSpPr>
            <p:cNvPr id="7" name="object 7"/>
            <p:cNvSpPr/>
            <p:nvPr/>
          </p:nvSpPr>
          <p:spPr>
            <a:xfrm>
              <a:off x="6508750" y="4293870"/>
              <a:ext cx="5269865" cy="2336800"/>
            </a:xfrm>
            <a:custGeom>
              <a:avLst/>
              <a:gdLst/>
              <a:ahLst/>
              <a:cxnLst/>
              <a:rect l="l" t="t" r="r" b="b"/>
              <a:pathLst>
                <a:path w="5269865" h="2336800">
                  <a:moveTo>
                    <a:pt x="5266055" y="2336800"/>
                  </a:moveTo>
                  <a:lnTo>
                    <a:pt x="3809" y="2336800"/>
                  </a:lnTo>
                  <a:lnTo>
                    <a:pt x="2349" y="2336507"/>
                  </a:lnTo>
                  <a:lnTo>
                    <a:pt x="1117" y="2335682"/>
                  </a:lnTo>
                  <a:lnTo>
                    <a:pt x="292" y="2334450"/>
                  </a:lnTo>
                  <a:lnTo>
                    <a:pt x="0" y="2332989"/>
                  </a:lnTo>
                  <a:lnTo>
                    <a:pt x="0" y="3809"/>
                  </a:lnTo>
                  <a:lnTo>
                    <a:pt x="292" y="2349"/>
                  </a:lnTo>
                  <a:lnTo>
                    <a:pt x="1117" y="1117"/>
                  </a:lnTo>
                  <a:lnTo>
                    <a:pt x="2349" y="292"/>
                  </a:lnTo>
                  <a:lnTo>
                    <a:pt x="3809" y="0"/>
                  </a:lnTo>
                  <a:lnTo>
                    <a:pt x="5266055" y="0"/>
                  </a:lnTo>
                  <a:lnTo>
                    <a:pt x="5267515" y="292"/>
                  </a:lnTo>
                  <a:lnTo>
                    <a:pt x="5268747" y="1117"/>
                  </a:lnTo>
                  <a:lnTo>
                    <a:pt x="5269572" y="2349"/>
                  </a:lnTo>
                  <a:lnTo>
                    <a:pt x="5269865" y="3809"/>
                  </a:lnTo>
                  <a:lnTo>
                    <a:pt x="7620" y="3809"/>
                  </a:lnTo>
                  <a:lnTo>
                    <a:pt x="3809" y="7619"/>
                  </a:lnTo>
                  <a:lnTo>
                    <a:pt x="7620" y="7619"/>
                  </a:lnTo>
                  <a:lnTo>
                    <a:pt x="7620" y="2329179"/>
                  </a:lnTo>
                  <a:lnTo>
                    <a:pt x="3809" y="2329179"/>
                  </a:lnTo>
                  <a:lnTo>
                    <a:pt x="7620" y="2332989"/>
                  </a:lnTo>
                  <a:lnTo>
                    <a:pt x="5269865" y="2332989"/>
                  </a:lnTo>
                  <a:lnTo>
                    <a:pt x="5269572" y="2334450"/>
                  </a:lnTo>
                  <a:lnTo>
                    <a:pt x="5268747" y="2335682"/>
                  </a:lnTo>
                  <a:lnTo>
                    <a:pt x="5267515" y="2336507"/>
                  </a:lnTo>
                  <a:lnTo>
                    <a:pt x="5266055" y="2336800"/>
                  </a:lnTo>
                  <a:close/>
                </a:path>
                <a:path w="5269865" h="2336800">
                  <a:moveTo>
                    <a:pt x="7620" y="7619"/>
                  </a:moveTo>
                  <a:lnTo>
                    <a:pt x="3809" y="7619"/>
                  </a:lnTo>
                  <a:lnTo>
                    <a:pt x="7620" y="3809"/>
                  </a:lnTo>
                  <a:lnTo>
                    <a:pt x="7620" y="7619"/>
                  </a:lnTo>
                  <a:close/>
                </a:path>
                <a:path w="5269865" h="2336800">
                  <a:moveTo>
                    <a:pt x="5262245" y="7619"/>
                  </a:moveTo>
                  <a:lnTo>
                    <a:pt x="7620" y="7619"/>
                  </a:lnTo>
                  <a:lnTo>
                    <a:pt x="7620" y="3809"/>
                  </a:lnTo>
                  <a:lnTo>
                    <a:pt x="5262245" y="3809"/>
                  </a:lnTo>
                  <a:lnTo>
                    <a:pt x="5262245" y="7619"/>
                  </a:lnTo>
                  <a:close/>
                </a:path>
                <a:path w="5269865" h="2336800">
                  <a:moveTo>
                    <a:pt x="5262245" y="2332989"/>
                  </a:moveTo>
                  <a:lnTo>
                    <a:pt x="5262245" y="3809"/>
                  </a:lnTo>
                  <a:lnTo>
                    <a:pt x="5266055" y="7619"/>
                  </a:lnTo>
                  <a:lnTo>
                    <a:pt x="5269865" y="7619"/>
                  </a:lnTo>
                  <a:lnTo>
                    <a:pt x="5269865" y="2329179"/>
                  </a:lnTo>
                  <a:lnTo>
                    <a:pt x="5266055" y="2329179"/>
                  </a:lnTo>
                  <a:lnTo>
                    <a:pt x="5262245" y="2332989"/>
                  </a:lnTo>
                  <a:close/>
                </a:path>
                <a:path w="5269865" h="2336800">
                  <a:moveTo>
                    <a:pt x="5269865" y="7619"/>
                  </a:moveTo>
                  <a:lnTo>
                    <a:pt x="5266055" y="7619"/>
                  </a:lnTo>
                  <a:lnTo>
                    <a:pt x="5262245" y="3809"/>
                  </a:lnTo>
                  <a:lnTo>
                    <a:pt x="5269865" y="3809"/>
                  </a:lnTo>
                  <a:lnTo>
                    <a:pt x="5269865" y="7619"/>
                  </a:lnTo>
                  <a:close/>
                </a:path>
                <a:path w="5269865" h="2336800">
                  <a:moveTo>
                    <a:pt x="7620" y="2332989"/>
                  </a:moveTo>
                  <a:lnTo>
                    <a:pt x="3809" y="2329179"/>
                  </a:lnTo>
                  <a:lnTo>
                    <a:pt x="7620" y="2329179"/>
                  </a:lnTo>
                  <a:lnTo>
                    <a:pt x="7620" y="2332989"/>
                  </a:lnTo>
                  <a:close/>
                </a:path>
                <a:path w="5269865" h="2336800">
                  <a:moveTo>
                    <a:pt x="5262245" y="2332989"/>
                  </a:moveTo>
                  <a:lnTo>
                    <a:pt x="7620" y="2332989"/>
                  </a:lnTo>
                  <a:lnTo>
                    <a:pt x="7620" y="2329179"/>
                  </a:lnTo>
                  <a:lnTo>
                    <a:pt x="5262245" y="2329179"/>
                  </a:lnTo>
                  <a:lnTo>
                    <a:pt x="5262245" y="2332989"/>
                  </a:lnTo>
                  <a:close/>
                </a:path>
                <a:path w="5269865" h="2336800">
                  <a:moveTo>
                    <a:pt x="5269865" y="2332989"/>
                  </a:moveTo>
                  <a:lnTo>
                    <a:pt x="5262245" y="2332989"/>
                  </a:lnTo>
                  <a:lnTo>
                    <a:pt x="5266055" y="2329179"/>
                  </a:lnTo>
                  <a:lnTo>
                    <a:pt x="5269865" y="2329179"/>
                  </a:lnTo>
                  <a:lnTo>
                    <a:pt x="5269865" y="2332989"/>
                  </a:lnTo>
                  <a:close/>
                </a:path>
              </a:pathLst>
            </a:custGeom>
            <a:solidFill>
              <a:srgbClr val="E6E6E6"/>
            </a:solidFill>
          </p:spPr>
          <p:txBody>
            <a:bodyPr wrap="square" lIns="0" tIns="0" rIns="0" bIns="0" rtlCol="0"/>
            <a:lstStyle/>
            <a:p>
              <a:endParaRPr/>
            </a:p>
          </p:txBody>
        </p:sp>
      </p:grpSp>
      <p:sp>
        <p:nvSpPr>
          <p:cNvPr id="8" name="object 8"/>
          <p:cNvSpPr txBox="1"/>
          <p:nvPr/>
        </p:nvSpPr>
        <p:spPr>
          <a:xfrm>
            <a:off x="6591300" y="3974998"/>
            <a:ext cx="5074920" cy="1191260"/>
          </a:xfrm>
          <a:prstGeom prst="rect">
            <a:avLst/>
          </a:prstGeom>
        </p:spPr>
        <p:txBody>
          <a:bodyPr vert="horz" wrap="square" lIns="0" tIns="12700" rIns="0" bIns="0" rtlCol="0">
            <a:spAutoFit/>
          </a:bodyPr>
          <a:lstStyle/>
          <a:p>
            <a:pPr marL="51562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5080">
              <a:lnSpc>
                <a:spcPct val="152800"/>
              </a:lnSpc>
              <a:spcBef>
                <a:spcPts val="415"/>
              </a:spcBef>
            </a:pPr>
            <a:r>
              <a:rPr sz="1200" dirty="0">
                <a:latin typeface="宋体"/>
                <a:cs typeface="宋体"/>
              </a:rPr>
              <a:t>假设要为一家咖啡连锁店设计一个创新的营销活动，可以使用</a:t>
            </a:r>
            <a:r>
              <a:rPr sz="1200" spc="245" dirty="0">
                <a:latin typeface="宋体"/>
                <a:cs typeface="宋体"/>
              </a:rPr>
              <a:t>RCM</a:t>
            </a:r>
            <a:r>
              <a:rPr sz="1200" spc="-15" dirty="0">
                <a:latin typeface="宋体"/>
                <a:cs typeface="宋体"/>
              </a:rPr>
              <a:t>来激发创</a:t>
            </a:r>
            <a:r>
              <a:rPr sz="1200" spc="-25" dirty="0">
                <a:latin typeface="宋体"/>
                <a:cs typeface="宋体"/>
              </a:rPr>
              <a:t>意。</a:t>
            </a:r>
            <a:endParaRPr sz="1200">
              <a:latin typeface="宋体"/>
              <a:cs typeface="宋体"/>
            </a:endParaRPr>
          </a:p>
          <a:p>
            <a:pPr marL="12700">
              <a:lnSpc>
                <a:spcPct val="100000"/>
              </a:lnSpc>
              <a:spcBef>
                <a:spcPts val="760"/>
              </a:spcBef>
            </a:pPr>
            <a:r>
              <a:rPr sz="1200" spc="-10" dirty="0">
                <a:latin typeface="宋体"/>
                <a:cs typeface="宋体"/>
              </a:rPr>
              <a:t>元素库构建：</a:t>
            </a:r>
            <a:endParaRPr sz="1200">
              <a:latin typeface="宋体"/>
              <a:cs typeface="宋体"/>
            </a:endParaRPr>
          </a:p>
        </p:txBody>
      </p:sp>
      <p:sp>
        <p:nvSpPr>
          <p:cNvPr id="9" name="object 9"/>
          <p:cNvSpPr/>
          <p:nvPr/>
        </p:nvSpPr>
        <p:spPr>
          <a:xfrm>
            <a:off x="503872" y="2563812"/>
            <a:ext cx="1844039" cy="445770"/>
          </a:xfrm>
          <a:custGeom>
            <a:avLst/>
            <a:gdLst/>
            <a:ahLst/>
            <a:cxnLst/>
            <a:rect l="l" t="t" r="r" b="b"/>
            <a:pathLst>
              <a:path w="1844039" h="445769">
                <a:moveTo>
                  <a:pt x="1844039" y="445769"/>
                </a:moveTo>
                <a:lnTo>
                  <a:pt x="0" y="445769"/>
                </a:lnTo>
                <a:lnTo>
                  <a:pt x="0" y="0"/>
                </a:lnTo>
                <a:lnTo>
                  <a:pt x="1844039" y="0"/>
                </a:lnTo>
                <a:lnTo>
                  <a:pt x="1844039" y="14287"/>
                </a:lnTo>
                <a:lnTo>
                  <a:pt x="28575" y="14287"/>
                </a:lnTo>
                <a:lnTo>
                  <a:pt x="14287" y="28575"/>
                </a:lnTo>
                <a:lnTo>
                  <a:pt x="28575" y="28575"/>
                </a:lnTo>
                <a:lnTo>
                  <a:pt x="28575" y="417194"/>
                </a:lnTo>
                <a:lnTo>
                  <a:pt x="14287" y="417194"/>
                </a:lnTo>
                <a:lnTo>
                  <a:pt x="28575" y="431482"/>
                </a:lnTo>
                <a:lnTo>
                  <a:pt x="1844039" y="431482"/>
                </a:lnTo>
                <a:lnTo>
                  <a:pt x="1844039" y="445769"/>
                </a:lnTo>
                <a:close/>
              </a:path>
              <a:path w="1844039" h="445769">
                <a:moveTo>
                  <a:pt x="28575" y="28575"/>
                </a:moveTo>
                <a:lnTo>
                  <a:pt x="14287" y="28575"/>
                </a:lnTo>
                <a:lnTo>
                  <a:pt x="28575" y="14287"/>
                </a:lnTo>
                <a:lnTo>
                  <a:pt x="28575" y="28575"/>
                </a:lnTo>
                <a:close/>
              </a:path>
              <a:path w="1844039" h="445769">
                <a:moveTo>
                  <a:pt x="1815464" y="28575"/>
                </a:moveTo>
                <a:lnTo>
                  <a:pt x="28575" y="28575"/>
                </a:lnTo>
                <a:lnTo>
                  <a:pt x="28575" y="14287"/>
                </a:lnTo>
                <a:lnTo>
                  <a:pt x="1815464" y="14287"/>
                </a:lnTo>
                <a:lnTo>
                  <a:pt x="1815464" y="28575"/>
                </a:lnTo>
                <a:close/>
              </a:path>
              <a:path w="1844039" h="445769">
                <a:moveTo>
                  <a:pt x="1815464" y="431482"/>
                </a:moveTo>
                <a:lnTo>
                  <a:pt x="1815464" y="14287"/>
                </a:lnTo>
                <a:lnTo>
                  <a:pt x="1829752" y="28575"/>
                </a:lnTo>
                <a:lnTo>
                  <a:pt x="1844039" y="28575"/>
                </a:lnTo>
                <a:lnTo>
                  <a:pt x="1844039" y="417194"/>
                </a:lnTo>
                <a:lnTo>
                  <a:pt x="1829752" y="417194"/>
                </a:lnTo>
                <a:lnTo>
                  <a:pt x="1815464" y="431482"/>
                </a:lnTo>
                <a:close/>
              </a:path>
              <a:path w="1844039" h="445769">
                <a:moveTo>
                  <a:pt x="1844039" y="28575"/>
                </a:moveTo>
                <a:lnTo>
                  <a:pt x="1829752" y="28575"/>
                </a:lnTo>
                <a:lnTo>
                  <a:pt x="1815464" y="14287"/>
                </a:lnTo>
                <a:lnTo>
                  <a:pt x="1844039" y="14287"/>
                </a:lnTo>
                <a:lnTo>
                  <a:pt x="1844039" y="28575"/>
                </a:lnTo>
                <a:close/>
              </a:path>
              <a:path w="1844039" h="445769">
                <a:moveTo>
                  <a:pt x="28575" y="431482"/>
                </a:moveTo>
                <a:lnTo>
                  <a:pt x="14287" y="417194"/>
                </a:lnTo>
                <a:lnTo>
                  <a:pt x="28575" y="417194"/>
                </a:lnTo>
                <a:lnTo>
                  <a:pt x="28575" y="431482"/>
                </a:lnTo>
                <a:close/>
              </a:path>
              <a:path w="1844039" h="445769">
                <a:moveTo>
                  <a:pt x="1815464" y="431482"/>
                </a:moveTo>
                <a:lnTo>
                  <a:pt x="28575" y="431482"/>
                </a:lnTo>
                <a:lnTo>
                  <a:pt x="28575" y="417194"/>
                </a:lnTo>
                <a:lnTo>
                  <a:pt x="1815464" y="417194"/>
                </a:lnTo>
                <a:lnTo>
                  <a:pt x="1815464" y="431482"/>
                </a:lnTo>
                <a:close/>
              </a:path>
              <a:path w="1844039" h="445769">
                <a:moveTo>
                  <a:pt x="1844039" y="431482"/>
                </a:moveTo>
                <a:lnTo>
                  <a:pt x="1815464" y="431482"/>
                </a:lnTo>
                <a:lnTo>
                  <a:pt x="1829752" y="417194"/>
                </a:lnTo>
                <a:lnTo>
                  <a:pt x="1844039" y="417194"/>
                </a:lnTo>
                <a:lnTo>
                  <a:pt x="1844039" y="431482"/>
                </a:lnTo>
                <a:close/>
              </a:path>
            </a:pathLst>
          </a:custGeom>
          <a:solidFill>
            <a:srgbClr val="5F95E6"/>
          </a:solidFill>
        </p:spPr>
        <p:txBody>
          <a:bodyPr wrap="square" lIns="0" tIns="0" rIns="0" bIns="0" rtlCol="0"/>
          <a:lstStyle/>
          <a:p>
            <a:endParaRPr/>
          </a:p>
        </p:txBody>
      </p:sp>
      <p:sp>
        <p:nvSpPr>
          <p:cNvPr id="10" name="object 10"/>
          <p:cNvSpPr/>
          <p:nvPr/>
        </p:nvSpPr>
        <p:spPr>
          <a:xfrm>
            <a:off x="503872" y="3150552"/>
            <a:ext cx="1843405" cy="445770"/>
          </a:xfrm>
          <a:custGeom>
            <a:avLst/>
            <a:gdLst/>
            <a:ahLst/>
            <a:cxnLst/>
            <a:rect l="l" t="t" r="r" b="b"/>
            <a:pathLst>
              <a:path w="1843405" h="445770">
                <a:moveTo>
                  <a:pt x="1843404" y="445770"/>
                </a:moveTo>
                <a:lnTo>
                  <a:pt x="0" y="445770"/>
                </a:lnTo>
                <a:lnTo>
                  <a:pt x="0" y="0"/>
                </a:lnTo>
                <a:lnTo>
                  <a:pt x="1843404" y="0"/>
                </a:lnTo>
                <a:lnTo>
                  <a:pt x="1843404" y="14287"/>
                </a:lnTo>
                <a:lnTo>
                  <a:pt x="28575" y="14287"/>
                </a:lnTo>
                <a:lnTo>
                  <a:pt x="14287" y="28575"/>
                </a:lnTo>
                <a:lnTo>
                  <a:pt x="28575" y="28575"/>
                </a:lnTo>
                <a:lnTo>
                  <a:pt x="28575" y="417195"/>
                </a:lnTo>
                <a:lnTo>
                  <a:pt x="14287" y="417195"/>
                </a:lnTo>
                <a:lnTo>
                  <a:pt x="28575" y="431482"/>
                </a:lnTo>
                <a:lnTo>
                  <a:pt x="1843404" y="431482"/>
                </a:lnTo>
                <a:lnTo>
                  <a:pt x="1843404" y="445770"/>
                </a:lnTo>
                <a:close/>
              </a:path>
              <a:path w="1843405" h="445770">
                <a:moveTo>
                  <a:pt x="28575" y="28575"/>
                </a:moveTo>
                <a:lnTo>
                  <a:pt x="14287" y="28575"/>
                </a:lnTo>
                <a:lnTo>
                  <a:pt x="28575" y="14287"/>
                </a:lnTo>
                <a:lnTo>
                  <a:pt x="28575" y="28575"/>
                </a:lnTo>
                <a:close/>
              </a:path>
              <a:path w="1843405" h="445770">
                <a:moveTo>
                  <a:pt x="1814829" y="28575"/>
                </a:moveTo>
                <a:lnTo>
                  <a:pt x="28575" y="28575"/>
                </a:lnTo>
                <a:lnTo>
                  <a:pt x="28575" y="14287"/>
                </a:lnTo>
                <a:lnTo>
                  <a:pt x="1814829" y="14287"/>
                </a:lnTo>
                <a:lnTo>
                  <a:pt x="1814829" y="28575"/>
                </a:lnTo>
                <a:close/>
              </a:path>
              <a:path w="1843405" h="445770">
                <a:moveTo>
                  <a:pt x="1814829" y="431482"/>
                </a:moveTo>
                <a:lnTo>
                  <a:pt x="1814829" y="14287"/>
                </a:lnTo>
                <a:lnTo>
                  <a:pt x="1829117" y="28575"/>
                </a:lnTo>
                <a:lnTo>
                  <a:pt x="1843404" y="28575"/>
                </a:lnTo>
                <a:lnTo>
                  <a:pt x="1843404" y="417195"/>
                </a:lnTo>
                <a:lnTo>
                  <a:pt x="1829117" y="417195"/>
                </a:lnTo>
                <a:lnTo>
                  <a:pt x="1814829" y="431482"/>
                </a:lnTo>
                <a:close/>
              </a:path>
              <a:path w="1843405" h="445770">
                <a:moveTo>
                  <a:pt x="1843404" y="28575"/>
                </a:moveTo>
                <a:lnTo>
                  <a:pt x="1829117" y="28575"/>
                </a:lnTo>
                <a:lnTo>
                  <a:pt x="1814829" y="14287"/>
                </a:lnTo>
                <a:lnTo>
                  <a:pt x="1843404" y="14287"/>
                </a:lnTo>
                <a:lnTo>
                  <a:pt x="1843404" y="28575"/>
                </a:lnTo>
                <a:close/>
              </a:path>
              <a:path w="1843405" h="445770">
                <a:moveTo>
                  <a:pt x="28575" y="431482"/>
                </a:moveTo>
                <a:lnTo>
                  <a:pt x="14287" y="417195"/>
                </a:lnTo>
                <a:lnTo>
                  <a:pt x="28575" y="417195"/>
                </a:lnTo>
                <a:lnTo>
                  <a:pt x="28575" y="431482"/>
                </a:lnTo>
                <a:close/>
              </a:path>
              <a:path w="1843405" h="445770">
                <a:moveTo>
                  <a:pt x="1814829" y="431482"/>
                </a:moveTo>
                <a:lnTo>
                  <a:pt x="28575" y="431482"/>
                </a:lnTo>
                <a:lnTo>
                  <a:pt x="28575" y="417195"/>
                </a:lnTo>
                <a:lnTo>
                  <a:pt x="1814829" y="417195"/>
                </a:lnTo>
                <a:lnTo>
                  <a:pt x="1814829" y="431482"/>
                </a:lnTo>
                <a:close/>
              </a:path>
              <a:path w="1843405" h="445770">
                <a:moveTo>
                  <a:pt x="1843404" y="431482"/>
                </a:moveTo>
                <a:lnTo>
                  <a:pt x="1814829" y="431482"/>
                </a:lnTo>
                <a:lnTo>
                  <a:pt x="1829117" y="417195"/>
                </a:lnTo>
                <a:lnTo>
                  <a:pt x="1843404" y="417195"/>
                </a:lnTo>
                <a:lnTo>
                  <a:pt x="1843404" y="431482"/>
                </a:lnTo>
                <a:close/>
              </a:path>
            </a:pathLst>
          </a:custGeom>
          <a:solidFill>
            <a:srgbClr val="5F95E6"/>
          </a:solidFill>
        </p:spPr>
        <p:txBody>
          <a:bodyPr wrap="square" lIns="0" tIns="0" rIns="0" bIns="0" rtlCol="0"/>
          <a:lstStyle/>
          <a:p>
            <a:endParaRPr/>
          </a:p>
        </p:txBody>
      </p:sp>
      <p:sp>
        <p:nvSpPr>
          <p:cNvPr id="11" name="object 11"/>
          <p:cNvSpPr txBox="1"/>
          <p:nvPr/>
        </p:nvSpPr>
        <p:spPr>
          <a:xfrm>
            <a:off x="841375" y="2639059"/>
            <a:ext cx="4734560" cy="886460"/>
          </a:xfrm>
          <a:prstGeom prst="rect">
            <a:avLst/>
          </a:prstGeom>
        </p:spPr>
        <p:txBody>
          <a:bodyPr vert="horz" wrap="square" lIns="0" tIns="12700" rIns="0" bIns="0" rtlCol="0">
            <a:spAutoFit/>
          </a:bodyPr>
          <a:lstStyle/>
          <a:p>
            <a:pPr marL="12700">
              <a:lnSpc>
                <a:spcPct val="100000"/>
              </a:lnSpc>
              <a:spcBef>
                <a:spcPts val="100"/>
              </a:spcBef>
              <a:tabLst>
                <a:tab pos="1749425" algn="l"/>
              </a:tabLst>
            </a:pPr>
            <a:r>
              <a:rPr sz="1800" dirty="0">
                <a:latin typeface="宋体"/>
                <a:cs typeface="宋体"/>
              </a:rPr>
              <a:t>元素库构</a:t>
            </a:r>
            <a:r>
              <a:rPr sz="1800" spc="-50" dirty="0">
                <a:latin typeface="宋体"/>
                <a:cs typeface="宋体"/>
              </a:rPr>
              <a:t>建</a:t>
            </a:r>
            <a:r>
              <a:rPr sz="1800" dirty="0">
                <a:latin typeface="宋体"/>
                <a:cs typeface="宋体"/>
              </a:rPr>
              <a:t>	</a:t>
            </a:r>
            <a:r>
              <a:rPr sz="2700" baseline="1543" dirty="0">
                <a:latin typeface="宋体"/>
                <a:cs typeface="宋体"/>
              </a:rPr>
              <a:t>创建包含多样化元素的知识</a:t>
            </a:r>
            <a:r>
              <a:rPr sz="2700" spc="-75" baseline="1543" dirty="0">
                <a:latin typeface="宋体"/>
                <a:cs typeface="宋体"/>
              </a:rPr>
              <a:t>库</a:t>
            </a:r>
            <a:endParaRPr sz="2700" baseline="1543">
              <a:latin typeface="宋体"/>
              <a:cs typeface="宋体"/>
            </a:endParaRPr>
          </a:p>
          <a:p>
            <a:pPr>
              <a:lnSpc>
                <a:spcPct val="100000"/>
              </a:lnSpc>
              <a:spcBef>
                <a:spcPts val="25"/>
              </a:spcBef>
            </a:pPr>
            <a:endParaRPr sz="1900">
              <a:latin typeface="宋体"/>
              <a:cs typeface="宋体"/>
            </a:endParaRPr>
          </a:p>
          <a:p>
            <a:pPr marL="127000">
              <a:lnSpc>
                <a:spcPct val="100000"/>
              </a:lnSpc>
              <a:tabLst>
                <a:tab pos="1749425" algn="l"/>
              </a:tabLst>
            </a:pPr>
            <a:r>
              <a:rPr sz="1800" dirty="0">
                <a:latin typeface="宋体"/>
                <a:cs typeface="宋体"/>
              </a:rPr>
              <a:t>随机抽</a:t>
            </a:r>
            <a:r>
              <a:rPr sz="1800" spc="-50" dirty="0">
                <a:latin typeface="宋体"/>
                <a:cs typeface="宋体"/>
              </a:rPr>
              <a:t>取</a:t>
            </a:r>
            <a:r>
              <a:rPr sz="1800" dirty="0">
                <a:latin typeface="宋体"/>
                <a:cs typeface="宋体"/>
              </a:rPr>
              <a:t>	从元素库中随机选择元</a:t>
            </a:r>
            <a:r>
              <a:rPr sz="1800" spc="-50" dirty="0">
                <a:latin typeface="宋体"/>
                <a:cs typeface="宋体"/>
              </a:rPr>
              <a:t>素</a:t>
            </a:r>
            <a:endParaRPr sz="1800">
              <a:latin typeface="宋体"/>
              <a:cs typeface="宋体"/>
            </a:endParaRPr>
          </a:p>
        </p:txBody>
      </p:sp>
      <p:sp>
        <p:nvSpPr>
          <p:cNvPr id="12" name="object 12"/>
          <p:cNvSpPr txBox="1"/>
          <p:nvPr/>
        </p:nvSpPr>
        <p:spPr>
          <a:xfrm>
            <a:off x="6591300" y="5140325"/>
            <a:ext cx="3111500" cy="1422400"/>
          </a:xfrm>
          <a:prstGeom prst="rect">
            <a:avLst/>
          </a:prstGeom>
        </p:spPr>
        <p:txBody>
          <a:bodyPr vert="horz" wrap="square" lIns="0" tIns="109220" rIns="0" bIns="0" rtlCol="0">
            <a:spAutoFit/>
          </a:bodyPr>
          <a:lstStyle/>
          <a:p>
            <a:pPr marL="355600" indent="-342900">
              <a:lnSpc>
                <a:spcPct val="100000"/>
              </a:lnSpc>
              <a:spcBef>
                <a:spcPts val="860"/>
              </a:spcBef>
              <a:buFont typeface="Trebuchet MS"/>
              <a:buChar char="▪"/>
              <a:tabLst>
                <a:tab pos="354965" algn="l"/>
                <a:tab pos="355600" algn="l"/>
              </a:tabLst>
            </a:pPr>
            <a:r>
              <a:rPr sz="1200" spc="-5" dirty="0">
                <a:latin typeface="宋体"/>
                <a:cs typeface="宋体"/>
              </a:rPr>
              <a:t>咖啡相关：豆种、烘焙、萃取、风味</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文化艺术：音乐、绘画、舞蹈、文学</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35" dirty="0">
                <a:latin typeface="宋体"/>
                <a:cs typeface="宋体"/>
              </a:rPr>
              <a:t>科技：</a:t>
            </a:r>
            <a:r>
              <a:rPr sz="1200" spc="105" dirty="0">
                <a:latin typeface="宋体"/>
                <a:cs typeface="宋体"/>
              </a:rPr>
              <a:t>AR</a:t>
            </a:r>
            <a:r>
              <a:rPr sz="1200" dirty="0">
                <a:latin typeface="宋体"/>
                <a:cs typeface="宋体"/>
              </a:rPr>
              <a:t>、</a:t>
            </a:r>
            <a:r>
              <a:rPr sz="1200" spc="160" dirty="0">
                <a:latin typeface="宋体"/>
                <a:cs typeface="宋体"/>
              </a:rPr>
              <a:t>VR</a:t>
            </a:r>
            <a:r>
              <a:rPr sz="1200" dirty="0">
                <a:latin typeface="宋体"/>
                <a:cs typeface="宋体"/>
              </a:rPr>
              <a:t>、</a:t>
            </a:r>
            <a:r>
              <a:rPr sz="1200" spc="-45" dirty="0">
                <a:latin typeface="宋体"/>
                <a:cs typeface="宋体"/>
              </a:rPr>
              <a:t>AI</a:t>
            </a:r>
            <a:r>
              <a:rPr sz="1200" spc="-15" dirty="0">
                <a:latin typeface="宋体"/>
                <a:cs typeface="宋体"/>
              </a:rPr>
              <a:t>、物联网</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环保：可持续、回收、碳中和、生物降解</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社交：社交媒体、直播、社区、互动</a:t>
            </a:r>
            <a:endParaRPr sz="1200">
              <a:latin typeface="宋体"/>
              <a:cs typeface="宋体"/>
            </a:endParaRPr>
          </a:p>
        </p:txBody>
      </p:sp>
      <p:sp>
        <p:nvSpPr>
          <p:cNvPr id="13" name="object 13"/>
          <p:cNvSpPr/>
          <p:nvPr/>
        </p:nvSpPr>
        <p:spPr>
          <a:xfrm>
            <a:off x="5799772" y="2583497"/>
            <a:ext cx="1844039" cy="445770"/>
          </a:xfrm>
          <a:custGeom>
            <a:avLst/>
            <a:gdLst/>
            <a:ahLst/>
            <a:cxnLst/>
            <a:rect l="l" t="t" r="r" b="b"/>
            <a:pathLst>
              <a:path w="1844040" h="445769">
                <a:moveTo>
                  <a:pt x="1844039" y="445769"/>
                </a:moveTo>
                <a:lnTo>
                  <a:pt x="0" y="445769"/>
                </a:lnTo>
                <a:lnTo>
                  <a:pt x="0" y="0"/>
                </a:lnTo>
                <a:lnTo>
                  <a:pt x="1844039" y="0"/>
                </a:lnTo>
                <a:lnTo>
                  <a:pt x="1844039" y="14287"/>
                </a:lnTo>
                <a:lnTo>
                  <a:pt x="28575" y="14287"/>
                </a:lnTo>
                <a:lnTo>
                  <a:pt x="14287" y="28575"/>
                </a:lnTo>
                <a:lnTo>
                  <a:pt x="28575" y="28575"/>
                </a:lnTo>
                <a:lnTo>
                  <a:pt x="28575" y="417194"/>
                </a:lnTo>
                <a:lnTo>
                  <a:pt x="14287" y="417194"/>
                </a:lnTo>
                <a:lnTo>
                  <a:pt x="28575" y="431482"/>
                </a:lnTo>
                <a:lnTo>
                  <a:pt x="1844039" y="431482"/>
                </a:lnTo>
                <a:lnTo>
                  <a:pt x="1844039" y="445769"/>
                </a:lnTo>
                <a:close/>
              </a:path>
              <a:path w="1844040" h="445769">
                <a:moveTo>
                  <a:pt x="28575" y="28575"/>
                </a:moveTo>
                <a:lnTo>
                  <a:pt x="14287" y="28575"/>
                </a:lnTo>
                <a:lnTo>
                  <a:pt x="28575" y="14287"/>
                </a:lnTo>
                <a:lnTo>
                  <a:pt x="28575" y="28575"/>
                </a:lnTo>
                <a:close/>
              </a:path>
              <a:path w="1844040" h="445769">
                <a:moveTo>
                  <a:pt x="1815464" y="28575"/>
                </a:moveTo>
                <a:lnTo>
                  <a:pt x="28575" y="28575"/>
                </a:lnTo>
                <a:lnTo>
                  <a:pt x="28575" y="14287"/>
                </a:lnTo>
                <a:lnTo>
                  <a:pt x="1815464" y="14287"/>
                </a:lnTo>
                <a:lnTo>
                  <a:pt x="1815464" y="28575"/>
                </a:lnTo>
                <a:close/>
              </a:path>
              <a:path w="1844040" h="445769">
                <a:moveTo>
                  <a:pt x="1815464" y="431482"/>
                </a:moveTo>
                <a:lnTo>
                  <a:pt x="1815464" y="14287"/>
                </a:lnTo>
                <a:lnTo>
                  <a:pt x="1829752" y="28575"/>
                </a:lnTo>
                <a:lnTo>
                  <a:pt x="1844039" y="28575"/>
                </a:lnTo>
                <a:lnTo>
                  <a:pt x="1844039" y="417194"/>
                </a:lnTo>
                <a:lnTo>
                  <a:pt x="1829752" y="417194"/>
                </a:lnTo>
                <a:lnTo>
                  <a:pt x="1815464" y="431482"/>
                </a:lnTo>
                <a:close/>
              </a:path>
              <a:path w="1844040" h="445769">
                <a:moveTo>
                  <a:pt x="1844039" y="28575"/>
                </a:moveTo>
                <a:lnTo>
                  <a:pt x="1829752" y="28575"/>
                </a:lnTo>
                <a:lnTo>
                  <a:pt x="1815464" y="14287"/>
                </a:lnTo>
                <a:lnTo>
                  <a:pt x="1844039" y="14287"/>
                </a:lnTo>
                <a:lnTo>
                  <a:pt x="1844039" y="28575"/>
                </a:lnTo>
                <a:close/>
              </a:path>
              <a:path w="1844040" h="445769">
                <a:moveTo>
                  <a:pt x="28575" y="431482"/>
                </a:moveTo>
                <a:lnTo>
                  <a:pt x="14287" y="417194"/>
                </a:lnTo>
                <a:lnTo>
                  <a:pt x="28575" y="417194"/>
                </a:lnTo>
                <a:lnTo>
                  <a:pt x="28575" y="431482"/>
                </a:lnTo>
                <a:close/>
              </a:path>
              <a:path w="1844040" h="445769">
                <a:moveTo>
                  <a:pt x="1815464" y="431482"/>
                </a:moveTo>
                <a:lnTo>
                  <a:pt x="28575" y="431482"/>
                </a:lnTo>
                <a:lnTo>
                  <a:pt x="28575" y="417194"/>
                </a:lnTo>
                <a:lnTo>
                  <a:pt x="1815464" y="417194"/>
                </a:lnTo>
                <a:lnTo>
                  <a:pt x="1815464" y="431482"/>
                </a:lnTo>
                <a:close/>
              </a:path>
              <a:path w="1844040" h="445769">
                <a:moveTo>
                  <a:pt x="1844039" y="431482"/>
                </a:moveTo>
                <a:lnTo>
                  <a:pt x="1815464" y="431482"/>
                </a:lnTo>
                <a:lnTo>
                  <a:pt x="1829752" y="417194"/>
                </a:lnTo>
                <a:lnTo>
                  <a:pt x="1844039" y="417194"/>
                </a:lnTo>
                <a:lnTo>
                  <a:pt x="1844039" y="431482"/>
                </a:lnTo>
                <a:close/>
              </a:path>
            </a:pathLst>
          </a:custGeom>
          <a:solidFill>
            <a:srgbClr val="5F95E6"/>
          </a:solidFill>
        </p:spPr>
        <p:txBody>
          <a:bodyPr wrap="square" lIns="0" tIns="0" rIns="0" bIns="0" rtlCol="0"/>
          <a:lstStyle/>
          <a:p>
            <a:endParaRPr/>
          </a:p>
        </p:txBody>
      </p:sp>
      <p:sp>
        <p:nvSpPr>
          <p:cNvPr id="14" name="object 14"/>
          <p:cNvSpPr txBox="1"/>
          <p:nvPr/>
        </p:nvSpPr>
        <p:spPr>
          <a:xfrm>
            <a:off x="6251575" y="265874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强制联系</a:t>
            </a:r>
            <a:endParaRPr sz="1800">
              <a:latin typeface="宋体"/>
              <a:cs typeface="宋体"/>
            </a:endParaRPr>
          </a:p>
        </p:txBody>
      </p:sp>
      <p:sp>
        <p:nvSpPr>
          <p:cNvPr id="15" name="object 15"/>
          <p:cNvSpPr/>
          <p:nvPr/>
        </p:nvSpPr>
        <p:spPr>
          <a:xfrm>
            <a:off x="5799772" y="3170237"/>
            <a:ext cx="1843405" cy="445770"/>
          </a:xfrm>
          <a:custGeom>
            <a:avLst/>
            <a:gdLst/>
            <a:ahLst/>
            <a:cxnLst/>
            <a:rect l="l" t="t" r="r" b="b"/>
            <a:pathLst>
              <a:path w="1843404" h="445770">
                <a:moveTo>
                  <a:pt x="1843405" y="445770"/>
                </a:moveTo>
                <a:lnTo>
                  <a:pt x="0" y="445770"/>
                </a:lnTo>
                <a:lnTo>
                  <a:pt x="0" y="0"/>
                </a:lnTo>
                <a:lnTo>
                  <a:pt x="1843405" y="0"/>
                </a:lnTo>
                <a:lnTo>
                  <a:pt x="1843405" y="14287"/>
                </a:lnTo>
                <a:lnTo>
                  <a:pt x="28575" y="14287"/>
                </a:lnTo>
                <a:lnTo>
                  <a:pt x="14287" y="28575"/>
                </a:lnTo>
                <a:lnTo>
                  <a:pt x="28575" y="28575"/>
                </a:lnTo>
                <a:lnTo>
                  <a:pt x="28575" y="417195"/>
                </a:lnTo>
                <a:lnTo>
                  <a:pt x="14287" y="417195"/>
                </a:lnTo>
                <a:lnTo>
                  <a:pt x="28575" y="431482"/>
                </a:lnTo>
                <a:lnTo>
                  <a:pt x="1843405" y="431482"/>
                </a:lnTo>
                <a:lnTo>
                  <a:pt x="1843405" y="445770"/>
                </a:lnTo>
                <a:close/>
              </a:path>
              <a:path w="1843404" h="445770">
                <a:moveTo>
                  <a:pt x="28575" y="28575"/>
                </a:moveTo>
                <a:lnTo>
                  <a:pt x="14287" y="28575"/>
                </a:lnTo>
                <a:lnTo>
                  <a:pt x="28575" y="14287"/>
                </a:lnTo>
                <a:lnTo>
                  <a:pt x="28575" y="28575"/>
                </a:lnTo>
                <a:close/>
              </a:path>
              <a:path w="1843404" h="445770">
                <a:moveTo>
                  <a:pt x="1814830" y="28575"/>
                </a:moveTo>
                <a:lnTo>
                  <a:pt x="28575" y="28575"/>
                </a:lnTo>
                <a:lnTo>
                  <a:pt x="28575" y="14287"/>
                </a:lnTo>
                <a:lnTo>
                  <a:pt x="1814830" y="14287"/>
                </a:lnTo>
                <a:lnTo>
                  <a:pt x="1814830" y="28575"/>
                </a:lnTo>
                <a:close/>
              </a:path>
              <a:path w="1843404" h="445770">
                <a:moveTo>
                  <a:pt x="1814830" y="431482"/>
                </a:moveTo>
                <a:lnTo>
                  <a:pt x="1814830" y="14287"/>
                </a:lnTo>
                <a:lnTo>
                  <a:pt x="1829117" y="28575"/>
                </a:lnTo>
                <a:lnTo>
                  <a:pt x="1843405" y="28575"/>
                </a:lnTo>
                <a:lnTo>
                  <a:pt x="1843405" y="417195"/>
                </a:lnTo>
                <a:lnTo>
                  <a:pt x="1829117" y="417195"/>
                </a:lnTo>
                <a:lnTo>
                  <a:pt x="1814830" y="431482"/>
                </a:lnTo>
                <a:close/>
              </a:path>
              <a:path w="1843404" h="445770">
                <a:moveTo>
                  <a:pt x="1843405" y="28575"/>
                </a:moveTo>
                <a:lnTo>
                  <a:pt x="1829117" y="28575"/>
                </a:lnTo>
                <a:lnTo>
                  <a:pt x="1814830" y="14287"/>
                </a:lnTo>
                <a:lnTo>
                  <a:pt x="1843405" y="14287"/>
                </a:lnTo>
                <a:lnTo>
                  <a:pt x="1843405" y="28575"/>
                </a:lnTo>
                <a:close/>
              </a:path>
              <a:path w="1843404" h="445770">
                <a:moveTo>
                  <a:pt x="28575" y="431482"/>
                </a:moveTo>
                <a:lnTo>
                  <a:pt x="14287" y="417195"/>
                </a:lnTo>
                <a:lnTo>
                  <a:pt x="28575" y="417195"/>
                </a:lnTo>
                <a:lnTo>
                  <a:pt x="28575" y="431482"/>
                </a:lnTo>
                <a:close/>
              </a:path>
              <a:path w="1843404" h="445770">
                <a:moveTo>
                  <a:pt x="1814830" y="431482"/>
                </a:moveTo>
                <a:lnTo>
                  <a:pt x="28575" y="431482"/>
                </a:lnTo>
                <a:lnTo>
                  <a:pt x="28575" y="417195"/>
                </a:lnTo>
                <a:lnTo>
                  <a:pt x="1814830" y="417195"/>
                </a:lnTo>
                <a:lnTo>
                  <a:pt x="1814830" y="431482"/>
                </a:lnTo>
                <a:close/>
              </a:path>
              <a:path w="1843404" h="445770">
                <a:moveTo>
                  <a:pt x="1843405" y="431482"/>
                </a:moveTo>
                <a:lnTo>
                  <a:pt x="1814830" y="431482"/>
                </a:lnTo>
                <a:lnTo>
                  <a:pt x="1829117" y="417195"/>
                </a:lnTo>
                <a:lnTo>
                  <a:pt x="1843405" y="417195"/>
                </a:lnTo>
                <a:lnTo>
                  <a:pt x="1843405" y="431482"/>
                </a:lnTo>
                <a:close/>
              </a:path>
            </a:pathLst>
          </a:custGeom>
          <a:solidFill>
            <a:srgbClr val="5F95E6"/>
          </a:solidFill>
        </p:spPr>
        <p:txBody>
          <a:bodyPr wrap="square" lIns="0" tIns="0" rIns="0" bIns="0" rtlCol="0"/>
          <a:lstStyle/>
          <a:p>
            <a:endParaRPr/>
          </a:p>
        </p:txBody>
      </p:sp>
      <p:sp>
        <p:nvSpPr>
          <p:cNvPr id="16" name="object 16"/>
          <p:cNvSpPr txBox="1"/>
          <p:nvPr/>
        </p:nvSpPr>
        <p:spPr>
          <a:xfrm>
            <a:off x="6251575" y="324548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创意整合</a:t>
            </a:r>
            <a:endParaRPr sz="1800">
              <a:latin typeface="宋体"/>
              <a:cs typeface="宋体"/>
            </a:endParaRPr>
          </a:p>
        </p:txBody>
      </p:sp>
      <p:sp>
        <p:nvSpPr>
          <p:cNvPr id="17" name="object 17"/>
          <p:cNvSpPr txBox="1"/>
          <p:nvPr/>
        </p:nvSpPr>
        <p:spPr>
          <a:xfrm>
            <a:off x="7874634" y="2654934"/>
            <a:ext cx="36830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将随机选择的元素强制性地联系起来</a:t>
            </a:r>
            <a:endParaRPr sz="1800">
              <a:latin typeface="宋体"/>
              <a:cs typeface="宋体"/>
            </a:endParaRPr>
          </a:p>
        </p:txBody>
      </p:sp>
      <p:sp>
        <p:nvSpPr>
          <p:cNvPr id="18" name="object 18"/>
          <p:cNvSpPr txBox="1"/>
          <p:nvPr/>
        </p:nvSpPr>
        <p:spPr>
          <a:xfrm>
            <a:off x="7874634" y="3243579"/>
            <a:ext cx="32258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基于随机组合生成新的创意概念</a:t>
            </a:r>
            <a:endParaRPr sz="1800">
              <a:latin typeface="宋体"/>
              <a:cs typeface="宋体"/>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346565" cy="634365"/>
          </a:xfrm>
          <a:prstGeom prst="rect">
            <a:avLst/>
          </a:prstGeom>
        </p:spPr>
        <p:txBody>
          <a:bodyPr vert="horz" wrap="square" lIns="0" tIns="12065" rIns="0" bIns="0" rtlCol="0">
            <a:spAutoFit/>
          </a:bodyPr>
          <a:lstStyle/>
          <a:p>
            <a:pPr marL="12700">
              <a:lnSpc>
                <a:spcPct val="100000"/>
              </a:lnSpc>
              <a:spcBef>
                <a:spcPts val="95"/>
              </a:spcBef>
            </a:pPr>
            <a:r>
              <a:rPr sz="4000" spc="270" dirty="0"/>
              <a:t>极端假设策略（</a:t>
            </a:r>
            <a:r>
              <a:rPr sz="4000" spc="270" dirty="0">
                <a:latin typeface="Arial"/>
                <a:cs typeface="Arial"/>
              </a:rPr>
              <a:t>EHS</a:t>
            </a:r>
            <a:r>
              <a:rPr sz="4000" spc="270" dirty="0"/>
              <a:t>）：突破思维界</a:t>
            </a:r>
            <a:r>
              <a:rPr sz="4000" spc="-50" dirty="0"/>
              <a:t>限</a:t>
            </a:r>
            <a:endParaRPr sz="4000">
              <a:latin typeface="Arial"/>
              <a:cs typeface="Arial"/>
            </a:endParaRPr>
          </a:p>
        </p:txBody>
      </p:sp>
      <p:sp>
        <p:nvSpPr>
          <p:cNvPr id="3" name="object 3"/>
          <p:cNvSpPr txBox="1"/>
          <p:nvPr/>
        </p:nvSpPr>
        <p:spPr>
          <a:xfrm>
            <a:off x="540384" y="994805"/>
            <a:ext cx="6515100" cy="89535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EHS</a:t>
            </a:r>
            <a:r>
              <a:rPr sz="2000" b="1" spc="-10" dirty="0">
                <a:latin typeface="Microsoft JhengHei"/>
                <a:cs typeface="Microsoft JhengHei"/>
              </a:rPr>
              <a:t>的理论基础：</a:t>
            </a:r>
            <a:endParaRPr sz="2000">
              <a:latin typeface="Microsoft JhengHei"/>
              <a:cs typeface="Microsoft JhengHei"/>
            </a:endParaRPr>
          </a:p>
          <a:p>
            <a:pPr marL="12700">
              <a:lnSpc>
                <a:spcPct val="100000"/>
              </a:lnSpc>
              <a:spcBef>
                <a:spcPts val="1080"/>
              </a:spcBef>
            </a:pPr>
            <a:r>
              <a:rPr sz="1800" spc="-10" dirty="0">
                <a:latin typeface="Arial"/>
                <a:cs typeface="Arial"/>
              </a:rPr>
              <a:t>EHS</a:t>
            </a:r>
            <a:r>
              <a:rPr sz="1800" dirty="0">
                <a:latin typeface="宋体"/>
                <a:cs typeface="宋体"/>
              </a:rPr>
              <a:t>借鉴了</a:t>
            </a:r>
            <a:r>
              <a:rPr sz="1800" dirty="0">
                <a:latin typeface="Arial"/>
                <a:cs typeface="Arial"/>
              </a:rPr>
              <a:t>“</a:t>
            </a:r>
            <a:r>
              <a:rPr sz="1800" dirty="0">
                <a:latin typeface="宋体"/>
                <a:cs typeface="宋体"/>
              </a:rPr>
              <a:t>逆向思维</a:t>
            </a:r>
            <a:r>
              <a:rPr sz="1800" dirty="0">
                <a:latin typeface="Arial"/>
                <a:cs typeface="Arial"/>
              </a:rPr>
              <a:t>”</a:t>
            </a:r>
            <a:r>
              <a:rPr sz="1800" dirty="0">
                <a:latin typeface="宋体"/>
                <a:cs typeface="宋体"/>
              </a:rPr>
              <a:t>和</a:t>
            </a:r>
            <a:r>
              <a:rPr sz="1800" dirty="0">
                <a:latin typeface="Arial"/>
                <a:cs typeface="Arial"/>
              </a:rPr>
              <a:t>“</a:t>
            </a:r>
            <a:r>
              <a:rPr sz="1800" dirty="0">
                <a:latin typeface="宋体"/>
                <a:cs typeface="宋体"/>
              </a:rPr>
              <a:t>假设性思考</a:t>
            </a:r>
            <a:r>
              <a:rPr sz="1800" dirty="0">
                <a:latin typeface="Arial"/>
                <a:cs typeface="Arial"/>
              </a:rPr>
              <a:t>”</a:t>
            </a:r>
            <a:r>
              <a:rPr sz="1800" spc="-5" dirty="0">
                <a:latin typeface="宋体"/>
                <a:cs typeface="宋体"/>
              </a:rPr>
              <a:t>的概念，开发了以下策略：</a:t>
            </a:r>
            <a:endParaRPr sz="1800">
              <a:latin typeface="宋体"/>
              <a:cs typeface="宋体"/>
            </a:endParaRPr>
          </a:p>
        </p:txBody>
      </p:sp>
      <p:sp>
        <p:nvSpPr>
          <p:cNvPr id="4" name="object 4"/>
          <p:cNvSpPr txBox="1"/>
          <p:nvPr/>
        </p:nvSpPr>
        <p:spPr>
          <a:xfrm>
            <a:off x="540384" y="3590925"/>
            <a:ext cx="5671185" cy="2926080"/>
          </a:xfrm>
          <a:prstGeom prst="rect">
            <a:avLst/>
          </a:prstGeom>
        </p:spPr>
        <p:txBody>
          <a:bodyPr vert="horz" wrap="square" lIns="0" tIns="13335" rIns="0" bIns="0" rtlCol="0">
            <a:spAutoFit/>
          </a:bodyPr>
          <a:lstStyle/>
          <a:p>
            <a:pPr marL="238125">
              <a:lnSpc>
                <a:spcPct val="100000"/>
              </a:lnSpc>
              <a:spcBef>
                <a:spcPts val="105"/>
              </a:spcBef>
            </a:pPr>
            <a:r>
              <a:rPr sz="2000" b="1" spc="-10" dirty="0">
                <a:latin typeface="Arial"/>
                <a:cs typeface="Arial"/>
              </a:rPr>
              <a:t>EHS</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445"/>
              </a:spcBef>
              <a:buFont typeface="Arial"/>
              <a:buAutoNum type="arabicPeriod"/>
              <a:tabLst>
                <a:tab pos="354965" algn="l"/>
                <a:tab pos="355600" algn="l"/>
              </a:tabLst>
            </a:pPr>
            <a:r>
              <a:rPr sz="1800" spc="-5" dirty="0">
                <a:latin typeface="宋体"/>
                <a:cs typeface="宋体"/>
              </a:rPr>
              <a:t>识别常规假设：列出在特定领域被广泛接受的假设</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生成极端假设：将这些假设推向极端或完全颠覆</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构建假设场景：详细描述如果极端假设成真会怎样</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探索影响：分析极端假设对各个相关方面的潜在影响</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提取创新点：从极端场景中提炼出可能的创新机会</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dirty="0">
                <a:latin typeface="宋体"/>
                <a:cs typeface="宋体"/>
              </a:rPr>
              <a:t>构建极端假设提示：创建引导</a:t>
            </a:r>
            <a:r>
              <a:rPr sz="1800" dirty="0">
                <a:latin typeface="Arial"/>
                <a:cs typeface="Arial"/>
              </a:rPr>
              <a:t>AI</a:t>
            </a:r>
            <a:r>
              <a:rPr sz="1800" spc="-10" dirty="0">
                <a:latin typeface="宋体"/>
                <a:cs typeface="宋体"/>
              </a:rPr>
              <a:t>进行极端假设思考的</a:t>
            </a:r>
            <a:r>
              <a:rPr sz="1800" spc="-20" dirty="0">
                <a:latin typeface="宋体"/>
                <a:cs typeface="宋体"/>
              </a:rPr>
              <a:t>提示语</a:t>
            </a:r>
            <a:endParaRPr sz="1800">
              <a:latin typeface="宋体"/>
              <a:cs typeface="宋体"/>
            </a:endParaRPr>
          </a:p>
        </p:txBody>
      </p:sp>
      <p:sp>
        <p:nvSpPr>
          <p:cNvPr id="5" name="object 5"/>
          <p:cNvSpPr/>
          <p:nvPr/>
        </p:nvSpPr>
        <p:spPr>
          <a:xfrm>
            <a:off x="6513576" y="3654552"/>
            <a:ext cx="2106295" cy="350520"/>
          </a:xfrm>
          <a:custGeom>
            <a:avLst/>
            <a:gdLst/>
            <a:ahLst/>
            <a:cxnLst/>
            <a:rect l="l" t="t" r="r" b="b"/>
            <a:pathLst>
              <a:path w="2106295" h="350520">
                <a:moveTo>
                  <a:pt x="2048255" y="350520"/>
                </a:moveTo>
                <a:lnTo>
                  <a:pt x="57912" y="350520"/>
                </a:lnTo>
                <a:lnTo>
                  <a:pt x="35211" y="345497"/>
                </a:lnTo>
                <a:lnTo>
                  <a:pt x="16725" y="332746"/>
                </a:lnTo>
                <a:lnTo>
                  <a:pt x="4355" y="314022"/>
                </a:lnTo>
                <a:lnTo>
                  <a:pt x="0" y="291084"/>
                </a:lnTo>
                <a:lnTo>
                  <a:pt x="0" y="59436"/>
                </a:lnTo>
                <a:lnTo>
                  <a:pt x="4355" y="36354"/>
                </a:lnTo>
                <a:lnTo>
                  <a:pt x="16725" y="17583"/>
                </a:lnTo>
                <a:lnTo>
                  <a:pt x="35211" y="4879"/>
                </a:lnTo>
                <a:lnTo>
                  <a:pt x="57912" y="0"/>
                </a:lnTo>
                <a:lnTo>
                  <a:pt x="2048255" y="0"/>
                </a:lnTo>
                <a:lnTo>
                  <a:pt x="2070599" y="4879"/>
                </a:lnTo>
                <a:lnTo>
                  <a:pt x="2088965" y="17583"/>
                </a:lnTo>
                <a:lnTo>
                  <a:pt x="2101455" y="36354"/>
                </a:lnTo>
                <a:lnTo>
                  <a:pt x="2106168" y="59436"/>
                </a:lnTo>
                <a:lnTo>
                  <a:pt x="2106168" y="291084"/>
                </a:lnTo>
                <a:lnTo>
                  <a:pt x="2101455" y="314022"/>
                </a:lnTo>
                <a:lnTo>
                  <a:pt x="2088965" y="332746"/>
                </a:lnTo>
                <a:lnTo>
                  <a:pt x="2070599" y="345497"/>
                </a:lnTo>
                <a:lnTo>
                  <a:pt x="2048255" y="350520"/>
                </a:lnTo>
                <a:close/>
              </a:path>
            </a:pathLst>
          </a:custGeom>
          <a:solidFill>
            <a:srgbClr val="0A80DF"/>
          </a:solidFill>
        </p:spPr>
        <p:txBody>
          <a:bodyPr wrap="square" lIns="0" tIns="0" rIns="0" bIns="0" rtlCol="0"/>
          <a:lstStyle/>
          <a:p>
            <a:endParaRPr/>
          </a:p>
        </p:txBody>
      </p:sp>
      <p:sp>
        <p:nvSpPr>
          <p:cNvPr id="6" name="object 6"/>
          <p:cNvSpPr txBox="1"/>
          <p:nvPr/>
        </p:nvSpPr>
        <p:spPr>
          <a:xfrm>
            <a:off x="7094753" y="3681628"/>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7" name="object 7"/>
          <p:cNvSpPr/>
          <p:nvPr/>
        </p:nvSpPr>
        <p:spPr>
          <a:xfrm>
            <a:off x="503872" y="2172652"/>
            <a:ext cx="1844039" cy="445770"/>
          </a:xfrm>
          <a:custGeom>
            <a:avLst/>
            <a:gdLst/>
            <a:ahLst/>
            <a:cxnLst/>
            <a:rect l="l" t="t" r="r" b="b"/>
            <a:pathLst>
              <a:path w="1844039" h="445769">
                <a:moveTo>
                  <a:pt x="1844039" y="445770"/>
                </a:moveTo>
                <a:lnTo>
                  <a:pt x="0" y="445770"/>
                </a:lnTo>
                <a:lnTo>
                  <a:pt x="0" y="0"/>
                </a:lnTo>
                <a:lnTo>
                  <a:pt x="1844039" y="0"/>
                </a:lnTo>
                <a:lnTo>
                  <a:pt x="1844039" y="14287"/>
                </a:lnTo>
                <a:lnTo>
                  <a:pt x="28575" y="14287"/>
                </a:lnTo>
                <a:lnTo>
                  <a:pt x="14287" y="28575"/>
                </a:lnTo>
                <a:lnTo>
                  <a:pt x="28575" y="28575"/>
                </a:lnTo>
                <a:lnTo>
                  <a:pt x="28575" y="417195"/>
                </a:lnTo>
                <a:lnTo>
                  <a:pt x="14287" y="417195"/>
                </a:lnTo>
                <a:lnTo>
                  <a:pt x="28575" y="431482"/>
                </a:lnTo>
                <a:lnTo>
                  <a:pt x="1844039" y="431482"/>
                </a:lnTo>
                <a:lnTo>
                  <a:pt x="1844039" y="445770"/>
                </a:lnTo>
                <a:close/>
              </a:path>
              <a:path w="1844039" h="445769">
                <a:moveTo>
                  <a:pt x="28575" y="28575"/>
                </a:moveTo>
                <a:lnTo>
                  <a:pt x="14287" y="28575"/>
                </a:lnTo>
                <a:lnTo>
                  <a:pt x="28575" y="14287"/>
                </a:lnTo>
                <a:lnTo>
                  <a:pt x="28575" y="28575"/>
                </a:lnTo>
                <a:close/>
              </a:path>
              <a:path w="1844039" h="445769">
                <a:moveTo>
                  <a:pt x="1815464" y="28575"/>
                </a:moveTo>
                <a:lnTo>
                  <a:pt x="28575" y="28575"/>
                </a:lnTo>
                <a:lnTo>
                  <a:pt x="28575" y="14287"/>
                </a:lnTo>
                <a:lnTo>
                  <a:pt x="1815464" y="14287"/>
                </a:lnTo>
                <a:lnTo>
                  <a:pt x="1815464" y="28575"/>
                </a:lnTo>
                <a:close/>
              </a:path>
              <a:path w="1844039" h="445769">
                <a:moveTo>
                  <a:pt x="1815464" y="431482"/>
                </a:moveTo>
                <a:lnTo>
                  <a:pt x="1815464" y="14287"/>
                </a:lnTo>
                <a:lnTo>
                  <a:pt x="1829752" y="28575"/>
                </a:lnTo>
                <a:lnTo>
                  <a:pt x="1844039" y="28575"/>
                </a:lnTo>
                <a:lnTo>
                  <a:pt x="1844039" y="417195"/>
                </a:lnTo>
                <a:lnTo>
                  <a:pt x="1829752" y="417195"/>
                </a:lnTo>
                <a:lnTo>
                  <a:pt x="1815464" y="431482"/>
                </a:lnTo>
                <a:close/>
              </a:path>
              <a:path w="1844039" h="445769">
                <a:moveTo>
                  <a:pt x="1844039" y="28575"/>
                </a:moveTo>
                <a:lnTo>
                  <a:pt x="1829752" y="28575"/>
                </a:lnTo>
                <a:lnTo>
                  <a:pt x="1815464" y="14287"/>
                </a:lnTo>
                <a:lnTo>
                  <a:pt x="1844039" y="14287"/>
                </a:lnTo>
                <a:lnTo>
                  <a:pt x="1844039" y="28575"/>
                </a:lnTo>
                <a:close/>
              </a:path>
              <a:path w="1844039" h="445769">
                <a:moveTo>
                  <a:pt x="28575" y="431482"/>
                </a:moveTo>
                <a:lnTo>
                  <a:pt x="14287" y="417195"/>
                </a:lnTo>
                <a:lnTo>
                  <a:pt x="28575" y="417195"/>
                </a:lnTo>
                <a:lnTo>
                  <a:pt x="28575" y="431482"/>
                </a:lnTo>
                <a:close/>
              </a:path>
              <a:path w="1844039" h="445769">
                <a:moveTo>
                  <a:pt x="1815464" y="431482"/>
                </a:moveTo>
                <a:lnTo>
                  <a:pt x="28575" y="431482"/>
                </a:lnTo>
                <a:lnTo>
                  <a:pt x="28575" y="417195"/>
                </a:lnTo>
                <a:lnTo>
                  <a:pt x="1815464" y="417195"/>
                </a:lnTo>
                <a:lnTo>
                  <a:pt x="1815464" y="431482"/>
                </a:lnTo>
                <a:close/>
              </a:path>
              <a:path w="1844039" h="445769">
                <a:moveTo>
                  <a:pt x="1844039" y="431482"/>
                </a:moveTo>
                <a:lnTo>
                  <a:pt x="1815464" y="431482"/>
                </a:lnTo>
                <a:lnTo>
                  <a:pt x="1829752" y="417195"/>
                </a:lnTo>
                <a:lnTo>
                  <a:pt x="1844039" y="417195"/>
                </a:lnTo>
                <a:lnTo>
                  <a:pt x="1844039" y="431482"/>
                </a:lnTo>
                <a:close/>
              </a:path>
            </a:pathLst>
          </a:custGeom>
          <a:solidFill>
            <a:srgbClr val="5F95E6"/>
          </a:solidFill>
        </p:spPr>
        <p:txBody>
          <a:bodyPr wrap="square" lIns="0" tIns="0" rIns="0" bIns="0" rtlCol="0"/>
          <a:lstStyle/>
          <a:p>
            <a:endParaRPr/>
          </a:p>
        </p:txBody>
      </p:sp>
      <p:sp>
        <p:nvSpPr>
          <p:cNvPr id="8" name="object 8"/>
          <p:cNvSpPr/>
          <p:nvPr/>
        </p:nvSpPr>
        <p:spPr>
          <a:xfrm>
            <a:off x="503872" y="2759392"/>
            <a:ext cx="1843405" cy="445770"/>
          </a:xfrm>
          <a:custGeom>
            <a:avLst/>
            <a:gdLst/>
            <a:ahLst/>
            <a:cxnLst/>
            <a:rect l="l" t="t" r="r" b="b"/>
            <a:pathLst>
              <a:path w="1843405" h="445769">
                <a:moveTo>
                  <a:pt x="1843404" y="445770"/>
                </a:moveTo>
                <a:lnTo>
                  <a:pt x="0" y="445770"/>
                </a:lnTo>
                <a:lnTo>
                  <a:pt x="0" y="0"/>
                </a:lnTo>
                <a:lnTo>
                  <a:pt x="1843404" y="0"/>
                </a:lnTo>
                <a:lnTo>
                  <a:pt x="1843404" y="14287"/>
                </a:lnTo>
                <a:lnTo>
                  <a:pt x="28575" y="14287"/>
                </a:lnTo>
                <a:lnTo>
                  <a:pt x="14287" y="28575"/>
                </a:lnTo>
                <a:lnTo>
                  <a:pt x="28575" y="28575"/>
                </a:lnTo>
                <a:lnTo>
                  <a:pt x="28575" y="417195"/>
                </a:lnTo>
                <a:lnTo>
                  <a:pt x="14287" y="417195"/>
                </a:lnTo>
                <a:lnTo>
                  <a:pt x="28575" y="431482"/>
                </a:lnTo>
                <a:lnTo>
                  <a:pt x="1843404" y="431482"/>
                </a:lnTo>
                <a:lnTo>
                  <a:pt x="1843404" y="445770"/>
                </a:lnTo>
                <a:close/>
              </a:path>
              <a:path w="1843405" h="445769">
                <a:moveTo>
                  <a:pt x="28575" y="28575"/>
                </a:moveTo>
                <a:lnTo>
                  <a:pt x="14287" y="28575"/>
                </a:lnTo>
                <a:lnTo>
                  <a:pt x="28575" y="14287"/>
                </a:lnTo>
                <a:lnTo>
                  <a:pt x="28575" y="28575"/>
                </a:lnTo>
                <a:close/>
              </a:path>
              <a:path w="1843405" h="445769">
                <a:moveTo>
                  <a:pt x="1814829" y="28575"/>
                </a:moveTo>
                <a:lnTo>
                  <a:pt x="28575" y="28575"/>
                </a:lnTo>
                <a:lnTo>
                  <a:pt x="28575" y="14287"/>
                </a:lnTo>
                <a:lnTo>
                  <a:pt x="1814829" y="14287"/>
                </a:lnTo>
                <a:lnTo>
                  <a:pt x="1814829" y="28575"/>
                </a:lnTo>
                <a:close/>
              </a:path>
              <a:path w="1843405" h="445769">
                <a:moveTo>
                  <a:pt x="1814829" y="431482"/>
                </a:moveTo>
                <a:lnTo>
                  <a:pt x="1814829" y="14287"/>
                </a:lnTo>
                <a:lnTo>
                  <a:pt x="1829117" y="28575"/>
                </a:lnTo>
                <a:lnTo>
                  <a:pt x="1843404" y="28575"/>
                </a:lnTo>
                <a:lnTo>
                  <a:pt x="1843404" y="417195"/>
                </a:lnTo>
                <a:lnTo>
                  <a:pt x="1829117" y="417195"/>
                </a:lnTo>
                <a:lnTo>
                  <a:pt x="1814829" y="431482"/>
                </a:lnTo>
                <a:close/>
              </a:path>
              <a:path w="1843405" h="445769">
                <a:moveTo>
                  <a:pt x="1843404" y="28575"/>
                </a:moveTo>
                <a:lnTo>
                  <a:pt x="1829117" y="28575"/>
                </a:lnTo>
                <a:lnTo>
                  <a:pt x="1814829" y="14287"/>
                </a:lnTo>
                <a:lnTo>
                  <a:pt x="1843404" y="14287"/>
                </a:lnTo>
                <a:lnTo>
                  <a:pt x="1843404" y="28575"/>
                </a:lnTo>
                <a:close/>
              </a:path>
              <a:path w="1843405" h="445769">
                <a:moveTo>
                  <a:pt x="28575" y="431482"/>
                </a:moveTo>
                <a:lnTo>
                  <a:pt x="14287" y="417195"/>
                </a:lnTo>
                <a:lnTo>
                  <a:pt x="28575" y="417195"/>
                </a:lnTo>
                <a:lnTo>
                  <a:pt x="28575" y="431482"/>
                </a:lnTo>
                <a:close/>
              </a:path>
              <a:path w="1843405" h="445769">
                <a:moveTo>
                  <a:pt x="1814829" y="431482"/>
                </a:moveTo>
                <a:lnTo>
                  <a:pt x="28575" y="431482"/>
                </a:lnTo>
                <a:lnTo>
                  <a:pt x="28575" y="417195"/>
                </a:lnTo>
                <a:lnTo>
                  <a:pt x="1814829" y="417195"/>
                </a:lnTo>
                <a:lnTo>
                  <a:pt x="1814829" y="431482"/>
                </a:lnTo>
                <a:close/>
              </a:path>
              <a:path w="1843405" h="445769">
                <a:moveTo>
                  <a:pt x="1843404" y="431482"/>
                </a:moveTo>
                <a:lnTo>
                  <a:pt x="1814829" y="431482"/>
                </a:lnTo>
                <a:lnTo>
                  <a:pt x="1829117" y="417195"/>
                </a:lnTo>
                <a:lnTo>
                  <a:pt x="1843404" y="417195"/>
                </a:lnTo>
                <a:lnTo>
                  <a:pt x="1843404" y="431482"/>
                </a:lnTo>
                <a:close/>
              </a:path>
            </a:pathLst>
          </a:custGeom>
          <a:solidFill>
            <a:srgbClr val="5F95E6"/>
          </a:solidFill>
        </p:spPr>
        <p:txBody>
          <a:bodyPr wrap="square" lIns="0" tIns="0" rIns="0" bIns="0" rtlCol="0"/>
          <a:lstStyle/>
          <a:p>
            <a:endParaRPr/>
          </a:p>
        </p:txBody>
      </p:sp>
      <p:sp>
        <p:nvSpPr>
          <p:cNvPr id="9" name="object 9"/>
          <p:cNvSpPr txBox="1"/>
          <p:nvPr/>
        </p:nvSpPr>
        <p:spPr>
          <a:xfrm>
            <a:off x="727075" y="2247900"/>
            <a:ext cx="5024120" cy="886460"/>
          </a:xfrm>
          <a:prstGeom prst="rect">
            <a:avLst/>
          </a:prstGeom>
        </p:spPr>
        <p:txBody>
          <a:bodyPr vert="horz" wrap="square" lIns="0" tIns="12700" rIns="0" bIns="0" rtlCol="0">
            <a:spAutoFit/>
          </a:bodyPr>
          <a:lstStyle/>
          <a:p>
            <a:pPr marL="12700">
              <a:lnSpc>
                <a:spcPct val="100000"/>
              </a:lnSpc>
              <a:spcBef>
                <a:spcPts val="100"/>
              </a:spcBef>
              <a:tabLst>
                <a:tab pos="1810385" algn="l"/>
              </a:tabLst>
            </a:pPr>
            <a:r>
              <a:rPr sz="1800" dirty="0">
                <a:latin typeface="宋体"/>
                <a:cs typeface="宋体"/>
              </a:rPr>
              <a:t>常规假设识</a:t>
            </a:r>
            <a:r>
              <a:rPr sz="1800" spc="-50" dirty="0">
                <a:latin typeface="宋体"/>
                <a:cs typeface="宋体"/>
              </a:rPr>
              <a:t>别</a:t>
            </a:r>
            <a:r>
              <a:rPr sz="1800" dirty="0">
                <a:latin typeface="宋体"/>
                <a:cs typeface="宋体"/>
              </a:rPr>
              <a:t>	</a:t>
            </a:r>
            <a:r>
              <a:rPr sz="2700" baseline="1543" dirty="0">
                <a:latin typeface="宋体"/>
                <a:cs typeface="宋体"/>
              </a:rPr>
              <a:t>明确当前领域的常规假</a:t>
            </a:r>
            <a:r>
              <a:rPr sz="2700" spc="-75" baseline="1543" dirty="0">
                <a:latin typeface="宋体"/>
                <a:cs typeface="宋体"/>
              </a:rPr>
              <a:t>设</a:t>
            </a:r>
            <a:endParaRPr sz="2700" baseline="1543">
              <a:latin typeface="宋体"/>
              <a:cs typeface="宋体"/>
            </a:endParaRPr>
          </a:p>
          <a:p>
            <a:pPr>
              <a:lnSpc>
                <a:spcPct val="100000"/>
              </a:lnSpc>
              <a:spcBef>
                <a:spcPts val="25"/>
              </a:spcBef>
            </a:pPr>
            <a:endParaRPr sz="1900">
              <a:latin typeface="宋体"/>
              <a:cs typeface="宋体"/>
            </a:endParaRPr>
          </a:p>
          <a:p>
            <a:pPr marL="241300">
              <a:lnSpc>
                <a:spcPct val="100000"/>
              </a:lnSpc>
              <a:tabLst>
                <a:tab pos="1810385" algn="l"/>
              </a:tabLst>
            </a:pPr>
            <a:r>
              <a:rPr sz="1800" dirty="0">
                <a:latin typeface="宋体"/>
                <a:cs typeface="宋体"/>
              </a:rPr>
              <a:t>极端反</a:t>
            </a:r>
            <a:r>
              <a:rPr sz="1800" spc="-50" dirty="0">
                <a:latin typeface="宋体"/>
                <a:cs typeface="宋体"/>
              </a:rPr>
              <a:t>转</a:t>
            </a:r>
            <a:r>
              <a:rPr sz="1800" dirty="0">
                <a:latin typeface="宋体"/>
                <a:cs typeface="宋体"/>
              </a:rPr>
              <a:t>	将常规假设推向极端或完全反</a:t>
            </a:r>
            <a:r>
              <a:rPr sz="1800" spc="-50" dirty="0">
                <a:latin typeface="宋体"/>
                <a:cs typeface="宋体"/>
              </a:rPr>
              <a:t>转</a:t>
            </a:r>
            <a:endParaRPr sz="1800">
              <a:latin typeface="宋体"/>
              <a:cs typeface="宋体"/>
            </a:endParaRPr>
          </a:p>
        </p:txBody>
      </p:sp>
      <p:sp>
        <p:nvSpPr>
          <p:cNvPr id="10" name="object 10"/>
          <p:cNvSpPr/>
          <p:nvPr/>
        </p:nvSpPr>
        <p:spPr>
          <a:xfrm>
            <a:off x="5924232" y="2192337"/>
            <a:ext cx="1844039" cy="445770"/>
          </a:xfrm>
          <a:custGeom>
            <a:avLst/>
            <a:gdLst/>
            <a:ahLst/>
            <a:cxnLst/>
            <a:rect l="l" t="t" r="r" b="b"/>
            <a:pathLst>
              <a:path w="1844040" h="445769">
                <a:moveTo>
                  <a:pt x="1844039" y="445769"/>
                </a:moveTo>
                <a:lnTo>
                  <a:pt x="0" y="445769"/>
                </a:lnTo>
                <a:lnTo>
                  <a:pt x="0" y="0"/>
                </a:lnTo>
                <a:lnTo>
                  <a:pt x="1844039" y="0"/>
                </a:lnTo>
                <a:lnTo>
                  <a:pt x="1844039" y="14287"/>
                </a:lnTo>
                <a:lnTo>
                  <a:pt x="28575" y="14287"/>
                </a:lnTo>
                <a:lnTo>
                  <a:pt x="14287" y="28575"/>
                </a:lnTo>
                <a:lnTo>
                  <a:pt x="28575" y="28575"/>
                </a:lnTo>
                <a:lnTo>
                  <a:pt x="28575" y="417194"/>
                </a:lnTo>
                <a:lnTo>
                  <a:pt x="14287" y="417194"/>
                </a:lnTo>
                <a:lnTo>
                  <a:pt x="28575" y="431482"/>
                </a:lnTo>
                <a:lnTo>
                  <a:pt x="1844039" y="431482"/>
                </a:lnTo>
                <a:lnTo>
                  <a:pt x="1844039" y="445769"/>
                </a:lnTo>
                <a:close/>
              </a:path>
              <a:path w="1844040" h="445769">
                <a:moveTo>
                  <a:pt x="28575" y="28575"/>
                </a:moveTo>
                <a:lnTo>
                  <a:pt x="14287" y="28575"/>
                </a:lnTo>
                <a:lnTo>
                  <a:pt x="28575" y="14287"/>
                </a:lnTo>
                <a:lnTo>
                  <a:pt x="28575" y="28575"/>
                </a:lnTo>
                <a:close/>
              </a:path>
              <a:path w="1844040" h="445769">
                <a:moveTo>
                  <a:pt x="1815464" y="28575"/>
                </a:moveTo>
                <a:lnTo>
                  <a:pt x="28575" y="28575"/>
                </a:lnTo>
                <a:lnTo>
                  <a:pt x="28575" y="14287"/>
                </a:lnTo>
                <a:lnTo>
                  <a:pt x="1815464" y="14287"/>
                </a:lnTo>
                <a:lnTo>
                  <a:pt x="1815464" y="28575"/>
                </a:lnTo>
                <a:close/>
              </a:path>
              <a:path w="1844040" h="445769">
                <a:moveTo>
                  <a:pt x="1815464" y="431482"/>
                </a:moveTo>
                <a:lnTo>
                  <a:pt x="1815464" y="14287"/>
                </a:lnTo>
                <a:lnTo>
                  <a:pt x="1829752" y="28575"/>
                </a:lnTo>
                <a:lnTo>
                  <a:pt x="1844039" y="28575"/>
                </a:lnTo>
                <a:lnTo>
                  <a:pt x="1844039" y="417194"/>
                </a:lnTo>
                <a:lnTo>
                  <a:pt x="1829752" y="417194"/>
                </a:lnTo>
                <a:lnTo>
                  <a:pt x="1815464" y="431482"/>
                </a:lnTo>
                <a:close/>
              </a:path>
              <a:path w="1844040" h="445769">
                <a:moveTo>
                  <a:pt x="1844039" y="28575"/>
                </a:moveTo>
                <a:lnTo>
                  <a:pt x="1829752" y="28575"/>
                </a:lnTo>
                <a:lnTo>
                  <a:pt x="1815464" y="14287"/>
                </a:lnTo>
                <a:lnTo>
                  <a:pt x="1844039" y="14287"/>
                </a:lnTo>
                <a:lnTo>
                  <a:pt x="1844039" y="28575"/>
                </a:lnTo>
                <a:close/>
              </a:path>
              <a:path w="1844040" h="445769">
                <a:moveTo>
                  <a:pt x="28575" y="431482"/>
                </a:moveTo>
                <a:lnTo>
                  <a:pt x="14287" y="417194"/>
                </a:lnTo>
                <a:lnTo>
                  <a:pt x="28575" y="417194"/>
                </a:lnTo>
                <a:lnTo>
                  <a:pt x="28575" y="431482"/>
                </a:lnTo>
                <a:close/>
              </a:path>
              <a:path w="1844040" h="445769">
                <a:moveTo>
                  <a:pt x="1815464" y="431482"/>
                </a:moveTo>
                <a:lnTo>
                  <a:pt x="28575" y="431482"/>
                </a:lnTo>
                <a:lnTo>
                  <a:pt x="28575" y="417194"/>
                </a:lnTo>
                <a:lnTo>
                  <a:pt x="1815464" y="417194"/>
                </a:lnTo>
                <a:lnTo>
                  <a:pt x="1815464" y="431482"/>
                </a:lnTo>
                <a:close/>
              </a:path>
              <a:path w="1844040" h="445769">
                <a:moveTo>
                  <a:pt x="1844039" y="431482"/>
                </a:moveTo>
                <a:lnTo>
                  <a:pt x="1815464" y="431482"/>
                </a:lnTo>
                <a:lnTo>
                  <a:pt x="1829752" y="417194"/>
                </a:lnTo>
                <a:lnTo>
                  <a:pt x="1844039" y="417194"/>
                </a:lnTo>
                <a:lnTo>
                  <a:pt x="1844039" y="431482"/>
                </a:lnTo>
                <a:close/>
              </a:path>
            </a:pathLst>
          </a:custGeom>
          <a:solidFill>
            <a:srgbClr val="5F95E6"/>
          </a:solidFill>
        </p:spPr>
        <p:txBody>
          <a:bodyPr wrap="square" lIns="0" tIns="0" rIns="0" bIns="0" rtlCol="0"/>
          <a:lstStyle/>
          <a:p>
            <a:endParaRPr/>
          </a:p>
        </p:txBody>
      </p:sp>
      <p:sp>
        <p:nvSpPr>
          <p:cNvPr id="11" name="object 11"/>
          <p:cNvSpPr/>
          <p:nvPr/>
        </p:nvSpPr>
        <p:spPr>
          <a:xfrm>
            <a:off x="5924232" y="2779077"/>
            <a:ext cx="1843405" cy="445770"/>
          </a:xfrm>
          <a:custGeom>
            <a:avLst/>
            <a:gdLst/>
            <a:ahLst/>
            <a:cxnLst/>
            <a:rect l="l" t="t" r="r" b="b"/>
            <a:pathLst>
              <a:path w="1843404" h="445769">
                <a:moveTo>
                  <a:pt x="1843404" y="445770"/>
                </a:moveTo>
                <a:lnTo>
                  <a:pt x="0" y="445770"/>
                </a:lnTo>
                <a:lnTo>
                  <a:pt x="0" y="0"/>
                </a:lnTo>
                <a:lnTo>
                  <a:pt x="1843404" y="0"/>
                </a:lnTo>
                <a:lnTo>
                  <a:pt x="1843404" y="14287"/>
                </a:lnTo>
                <a:lnTo>
                  <a:pt x="28575" y="14287"/>
                </a:lnTo>
                <a:lnTo>
                  <a:pt x="14287" y="28575"/>
                </a:lnTo>
                <a:lnTo>
                  <a:pt x="28575" y="28575"/>
                </a:lnTo>
                <a:lnTo>
                  <a:pt x="28575" y="417195"/>
                </a:lnTo>
                <a:lnTo>
                  <a:pt x="14287" y="417195"/>
                </a:lnTo>
                <a:lnTo>
                  <a:pt x="28575" y="431482"/>
                </a:lnTo>
                <a:lnTo>
                  <a:pt x="1843404" y="431482"/>
                </a:lnTo>
                <a:lnTo>
                  <a:pt x="1843404" y="445770"/>
                </a:lnTo>
                <a:close/>
              </a:path>
              <a:path w="1843404" h="445769">
                <a:moveTo>
                  <a:pt x="28575" y="28575"/>
                </a:moveTo>
                <a:lnTo>
                  <a:pt x="14287" y="28575"/>
                </a:lnTo>
                <a:lnTo>
                  <a:pt x="28575" y="14287"/>
                </a:lnTo>
                <a:lnTo>
                  <a:pt x="28575" y="28575"/>
                </a:lnTo>
                <a:close/>
              </a:path>
              <a:path w="1843404" h="445769">
                <a:moveTo>
                  <a:pt x="1814829" y="28575"/>
                </a:moveTo>
                <a:lnTo>
                  <a:pt x="28575" y="28575"/>
                </a:lnTo>
                <a:lnTo>
                  <a:pt x="28575" y="14287"/>
                </a:lnTo>
                <a:lnTo>
                  <a:pt x="1814829" y="14287"/>
                </a:lnTo>
                <a:lnTo>
                  <a:pt x="1814829" y="28575"/>
                </a:lnTo>
                <a:close/>
              </a:path>
              <a:path w="1843404" h="445769">
                <a:moveTo>
                  <a:pt x="1814829" y="431482"/>
                </a:moveTo>
                <a:lnTo>
                  <a:pt x="1814829" y="14287"/>
                </a:lnTo>
                <a:lnTo>
                  <a:pt x="1829117" y="28575"/>
                </a:lnTo>
                <a:lnTo>
                  <a:pt x="1843404" y="28575"/>
                </a:lnTo>
                <a:lnTo>
                  <a:pt x="1843404" y="417195"/>
                </a:lnTo>
                <a:lnTo>
                  <a:pt x="1829117" y="417195"/>
                </a:lnTo>
                <a:lnTo>
                  <a:pt x="1814829" y="431482"/>
                </a:lnTo>
                <a:close/>
              </a:path>
              <a:path w="1843404" h="445769">
                <a:moveTo>
                  <a:pt x="1843404" y="28575"/>
                </a:moveTo>
                <a:lnTo>
                  <a:pt x="1829117" y="28575"/>
                </a:lnTo>
                <a:lnTo>
                  <a:pt x="1814829" y="14287"/>
                </a:lnTo>
                <a:lnTo>
                  <a:pt x="1843404" y="14287"/>
                </a:lnTo>
                <a:lnTo>
                  <a:pt x="1843404" y="28575"/>
                </a:lnTo>
                <a:close/>
              </a:path>
              <a:path w="1843404" h="445769">
                <a:moveTo>
                  <a:pt x="28575" y="431482"/>
                </a:moveTo>
                <a:lnTo>
                  <a:pt x="14287" y="417195"/>
                </a:lnTo>
                <a:lnTo>
                  <a:pt x="28575" y="417195"/>
                </a:lnTo>
                <a:lnTo>
                  <a:pt x="28575" y="431482"/>
                </a:lnTo>
                <a:close/>
              </a:path>
              <a:path w="1843404" h="445769">
                <a:moveTo>
                  <a:pt x="1814829" y="431482"/>
                </a:moveTo>
                <a:lnTo>
                  <a:pt x="28575" y="431482"/>
                </a:lnTo>
                <a:lnTo>
                  <a:pt x="28575" y="417195"/>
                </a:lnTo>
                <a:lnTo>
                  <a:pt x="1814829" y="417195"/>
                </a:lnTo>
                <a:lnTo>
                  <a:pt x="1814829" y="431482"/>
                </a:lnTo>
                <a:close/>
              </a:path>
              <a:path w="1843404" h="445769">
                <a:moveTo>
                  <a:pt x="1843404" y="431482"/>
                </a:moveTo>
                <a:lnTo>
                  <a:pt x="1814829" y="431482"/>
                </a:lnTo>
                <a:lnTo>
                  <a:pt x="1829117" y="417195"/>
                </a:lnTo>
                <a:lnTo>
                  <a:pt x="1843404" y="417195"/>
                </a:lnTo>
                <a:lnTo>
                  <a:pt x="1843404" y="431482"/>
                </a:lnTo>
                <a:close/>
              </a:path>
            </a:pathLst>
          </a:custGeom>
          <a:solidFill>
            <a:srgbClr val="5F95E6"/>
          </a:solidFill>
        </p:spPr>
        <p:txBody>
          <a:bodyPr wrap="square" lIns="0" tIns="0" rIns="0" bIns="0" rtlCol="0"/>
          <a:lstStyle/>
          <a:p>
            <a:endParaRPr/>
          </a:p>
        </p:txBody>
      </p:sp>
      <p:sp>
        <p:nvSpPr>
          <p:cNvPr id="12" name="object 12"/>
          <p:cNvSpPr txBox="1"/>
          <p:nvPr/>
        </p:nvSpPr>
        <p:spPr>
          <a:xfrm>
            <a:off x="6147434" y="2267584"/>
            <a:ext cx="5410200" cy="886460"/>
          </a:xfrm>
          <a:prstGeom prst="rect">
            <a:avLst/>
          </a:prstGeom>
        </p:spPr>
        <p:txBody>
          <a:bodyPr vert="horz" wrap="square" lIns="0" tIns="12700" rIns="0" bIns="0" rtlCol="0">
            <a:spAutoFit/>
          </a:bodyPr>
          <a:lstStyle/>
          <a:p>
            <a:pPr marL="241300">
              <a:lnSpc>
                <a:spcPct val="100000"/>
              </a:lnSpc>
              <a:spcBef>
                <a:spcPts val="100"/>
              </a:spcBef>
              <a:tabLst>
                <a:tab pos="1739264" algn="l"/>
              </a:tabLst>
            </a:pPr>
            <a:r>
              <a:rPr sz="1800" dirty="0">
                <a:latin typeface="宋体"/>
                <a:cs typeface="宋体"/>
              </a:rPr>
              <a:t>后果探</a:t>
            </a:r>
            <a:r>
              <a:rPr sz="1800" spc="-50" dirty="0">
                <a:latin typeface="宋体"/>
                <a:cs typeface="宋体"/>
              </a:rPr>
              <a:t>索</a:t>
            </a:r>
            <a:r>
              <a:rPr sz="1800" dirty="0">
                <a:latin typeface="宋体"/>
                <a:cs typeface="宋体"/>
              </a:rPr>
              <a:t>	</a:t>
            </a:r>
            <a:r>
              <a:rPr sz="2700" baseline="1543" dirty="0">
                <a:latin typeface="宋体"/>
                <a:cs typeface="宋体"/>
              </a:rPr>
              <a:t>深入探讨极端假设带来的影响和机</a:t>
            </a:r>
            <a:r>
              <a:rPr sz="2700" spc="-75" baseline="1543" dirty="0">
                <a:latin typeface="宋体"/>
                <a:cs typeface="宋体"/>
              </a:rPr>
              <a:t>会</a:t>
            </a:r>
            <a:endParaRPr sz="2700" baseline="1543">
              <a:latin typeface="宋体"/>
              <a:cs typeface="宋体"/>
            </a:endParaRPr>
          </a:p>
          <a:p>
            <a:pPr>
              <a:lnSpc>
                <a:spcPct val="100000"/>
              </a:lnSpc>
              <a:spcBef>
                <a:spcPts val="25"/>
              </a:spcBef>
            </a:pPr>
            <a:endParaRPr sz="1900">
              <a:latin typeface="宋体"/>
              <a:cs typeface="宋体"/>
            </a:endParaRPr>
          </a:p>
          <a:p>
            <a:pPr marL="12700">
              <a:lnSpc>
                <a:spcPct val="100000"/>
              </a:lnSpc>
              <a:tabLst>
                <a:tab pos="1739264" algn="l"/>
              </a:tabLst>
            </a:pPr>
            <a:r>
              <a:rPr sz="1800" dirty="0">
                <a:latin typeface="宋体"/>
                <a:cs typeface="宋体"/>
              </a:rPr>
              <a:t>创新洞察提</a:t>
            </a:r>
            <a:r>
              <a:rPr sz="1800" spc="-50" dirty="0">
                <a:latin typeface="宋体"/>
                <a:cs typeface="宋体"/>
              </a:rPr>
              <a:t>取</a:t>
            </a:r>
            <a:r>
              <a:rPr sz="1800" dirty="0">
                <a:latin typeface="宋体"/>
                <a:cs typeface="宋体"/>
              </a:rPr>
              <a:t>	从极端假设中提取可能的创新</a:t>
            </a:r>
            <a:r>
              <a:rPr sz="1800" spc="-50" dirty="0">
                <a:latin typeface="宋体"/>
                <a:cs typeface="宋体"/>
              </a:rPr>
              <a:t>点</a:t>
            </a:r>
            <a:endParaRPr sz="1800">
              <a:latin typeface="宋体"/>
              <a:cs typeface="宋体"/>
            </a:endParaRPr>
          </a:p>
        </p:txBody>
      </p:sp>
      <p:sp>
        <p:nvSpPr>
          <p:cNvPr id="13" name="object 13"/>
          <p:cNvSpPr/>
          <p:nvPr/>
        </p:nvSpPr>
        <p:spPr>
          <a:xfrm>
            <a:off x="6509384" y="4007484"/>
            <a:ext cx="5143500" cy="2462530"/>
          </a:xfrm>
          <a:custGeom>
            <a:avLst/>
            <a:gdLst/>
            <a:ahLst/>
            <a:cxnLst/>
            <a:rect l="l" t="t" r="r" b="b"/>
            <a:pathLst>
              <a:path w="5143500" h="2462529">
                <a:moveTo>
                  <a:pt x="5139690" y="2462529"/>
                </a:moveTo>
                <a:lnTo>
                  <a:pt x="3810" y="2462529"/>
                </a:lnTo>
                <a:lnTo>
                  <a:pt x="2349" y="2462237"/>
                </a:lnTo>
                <a:lnTo>
                  <a:pt x="1117" y="2461412"/>
                </a:lnTo>
                <a:lnTo>
                  <a:pt x="292" y="2460180"/>
                </a:lnTo>
                <a:lnTo>
                  <a:pt x="0" y="2458719"/>
                </a:lnTo>
                <a:lnTo>
                  <a:pt x="0" y="3810"/>
                </a:lnTo>
                <a:lnTo>
                  <a:pt x="292" y="2349"/>
                </a:lnTo>
                <a:lnTo>
                  <a:pt x="1117" y="1117"/>
                </a:lnTo>
                <a:lnTo>
                  <a:pt x="2349" y="292"/>
                </a:lnTo>
                <a:lnTo>
                  <a:pt x="3810" y="0"/>
                </a:lnTo>
                <a:lnTo>
                  <a:pt x="5139690" y="0"/>
                </a:lnTo>
                <a:lnTo>
                  <a:pt x="5141150" y="292"/>
                </a:lnTo>
                <a:lnTo>
                  <a:pt x="5142382" y="1117"/>
                </a:lnTo>
                <a:lnTo>
                  <a:pt x="5143207" y="2349"/>
                </a:lnTo>
                <a:lnTo>
                  <a:pt x="5143500" y="3810"/>
                </a:lnTo>
                <a:lnTo>
                  <a:pt x="7620" y="3810"/>
                </a:lnTo>
                <a:lnTo>
                  <a:pt x="3810" y="7619"/>
                </a:lnTo>
                <a:lnTo>
                  <a:pt x="7620" y="7619"/>
                </a:lnTo>
                <a:lnTo>
                  <a:pt x="7620" y="2454910"/>
                </a:lnTo>
                <a:lnTo>
                  <a:pt x="3810" y="2454910"/>
                </a:lnTo>
                <a:lnTo>
                  <a:pt x="7620" y="2458719"/>
                </a:lnTo>
                <a:lnTo>
                  <a:pt x="5143500" y="2458719"/>
                </a:lnTo>
                <a:lnTo>
                  <a:pt x="5143207" y="2460180"/>
                </a:lnTo>
                <a:lnTo>
                  <a:pt x="5142382" y="2461412"/>
                </a:lnTo>
                <a:lnTo>
                  <a:pt x="5141150" y="2462237"/>
                </a:lnTo>
                <a:lnTo>
                  <a:pt x="5139690" y="2462529"/>
                </a:lnTo>
                <a:close/>
              </a:path>
              <a:path w="5143500" h="2462529">
                <a:moveTo>
                  <a:pt x="7620" y="7619"/>
                </a:moveTo>
                <a:lnTo>
                  <a:pt x="3810" y="7619"/>
                </a:lnTo>
                <a:lnTo>
                  <a:pt x="7620" y="3810"/>
                </a:lnTo>
                <a:lnTo>
                  <a:pt x="7620" y="7619"/>
                </a:lnTo>
                <a:close/>
              </a:path>
              <a:path w="5143500" h="2462529">
                <a:moveTo>
                  <a:pt x="5135880" y="7619"/>
                </a:moveTo>
                <a:lnTo>
                  <a:pt x="7620" y="7619"/>
                </a:lnTo>
                <a:lnTo>
                  <a:pt x="7620" y="3810"/>
                </a:lnTo>
                <a:lnTo>
                  <a:pt x="5135880" y="3810"/>
                </a:lnTo>
                <a:lnTo>
                  <a:pt x="5135880" y="7619"/>
                </a:lnTo>
                <a:close/>
              </a:path>
              <a:path w="5143500" h="2462529">
                <a:moveTo>
                  <a:pt x="5135880" y="2458719"/>
                </a:moveTo>
                <a:lnTo>
                  <a:pt x="5135880" y="3810"/>
                </a:lnTo>
                <a:lnTo>
                  <a:pt x="5139690" y="7619"/>
                </a:lnTo>
                <a:lnTo>
                  <a:pt x="5143500" y="7619"/>
                </a:lnTo>
                <a:lnTo>
                  <a:pt x="5143500" y="2454910"/>
                </a:lnTo>
                <a:lnTo>
                  <a:pt x="5139690" y="2454910"/>
                </a:lnTo>
                <a:lnTo>
                  <a:pt x="5135880" y="2458719"/>
                </a:lnTo>
                <a:close/>
              </a:path>
              <a:path w="5143500" h="2462529">
                <a:moveTo>
                  <a:pt x="5143500" y="7619"/>
                </a:moveTo>
                <a:lnTo>
                  <a:pt x="5139690" y="7619"/>
                </a:lnTo>
                <a:lnTo>
                  <a:pt x="5135880" y="3810"/>
                </a:lnTo>
                <a:lnTo>
                  <a:pt x="5143500" y="3810"/>
                </a:lnTo>
                <a:lnTo>
                  <a:pt x="5143500" y="7619"/>
                </a:lnTo>
                <a:close/>
              </a:path>
              <a:path w="5143500" h="2462529">
                <a:moveTo>
                  <a:pt x="7620" y="2458719"/>
                </a:moveTo>
                <a:lnTo>
                  <a:pt x="3810" y="2454910"/>
                </a:lnTo>
                <a:lnTo>
                  <a:pt x="7620" y="2454910"/>
                </a:lnTo>
                <a:lnTo>
                  <a:pt x="7620" y="2458719"/>
                </a:lnTo>
                <a:close/>
              </a:path>
              <a:path w="5143500" h="2462529">
                <a:moveTo>
                  <a:pt x="5135880" y="2458719"/>
                </a:moveTo>
                <a:lnTo>
                  <a:pt x="7620" y="2458719"/>
                </a:lnTo>
                <a:lnTo>
                  <a:pt x="7620" y="2454910"/>
                </a:lnTo>
                <a:lnTo>
                  <a:pt x="5135880" y="2454910"/>
                </a:lnTo>
                <a:lnTo>
                  <a:pt x="5135880" y="2458719"/>
                </a:lnTo>
                <a:close/>
              </a:path>
              <a:path w="5143500" h="2462529">
                <a:moveTo>
                  <a:pt x="5143500" y="2458719"/>
                </a:moveTo>
                <a:lnTo>
                  <a:pt x="5135880" y="2458719"/>
                </a:lnTo>
                <a:lnTo>
                  <a:pt x="5139690" y="2454910"/>
                </a:lnTo>
                <a:lnTo>
                  <a:pt x="5143500" y="2454910"/>
                </a:lnTo>
                <a:lnTo>
                  <a:pt x="5143500" y="2458719"/>
                </a:lnTo>
                <a:close/>
              </a:path>
            </a:pathLst>
          </a:custGeom>
          <a:solidFill>
            <a:srgbClr val="E6E6E6"/>
          </a:solidFill>
        </p:spPr>
        <p:txBody>
          <a:bodyPr wrap="square" lIns="0" tIns="0" rIns="0" bIns="0" rtlCol="0"/>
          <a:lstStyle/>
          <a:p>
            <a:endParaRPr/>
          </a:p>
        </p:txBody>
      </p:sp>
      <p:sp>
        <p:nvSpPr>
          <p:cNvPr id="14" name="object 14"/>
          <p:cNvSpPr txBox="1"/>
          <p:nvPr/>
        </p:nvSpPr>
        <p:spPr>
          <a:xfrm>
            <a:off x="6591934" y="4359275"/>
            <a:ext cx="4597400" cy="1701800"/>
          </a:xfrm>
          <a:prstGeom prst="rect">
            <a:avLst/>
          </a:prstGeom>
        </p:spPr>
        <p:txBody>
          <a:bodyPr vert="horz" wrap="square" lIns="0" tIns="12700" rIns="0" bIns="0" rtlCol="0">
            <a:spAutoFit/>
          </a:bodyPr>
          <a:lstStyle/>
          <a:p>
            <a:pPr marL="12700" marR="5080">
              <a:lnSpc>
                <a:spcPct val="152800"/>
              </a:lnSpc>
              <a:spcBef>
                <a:spcPts val="100"/>
              </a:spcBef>
            </a:pPr>
            <a:r>
              <a:rPr sz="1200" spc="-5" dirty="0">
                <a:latin typeface="宋体"/>
                <a:cs typeface="宋体"/>
              </a:rPr>
              <a:t>任务：以“未来教育”为主题，运用极端假设策略来激发创新思维。</a:t>
            </a:r>
            <a:r>
              <a:rPr sz="1200" spc="-10" dirty="0">
                <a:latin typeface="宋体"/>
                <a:cs typeface="宋体"/>
              </a:rPr>
              <a:t>常规假设：</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学校是学习的主要场所</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教师是知识的主要传播者</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学习需要长时间的努力</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考试是评估学习效果的主要方式</a:t>
            </a:r>
            <a:endParaRPr sz="1200">
              <a:latin typeface="宋体"/>
              <a:cs typeface="宋体"/>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1070590" cy="634365"/>
          </a:xfrm>
          <a:prstGeom prst="rect">
            <a:avLst/>
          </a:prstGeom>
        </p:spPr>
        <p:txBody>
          <a:bodyPr vert="horz" wrap="square" lIns="0" tIns="12065" rIns="0" bIns="0" rtlCol="0">
            <a:spAutoFit/>
          </a:bodyPr>
          <a:lstStyle/>
          <a:p>
            <a:pPr marL="12700">
              <a:lnSpc>
                <a:spcPct val="100000"/>
              </a:lnSpc>
              <a:spcBef>
                <a:spcPts val="95"/>
              </a:spcBef>
            </a:pPr>
            <a:r>
              <a:rPr sz="4000" spc="270" dirty="0"/>
              <a:t>多重约束策略（</a:t>
            </a:r>
            <a:r>
              <a:rPr sz="4000" spc="270" dirty="0">
                <a:latin typeface="Arial"/>
                <a:cs typeface="Arial"/>
              </a:rPr>
              <a:t>MCS</a:t>
            </a:r>
            <a:r>
              <a:rPr sz="4000" spc="270" dirty="0"/>
              <a:t>）：激发创造性问题解</a:t>
            </a:r>
            <a:r>
              <a:rPr sz="4000" spc="-50" dirty="0"/>
              <a:t>决</a:t>
            </a:r>
            <a:endParaRPr sz="4000">
              <a:latin typeface="Arial"/>
              <a:cs typeface="Arial"/>
            </a:endParaRPr>
          </a:p>
        </p:txBody>
      </p:sp>
      <p:sp>
        <p:nvSpPr>
          <p:cNvPr id="3" name="object 3"/>
          <p:cNvSpPr txBox="1"/>
          <p:nvPr/>
        </p:nvSpPr>
        <p:spPr>
          <a:xfrm>
            <a:off x="540384" y="994805"/>
            <a:ext cx="8763000" cy="89535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MCS</a:t>
            </a:r>
            <a:r>
              <a:rPr sz="2000" b="1" spc="-10" dirty="0">
                <a:latin typeface="Microsoft JhengHei"/>
                <a:cs typeface="Microsoft JhengHei"/>
              </a:rPr>
              <a:t>的理论基础：</a:t>
            </a:r>
            <a:endParaRPr sz="2000">
              <a:latin typeface="Microsoft JhengHei"/>
              <a:cs typeface="Microsoft JhengHei"/>
            </a:endParaRPr>
          </a:p>
          <a:p>
            <a:pPr marL="12700">
              <a:lnSpc>
                <a:spcPct val="100000"/>
              </a:lnSpc>
              <a:spcBef>
                <a:spcPts val="1080"/>
              </a:spcBef>
            </a:pPr>
            <a:r>
              <a:rPr sz="1800" spc="-10" dirty="0">
                <a:latin typeface="Arial"/>
                <a:cs typeface="Arial"/>
              </a:rPr>
              <a:t>MCS</a:t>
            </a:r>
            <a:r>
              <a:rPr sz="1800" spc="-5" dirty="0">
                <a:latin typeface="宋体"/>
                <a:cs typeface="宋体"/>
              </a:rPr>
              <a:t>基于创造性问题解决理论和设计思维中的有限性思维概念，提出了以下关键步骤：</a:t>
            </a:r>
            <a:endParaRPr sz="1800">
              <a:latin typeface="宋体"/>
              <a:cs typeface="宋体"/>
            </a:endParaRPr>
          </a:p>
        </p:txBody>
      </p:sp>
      <p:sp>
        <p:nvSpPr>
          <p:cNvPr id="4" name="object 4"/>
          <p:cNvSpPr txBox="1"/>
          <p:nvPr/>
        </p:nvSpPr>
        <p:spPr>
          <a:xfrm>
            <a:off x="765809" y="3590925"/>
            <a:ext cx="1863089"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Arial"/>
                <a:cs typeface="Arial"/>
              </a:rPr>
              <a:t>MCS</a:t>
            </a:r>
            <a:r>
              <a:rPr sz="2000" b="1" spc="-10" dirty="0">
                <a:latin typeface="Microsoft JhengHei"/>
                <a:cs typeface="Microsoft JhengHei"/>
              </a:rPr>
              <a:t>实施步骤：</a:t>
            </a:r>
            <a:endParaRPr sz="2000">
              <a:latin typeface="Microsoft JhengHei"/>
              <a:cs typeface="Microsoft JhengHei"/>
            </a:endParaRPr>
          </a:p>
        </p:txBody>
      </p:sp>
      <p:sp>
        <p:nvSpPr>
          <p:cNvPr id="5" name="object 5"/>
          <p:cNvSpPr txBox="1"/>
          <p:nvPr/>
        </p:nvSpPr>
        <p:spPr>
          <a:xfrm>
            <a:off x="540384" y="4270375"/>
            <a:ext cx="5168900" cy="1806575"/>
          </a:xfrm>
          <a:prstGeom prst="rect">
            <a:avLst/>
          </a:prstGeom>
        </p:spPr>
        <p:txBody>
          <a:bodyPr vert="horz" wrap="square" lIns="0" tIns="94615" rIns="0" bIns="0" rtlCol="0">
            <a:spAutoFit/>
          </a:bodyPr>
          <a:lstStyle/>
          <a:p>
            <a:pPr marL="355600" indent="-342900">
              <a:lnSpc>
                <a:spcPct val="100000"/>
              </a:lnSpc>
              <a:spcBef>
                <a:spcPts val="745"/>
              </a:spcBef>
              <a:buFont typeface="Arial"/>
              <a:buAutoNum type="arabicPeriod"/>
              <a:tabLst>
                <a:tab pos="354965" algn="l"/>
                <a:tab pos="355600" algn="l"/>
              </a:tabLst>
            </a:pPr>
            <a:r>
              <a:rPr sz="1800" spc="-5" dirty="0">
                <a:latin typeface="宋体"/>
                <a:cs typeface="宋体"/>
              </a:rPr>
              <a:t>问题定义：明确需要解决的核心问题</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约束条件列举：设置多个具有挑战性的限制条件</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约束影响分析：评估每个约束对问题解决的影响</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创新方案构思：在多重约束下寻找创新解决方案</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约束重构：必要时重新定义或调整约束条件</a:t>
            </a:r>
            <a:endParaRPr sz="1800">
              <a:latin typeface="宋体"/>
              <a:cs typeface="宋体"/>
            </a:endParaRPr>
          </a:p>
        </p:txBody>
      </p:sp>
      <p:grpSp>
        <p:nvGrpSpPr>
          <p:cNvPr id="6" name="object 6"/>
          <p:cNvGrpSpPr/>
          <p:nvPr/>
        </p:nvGrpSpPr>
        <p:grpSpPr>
          <a:xfrm>
            <a:off x="6509384" y="3654552"/>
            <a:ext cx="5143500" cy="2771775"/>
            <a:chOff x="6509384" y="3654552"/>
            <a:chExt cx="5143500" cy="2771775"/>
          </a:xfrm>
        </p:grpSpPr>
        <p:sp>
          <p:nvSpPr>
            <p:cNvPr id="7" name="object 7"/>
            <p:cNvSpPr/>
            <p:nvPr/>
          </p:nvSpPr>
          <p:spPr>
            <a:xfrm>
              <a:off x="6513575" y="3654552"/>
              <a:ext cx="2106295" cy="350520"/>
            </a:xfrm>
            <a:custGeom>
              <a:avLst/>
              <a:gdLst/>
              <a:ahLst/>
              <a:cxnLst/>
              <a:rect l="l" t="t" r="r" b="b"/>
              <a:pathLst>
                <a:path w="2106295" h="350520">
                  <a:moveTo>
                    <a:pt x="2048255" y="350520"/>
                  </a:moveTo>
                  <a:lnTo>
                    <a:pt x="57912" y="350520"/>
                  </a:lnTo>
                  <a:lnTo>
                    <a:pt x="35211" y="345497"/>
                  </a:lnTo>
                  <a:lnTo>
                    <a:pt x="16725" y="332746"/>
                  </a:lnTo>
                  <a:lnTo>
                    <a:pt x="4355" y="314022"/>
                  </a:lnTo>
                  <a:lnTo>
                    <a:pt x="0" y="291084"/>
                  </a:lnTo>
                  <a:lnTo>
                    <a:pt x="0" y="59436"/>
                  </a:lnTo>
                  <a:lnTo>
                    <a:pt x="4355" y="36354"/>
                  </a:lnTo>
                  <a:lnTo>
                    <a:pt x="16725" y="17583"/>
                  </a:lnTo>
                  <a:lnTo>
                    <a:pt x="35211" y="4879"/>
                  </a:lnTo>
                  <a:lnTo>
                    <a:pt x="57912" y="0"/>
                  </a:lnTo>
                  <a:lnTo>
                    <a:pt x="2048255" y="0"/>
                  </a:lnTo>
                  <a:lnTo>
                    <a:pt x="2070599" y="4879"/>
                  </a:lnTo>
                  <a:lnTo>
                    <a:pt x="2088965" y="17583"/>
                  </a:lnTo>
                  <a:lnTo>
                    <a:pt x="2101455" y="36354"/>
                  </a:lnTo>
                  <a:lnTo>
                    <a:pt x="2106168" y="59436"/>
                  </a:lnTo>
                  <a:lnTo>
                    <a:pt x="2106168" y="291084"/>
                  </a:lnTo>
                  <a:lnTo>
                    <a:pt x="2101455" y="314022"/>
                  </a:lnTo>
                  <a:lnTo>
                    <a:pt x="2088965" y="332746"/>
                  </a:lnTo>
                  <a:lnTo>
                    <a:pt x="2070599" y="345497"/>
                  </a:lnTo>
                  <a:lnTo>
                    <a:pt x="2048255" y="350520"/>
                  </a:lnTo>
                  <a:close/>
                </a:path>
              </a:pathLst>
            </a:custGeom>
            <a:solidFill>
              <a:srgbClr val="0A80DF"/>
            </a:solidFill>
          </p:spPr>
          <p:txBody>
            <a:bodyPr wrap="square" lIns="0" tIns="0" rIns="0" bIns="0" rtlCol="0"/>
            <a:lstStyle/>
            <a:p>
              <a:endParaRPr/>
            </a:p>
          </p:txBody>
        </p:sp>
        <p:sp>
          <p:nvSpPr>
            <p:cNvPr id="8" name="object 8"/>
            <p:cNvSpPr/>
            <p:nvPr/>
          </p:nvSpPr>
          <p:spPr>
            <a:xfrm>
              <a:off x="6509384" y="4017010"/>
              <a:ext cx="5143500" cy="2409190"/>
            </a:xfrm>
            <a:custGeom>
              <a:avLst/>
              <a:gdLst/>
              <a:ahLst/>
              <a:cxnLst/>
              <a:rect l="l" t="t" r="r" b="b"/>
              <a:pathLst>
                <a:path w="5143500" h="2409190">
                  <a:moveTo>
                    <a:pt x="5139690" y="2409190"/>
                  </a:moveTo>
                  <a:lnTo>
                    <a:pt x="3810" y="2409190"/>
                  </a:lnTo>
                  <a:lnTo>
                    <a:pt x="2349" y="2408897"/>
                  </a:lnTo>
                  <a:lnTo>
                    <a:pt x="1117" y="2408072"/>
                  </a:lnTo>
                  <a:lnTo>
                    <a:pt x="292" y="2406840"/>
                  </a:lnTo>
                  <a:lnTo>
                    <a:pt x="0" y="2405379"/>
                  </a:lnTo>
                  <a:lnTo>
                    <a:pt x="0" y="3810"/>
                  </a:lnTo>
                  <a:lnTo>
                    <a:pt x="292" y="2349"/>
                  </a:lnTo>
                  <a:lnTo>
                    <a:pt x="1117" y="1117"/>
                  </a:lnTo>
                  <a:lnTo>
                    <a:pt x="2349" y="292"/>
                  </a:lnTo>
                  <a:lnTo>
                    <a:pt x="3810" y="0"/>
                  </a:lnTo>
                  <a:lnTo>
                    <a:pt x="5139690" y="0"/>
                  </a:lnTo>
                  <a:lnTo>
                    <a:pt x="5141150" y="292"/>
                  </a:lnTo>
                  <a:lnTo>
                    <a:pt x="5142382" y="1117"/>
                  </a:lnTo>
                  <a:lnTo>
                    <a:pt x="5143207" y="2349"/>
                  </a:lnTo>
                  <a:lnTo>
                    <a:pt x="5143500" y="3810"/>
                  </a:lnTo>
                  <a:lnTo>
                    <a:pt x="7620" y="3810"/>
                  </a:lnTo>
                  <a:lnTo>
                    <a:pt x="3810" y="7619"/>
                  </a:lnTo>
                  <a:lnTo>
                    <a:pt x="7620" y="7619"/>
                  </a:lnTo>
                  <a:lnTo>
                    <a:pt x="7620" y="2401569"/>
                  </a:lnTo>
                  <a:lnTo>
                    <a:pt x="3810" y="2401569"/>
                  </a:lnTo>
                  <a:lnTo>
                    <a:pt x="7620" y="2405379"/>
                  </a:lnTo>
                  <a:lnTo>
                    <a:pt x="5143500" y="2405379"/>
                  </a:lnTo>
                  <a:lnTo>
                    <a:pt x="5143207" y="2406840"/>
                  </a:lnTo>
                  <a:lnTo>
                    <a:pt x="5142382" y="2408072"/>
                  </a:lnTo>
                  <a:lnTo>
                    <a:pt x="5141150" y="2408897"/>
                  </a:lnTo>
                  <a:lnTo>
                    <a:pt x="5139690" y="2409190"/>
                  </a:lnTo>
                  <a:close/>
                </a:path>
                <a:path w="5143500" h="2409190">
                  <a:moveTo>
                    <a:pt x="7620" y="7619"/>
                  </a:moveTo>
                  <a:lnTo>
                    <a:pt x="3810" y="7619"/>
                  </a:lnTo>
                  <a:lnTo>
                    <a:pt x="7620" y="3810"/>
                  </a:lnTo>
                  <a:lnTo>
                    <a:pt x="7620" y="7619"/>
                  </a:lnTo>
                  <a:close/>
                </a:path>
                <a:path w="5143500" h="2409190">
                  <a:moveTo>
                    <a:pt x="5135880" y="7619"/>
                  </a:moveTo>
                  <a:lnTo>
                    <a:pt x="7620" y="7619"/>
                  </a:lnTo>
                  <a:lnTo>
                    <a:pt x="7620" y="3810"/>
                  </a:lnTo>
                  <a:lnTo>
                    <a:pt x="5135880" y="3810"/>
                  </a:lnTo>
                  <a:lnTo>
                    <a:pt x="5135880" y="7619"/>
                  </a:lnTo>
                  <a:close/>
                </a:path>
                <a:path w="5143500" h="2409190">
                  <a:moveTo>
                    <a:pt x="5135880" y="2405379"/>
                  </a:moveTo>
                  <a:lnTo>
                    <a:pt x="5135880" y="3810"/>
                  </a:lnTo>
                  <a:lnTo>
                    <a:pt x="5139690" y="7619"/>
                  </a:lnTo>
                  <a:lnTo>
                    <a:pt x="5143500" y="7619"/>
                  </a:lnTo>
                  <a:lnTo>
                    <a:pt x="5143500" y="2401569"/>
                  </a:lnTo>
                  <a:lnTo>
                    <a:pt x="5139690" y="2401569"/>
                  </a:lnTo>
                  <a:lnTo>
                    <a:pt x="5135880" y="2405379"/>
                  </a:lnTo>
                  <a:close/>
                </a:path>
                <a:path w="5143500" h="2409190">
                  <a:moveTo>
                    <a:pt x="5143500" y="7619"/>
                  </a:moveTo>
                  <a:lnTo>
                    <a:pt x="5139690" y="7619"/>
                  </a:lnTo>
                  <a:lnTo>
                    <a:pt x="5135880" y="3810"/>
                  </a:lnTo>
                  <a:lnTo>
                    <a:pt x="5143500" y="3810"/>
                  </a:lnTo>
                  <a:lnTo>
                    <a:pt x="5143500" y="7619"/>
                  </a:lnTo>
                  <a:close/>
                </a:path>
                <a:path w="5143500" h="2409190">
                  <a:moveTo>
                    <a:pt x="7620" y="2405379"/>
                  </a:moveTo>
                  <a:lnTo>
                    <a:pt x="3810" y="2401569"/>
                  </a:lnTo>
                  <a:lnTo>
                    <a:pt x="7620" y="2401569"/>
                  </a:lnTo>
                  <a:lnTo>
                    <a:pt x="7620" y="2405379"/>
                  </a:lnTo>
                  <a:close/>
                </a:path>
                <a:path w="5143500" h="2409190">
                  <a:moveTo>
                    <a:pt x="5135880" y="2405379"/>
                  </a:moveTo>
                  <a:lnTo>
                    <a:pt x="7620" y="2405379"/>
                  </a:lnTo>
                  <a:lnTo>
                    <a:pt x="7620" y="2401569"/>
                  </a:lnTo>
                  <a:lnTo>
                    <a:pt x="5135880" y="2401569"/>
                  </a:lnTo>
                  <a:lnTo>
                    <a:pt x="5135880" y="2405379"/>
                  </a:lnTo>
                  <a:close/>
                </a:path>
                <a:path w="5143500" h="2409190">
                  <a:moveTo>
                    <a:pt x="5143500" y="2405379"/>
                  </a:moveTo>
                  <a:lnTo>
                    <a:pt x="5135880" y="2405379"/>
                  </a:lnTo>
                  <a:lnTo>
                    <a:pt x="5139690" y="2401569"/>
                  </a:lnTo>
                  <a:lnTo>
                    <a:pt x="5143500" y="2401569"/>
                  </a:lnTo>
                  <a:lnTo>
                    <a:pt x="5143500" y="2405379"/>
                  </a:lnTo>
                  <a:close/>
                </a:path>
              </a:pathLst>
            </a:custGeom>
            <a:solidFill>
              <a:srgbClr val="E6E6E6"/>
            </a:solidFill>
          </p:spPr>
          <p:txBody>
            <a:bodyPr wrap="square" lIns="0" tIns="0" rIns="0" bIns="0" rtlCol="0"/>
            <a:lstStyle/>
            <a:p>
              <a:endParaRPr/>
            </a:p>
          </p:txBody>
        </p:sp>
      </p:grpSp>
      <p:sp>
        <p:nvSpPr>
          <p:cNvPr id="9" name="object 9"/>
          <p:cNvSpPr txBox="1"/>
          <p:nvPr/>
        </p:nvSpPr>
        <p:spPr>
          <a:xfrm>
            <a:off x="6591934" y="3681628"/>
            <a:ext cx="3835400" cy="648970"/>
          </a:xfrm>
          <a:prstGeom prst="rect">
            <a:avLst/>
          </a:prstGeom>
        </p:spPr>
        <p:txBody>
          <a:bodyPr vert="horz" wrap="square" lIns="0" tIns="12700" rIns="0" bIns="0" rtlCol="0">
            <a:spAutoFit/>
          </a:bodyPr>
          <a:lstStyle/>
          <a:p>
            <a:pPr marL="514984">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a:lnSpc>
                <a:spcPct val="100000"/>
              </a:lnSpc>
              <a:spcBef>
                <a:spcPts val="1305"/>
              </a:spcBef>
            </a:pPr>
            <a:r>
              <a:rPr sz="1200" spc="-5" dirty="0">
                <a:latin typeface="宋体"/>
                <a:cs typeface="宋体"/>
              </a:rPr>
              <a:t>任务：用多重约束策略来设计一款创新的智能家居产品。</a:t>
            </a:r>
            <a:endParaRPr sz="1200">
              <a:latin typeface="宋体"/>
              <a:cs typeface="宋体"/>
            </a:endParaRPr>
          </a:p>
        </p:txBody>
      </p:sp>
      <p:sp>
        <p:nvSpPr>
          <p:cNvPr id="10" name="object 10"/>
          <p:cNvSpPr/>
          <p:nvPr/>
        </p:nvSpPr>
        <p:spPr>
          <a:xfrm>
            <a:off x="503872" y="2172652"/>
            <a:ext cx="1844039" cy="445770"/>
          </a:xfrm>
          <a:custGeom>
            <a:avLst/>
            <a:gdLst/>
            <a:ahLst/>
            <a:cxnLst/>
            <a:rect l="l" t="t" r="r" b="b"/>
            <a:pathLst>
              <a:path w="1844039" h="445769">
                <a:moveTo>
                  <a:pt x="1844039" y="445770"/>
                </a:moveTo>
                <a:lnTo>
                  <a:pt x="0" y="445770"/>
                </a:lnTo>
                <a:lnTo>
                  <a:pt x="0" y="0"/>
                </a:lnTo>
                <a:lnTo>
                  <a:pt x="1844039" y="0"/>
                </a:lnTo>
                <a:lnTo>
                  <a:pt x="1844039" y="14287"/>
                </a:lnTo>
                <a:lnTo>
                  <a:pt x="28575" y="14287"/>
                </a:lnTo>
                <a:lnTo>
                  <a:pt x="14287" y="28575"/>
                </a:lnTo>
                <a:lnTo>
                  <a:pt x="28575" y="28575"/>
                </a:lnTo>
                <a:lnTo>
                  <a:pt x="28575" y="417195"/>
                </a:lnTo>
                <a:lnTo>
                  <a:pt x="14287" y="417195"/>
                </a:lnTo>
                <a:lnTo>
                  <a:pt x="28575" y="431482"/>
                </a:lnTo>
                <a:lnTo>
                  <a:pt x="1844039" y="431482"/>
                </a:lnTo>
                <a:lnTo>
                  <a:pt x="1844039" y="445770"/>
                </a:lnTo>
                <a:close/>
              </a:path>
              <a:path w="1844039" h="445769">
                <a:moveTo>
                  <a:pt x="28575" y="28575"/>
                </a:moveTo>
                <a:lnTo>
                  <a:pt x="14287" y="28575"/>
                </a:lnTo>
                <a:lnTo>
                  <a:pt x="28575" y="14287"/>
                </a:lnTo>
                <a:lnTo>
                  <a:pt x="28575" y="28575"/>
                </a:lnTo>
                <a:close/>
              </a:path>
              <a:path w="1844039" h="445769">
                <a:moveTo>
                  <a:pt x="1815464" y="28575"/>
                </a:moveTo>
                <a:lnTo>
                  <a:pt x="28575" y="28575"/>
                </a:lnTo>
                <a:lnTo>
                  <a:pt x="28575" y="14287"/>
                </a:lnTo>
                <a:lnTo>
                  <a:pt x="1815464" y="14287"/>
                </a:lnTo>
                <a:lnTo>
                  <a:pt x="1815464" y="28575"/>
                </a:lnTo>
                <a:close/>
              </a:path>
              <a:path w="1844039" h="445769">
                <a:moveTo>
                  <a:pt x="1815464" y="431482"/>
                </a:moveTo>
                <a:lnTo>
                  <a:pt x="1815464" y="14287"/>
                </a:lnTo>
                <a:lnTo>
                  <a:pt x="1829752" y="28575"/>
                </a:lnTo>
                <a:lnTo>
                  <a:pt x="1844039" y="28575"/>
                </a:lnTo>
                <a:lnTo>
                  <a:pt x="1844039" y="417195"/>
                </a:lnTo>
                <a:lnTo>
                  <a:pt x="1829752" y="417195"/>
                </a:lnTo>
                <a:lnTo>
                  <a:pt x="1815464" y="431482"/>
                </a:lnTo>
                <a:close/>
              </a:path>
              <a:path w="1844039" h="445769">
                <a:moveTo>
                  <a:pt x="1844039" y="28575"/>
                </a:moveTo>
                <a:lnTo>
                  <a:pt x="1829752" y="28575"/>
                </a:lnTo>
                <a:lnTo>
                  <a:pt x="1815464" y="14287"/>
                </a:lnTo>
                <a:lnTo>
                  <a:pt x="1844039" y="14287"/>
                </a:lnTo>
                <a:lnTo>
                  <a:pt x="1844039" y="28575"/>
                </a:lnTo>
                <a:close/>
              </a:path>
              <a:path w="1844039" h="445769">
                <a:moveTo>
                  <a:pt x="28575" y="431482"/>
                </a:moveTo>
                <a:lnTo>
                  <a:pt x="14287" y="417195"/>
                </a:lnTo>
                <a:lnTo>
                  <a:pt x="28575" y="417195"/>
                </a:lnTo>
                <a:lnTo>
                  <a:pt x="28575" y="431482"/>
                </a:lnTo>
                <a:close/>
              </a:path>
              <a:path w="1844039" h="445769">
                <a:moveTo>
                  <a:pt x="1815464" y="431482"/>
                </a:moveTo>
                <a:lnTo>
                  <a:pt x="28575" y="431482"/>
                </a:lnTo>
                <a:lnTo>
                  <a:pt x="28575" y="417195"/>
                </a:lnTo>
                <a:lnTo>
                  <a:pt x="1815464" y="417195"/>
                </a:lnTo>
                <a:lnTo>
                  <a:pt x="1815464" y="431482"/>
                </a:lnTo>
                <a:close/>
              </a:path>
              <a:path w="1844039" h="445769">
                <a:moveTo>
                  <a:pt x="1844039" y="431482"/>
                </a:moveTo>
                <a:lnTo>
                  <a:pt x="1815464" y="431482"/>
                </a:lnTo>
                <a:lnTo>
                  <a:pt x="1829752" y="417195"/>
                </a:lnTo>
                <a:lnTo>
                  <a:pt x="1844039" y="417195"/>
                </a:lnTo>
                <a:lnTo>
                  <a:pt x="1844039" y="431482"/>
                </a:lnTo>
                <a:close/>
              </a:path>
            </a:pathLst>
          </a:custGeom>
          <a:solidFill>
            <a:srgbClr val="5F95E6"/>
          </a:solidFill>
        </p:spPr>
        <p:txBody>
          <a:bodyPr wrap="square" lIns="0" tIns="0" rIns="0" bIns="0" rtlCol="0"/>
          <a:lstStyle/>
          <a:p>
            <a:endParaRPr/>
          </a:p>
        </p:txBody>
      </p:sp>
      <p:sp>
        <p:nvSpPr>
          <p:cNvPr id="11" name="object 11"/>
          <p:cNvSpPr/>
          <p:nvPr/>
        </p:nvSpPr>
        <p:spPr>
          <a:xfrm>
            <a:off x="503872" y="2759392"/>
            <a:ext cx="1843405" cy="445770"/>
          </a:xfrm>
          <a:custGeom>
            <a:avLst/>
            <a:gdLst/>
            <a:ahLst/>
            <a:cxnLst/>
            <a:rect l="l" t="t" r="r" b="b"/>
            <a:pathLst>
              <a:path w="1843405" h="445769">
                <a:moveTo>
                  <a:pt x="1843404" y="445770"/>
                </a:moveTo>
                <a:lnTo>
                  <a:pt x="0" y="445770"/>
                </a:lnTo>
                <a:lnTo>
                  <a:pt x="0" y="0"/>
                </a:lnTo>
                <a:lnTo>
                  <a:pt x="1843404" y="0"/>
                </a:lnTo>
                <a:lnTo>
                  <a:pt x="1843404" y="14287"/>
                </a:lnTo>
                <a:lnTo>
                  <a:pt x="28575" y="14287"/>
                </a:lnTo>
                <a:lnTo>
                  <a:pt x="14287" y="28575"/>
                </a:lnTo>
                <a:lnTo>
                  <a:pt x="28575" y="28575"/>
                </a:lnTo>
                <a:lnTo>
                  <a:pt x="28575" y="417195"/>
                </a:lnTo>
                <a:lnTo>
                  <a:pt x="14287" y="417195"/>
                </a:lnTo>
                <a:lnTo>
                  <a:pt x="28575" y="431482"/>
                </a:lnTo>
                <a:lnTo>
                  <a:pt x="1843404" y="431482"/>
                </a:lnTo>
                <a:lnTo>
                  <a:pt x="1843404" y="445770"/>
                </a:lnTo>
                <a:close/>
              </a:path>
              <a:path w="1843405" h="445769">
                <a:moveTo>
                  <a:pt x="28575" y="28575"/>
                </a:moveTo>
                <a:lnTo>
                  <a:pt x="14287" y="28575"/>
                </a:lnTo>
                <a:lnTo>
                  <a:pt x="28575" y="14287"/>
                </a:lnTo>
                <a:lnTo>
                  <a:pt x="28575" y="28575"/>
                </a:lnTo>
                <a:close/>
              </a:path>
              <a:path w="1843405" h="445769">
                <a:moveTo>
                  <a:pt x="1814829" y="28575"/>
                </a:moveTo>
                <a:lnTo>
                  <a:pt x="28575" y="28575"/>
                </a:lnTo>
                <a:lnTo>
                  <a:pt x="28575" y="14287"/>
                </a:lnTo>
                <a:lnTo>
                  <a:pt x="1814829" y="14287"/>
                </a:lnTo>
                <a:lnTo>
                  <a:pt x="1814829" y="28575"/>
                </a:lnTo>
                <a:close/>
              </a:path>
              <a:path w="1843405" h="445769">
                <a:moveTo>
                  <a:pt x="1814829" y="431482"/>
                </a:moveTo>
                <a:lnTo>
                  <a:pt x="1814829" y="14287"/>
                </a:lnTo>
                <a:lnTo>
                  <a:pt x="1829117" y="28575"/>
                </a:lnTo>
                <a:lnTo>
                  <a:pt x="1843404" y="28575"/>
                </a:lnTo>
                <a:lnTo>
                  <a:pt x="1843404" y="417195"/>
                </a:lnTo>
                <a:lnTo>
                  <a:pt x="1829117" y="417195"/>
                </a:lnTo>
                <a:lnTo>
                  <a:pt x="1814829" y="431482"/>
                </a:lnTo>
                <a:close/>
              </a:path>
              <a:path w="1843405" h="445769">
                <a:moveTo>
                  <a:pt x="1843404" y="28575"/>
                </a:moveTo>
                <a:lnTo>
                  <a:pt x="1829117" y="28575"/>
                </a:lnTo>
                <a:lnTo>
                  <a:pt x="1814829" y="14287"/>
                </a:lnTo>
                <a:lnTo>
                  <a:pt x="1843404" y="14287"/>
                </a:lnTo>
                <a:lnTo>
                  <a:pt x="1843404" y="28575"/>
                </a:lnTo>
                <a:close/>
              </a:path>
              <a:path w="1843405" h="445769">
                <a:moveTo>
                  <a:pt x="28575" y="431482"/>
                </a:moveTo>
                <a:lnTo>
                  <a:pt x="14287" y="417195"/>
                </a:lnTo>
                <a:lnTo>
                  <a:pt x="28575" y="417195"/>
                </a:lnTo>
                <a:lnTo>
                  <a:pt x="28575" y="431482"/>
                </a:lnTo>
                <a:close/>
              </a:path>
              <a:path w="1843405" h="445769">
                <a:moveTo>
                  <a:pt x="1814829" y="431482"/>
                </a:moveTo>
                <a:lnTo>
                  <a:pt x="28575" y="431482"/>
                </a:lnTo>
                <a:lnTo>
                  <a:pt x="28575" y="417195"/>
                </a:lnTo>
                <a:lnTo>
                  <a:pt x="1814829" y="417195"/>
                </a:lnTo>
                <a:lnTo>
                  <a:pt x="1814829" y="431482"/>
                </a:lnTo>
                <a:close/>
              </a:path>
              <a:path w="1843405" h="445769">
                <a:moveTo>
                  <a:pt x="1843404" y="431482"/>
                </a:moveTo>
                <a:lnTo>
                  <a:pt x="1814829" y="431482"/>
                </a:lnTo>
                <a:lnTo>
                  <a:pt x="1829117" y="417195"/>
                </a:lnTo>
                <a:lnTo>
                  <a:pt x="1843404" y="417195"/>
                </a:lnTo>
                <a:lnTo>
                  <a:pt x="1843404" y="431482"/>
                </a:lnTo>
                <a:close/>
              </a:path>
            </a:pathLst>
          </a:custGeom>
          <a:solidFill>
            <a:srgbClr val="5F95E6"/>
          </a:solidFill>
        </p:spPr>
        <p:txBody>
          <a:bodyPr wrap="square" lIns="0" tIns="0" rIns="0" bIns="0" rtlCol="0"/>
          <a:lstStyle/>
          <a:p>
            <a:endParaRPr/>
          </a:p>
        </p:txBody>
      </p:sp>
      <p:sp>
        <p:nvSpPr>
          <p:cNvPr id="12" name="object 12"/>
          <p:cNvSpPr txBox="1"/>
          <p:nvPr/>
        </p:nvSpPr>
        <p:spPr>
          <a:xfrm>
            <a:off x="612775" y="2247900"/>
            <a:ext cx="5138420" cy="886460"/>
          </a:xfrm>
          <a:prstGeom prst="rect">
            <a:avLst/>
          </a:prstGeom>
        </p:spPr>
        <p:txBody>
          <a:bodyPr vert="horz" wrap="square" lIns="0" tIns="12700" rIns="0" bIns="0" rtlCol="0">
            <a:spAutoFit/>
          </a:bodyPr>
          <a:lstStyle/>
          <a:p>
            <a:pPr marL="127000">
              <a:lnSpc>
                <a:spcPct val="100000"/>
              </a:lnSpc>
              <a:spcBef>
                <a:spcPts val="100"/>
              </a:spcBef>
              <a:tabLst>
                <a:tab pos="1924685" algn="l"/>
              </a:tabLst>
            </a:pPr>
            <a:r>
              <a:rPr sz="1800" dirty="0">
                <a:latin typeface="宋体"/>
                <a:cs typeface="宋体"/>
              </a:rPr>
              <a:t>约束条件设</a:t>
            </a:r>
            <a:r>
              <a:rPr sz="1800" spc="-50" dirty="0">
                <a:latin typeface="宋体"/>
                <a:cs typeface="宋体"/>
              </a:rPr>
              <a:t>定</a:t>
            </a:r>
            <a:r>
              <a:rPr sz="1800" dirty="0">
                <a:latin typeface="宋体"/>
                <a:cs typeface="宋体"/>
              </a:rPr>
              <a:t>	</a:t>
            </a:r>
            <a:r>
              <a:rPr sz="2700" baseline="1543" dirty="0">
                <a:latin typeface="宋体"/>
                <a:cs typeface="宋体"/>
              </a:rPr>
              <a:t>制定多个具有挑战性的限制条</a:t>
            </a:r>
            <a:r>
              <a:rPr sz="2700" spc="-75" baseline="1543" dirty="0">
                <a:latin typeface="宋体"/>
                <a:cs typeface="宋体"/>
              </a:rPr>
              <a:t>件</a:t>
            </a:r>
            <a:endParaRPr sz="2700" baseline="1543">
              <a:latin typeface="宋体"/>
              <a:cs typeface="宋体"/>
            </a:endParaRPr>
          </a:p>
          <a:p>
            <a:pPr>
              <a:lnSpc>
                <a:spcPct val="100000"/>
              </a:lnSpc>
              <a:spcBef>
                <a:spcPts val="25"/>
              </a:spcBef>
            </a:pPr>
            <a:endParaRPr sz="1900">
              <a:latin typeface="宋体"/>
              <a:cs typeface="宋体"/>
            </a:endParaRPr>
          </a:p>
          <a:p>
            <a:pPr marL="12700">
              <a:lnSpc>
                <a:spcPct val="100000"/>
              </a:lnSpc>
              <a:tabLst>
                <a:tab pos="1924685" algn="l"/>
              </a:tabLst>
            </a:pPr>
            <a:r>
              <a:rPr sz="1800" dirty="0">
                <a:latin typeface="宋体"/>
                <a:cs typeface="宋体"/>
              </a:rPr>
              <a:t>约束间矛盾分</a:t>
            </a:r>
            <a:r>
              <a:rPr sz="1800" spc="-50" dirty="0">
                <a:latin typeface="宋体"/>
                <a:cs typeface="宋体"/>
              </a:rPr>
              <a:t>析</a:t>
            </a:r>
            <a:r>
              <a:rPr sz="1800" dirty="0">
                <a:latin typeface="宋体"/>
                <a:cs typeface="宋体"/>
              </a:rPr>
              <a:t>	识别约束之间的潜在冲</a:t>
            </a:r>
            <a:r>
              <a:rPr sz="1800" spc="-50" dirty="0">
                <a:latin typeface="宋体"/>
                <a:cs typeface="宋体"/>
              </a:rPr>
              <a:t>突</a:t>
            </a:r>
            <a:endParaRPr sz="1800">
              <a:latin typeface="宋体"/>
              <a:cs typeface="宋体"/>
            </a:endParaRPr>
          </a:p>
        </p:txBody>
      </p:sp>
      <p:sp>
        <p:nvSpPr>
          <p:cNvPr id="13" name="object 13"/>
          <p:cNvSpPr/>
          <p:nvPr/>
        </p:nvSpPr>
        <p:spPr>
          <a:xfrm>
            <a:off x="5924232" y="2192337"/>
            <a:ext cx="1844039" cy="445770"/>
          </a:xfrm>
          <a:custGeom>
            <a:avLst/>
            <a:gdLst/>
            <a:ahLst/>
            <a:cxnLst/>
            <a:rect l="l" t="t" r="r" b="b"/>
            <a:pathLst>
              <a:path w="1844040" h="445769">
                <a:moveTo>
                  <a:pt x="1844039" y="445769"/>
                </a:moveTo>
                <a:lnTo>
                  <a:pt x="0" y="445769"/>
                </a:lnTo>
                <a:lnTo>
                  <a:pt x="0" y="0"/>
                </a:lnTo>
                <a:lnTo>
                  <a:pt x="1844039" y="0"/>
                </a:lnTo>
                <a:lnTo>
                  <a:pt x="1844039" y="14287"/>
                </a:lnTo>
                <a:lnTo>
                  <a:pt x="28575" y="14287"/>
                </a:lnTo>
                <a:lnTo>
                  <a:pt x="14287" y="28575"/>
                </a:lnTo>
                <a:lnTo>
                  <a:pt x="28575" y="28575"/>
                </a:lnTo>
                <a:lnTo>
                  <a:pt x="28575" y="417194"/>
                </a:lnTo>
                <a:lnTo>
                  <a:pt x="14287" y="417194"/>
                </a:lnTo>
                <a:lnTo>
                  <a:pt x="28575" y="431482"/>
                </a:lnTo>
                <a:lnTo>
                  <a:pt x="1844039" y="431482"/>
                </a:lnTo>
                <a:lnTo>
                  <a:pt x="1844039" y="445769"/>
                </a:lnTo>
                <a:close/>
              </a:path>
              <a:path w="1844040" h="445769">
                <a:moveTo>
                  <a:pt x="28575" y="28575"/>
                </a:moveTo>
                <a:lnTo>
                  <a:pt x="14287" y="28575"/>
                </a:lnTo>
                <a:lnTo>
                  <a:pt x="28575" y="14287"/>
                </a:lnTo>
                <a:lnTo>
                  <a:pt x="28575" y="28575"/>
                </a:lnTo>
                <a:close/>
              </a:path>
              <a:path w="1844040" h="445769">
                <a:moveTo>
                  <a:pt x="1815464" y="28575"/>
                </a:moveTo>
                <a:lnTo>
                  <a:pt x="28575" y="28575"/>
                </a:lnTo>
                <a:lnTo>
                  <a:pt x="28575" y="14287"/>
                </a:lnTo>
                <a:lnTo>
                  <a:pt x="1815464" y="14287"/>
                </a:lnTo>
                <a:lnTo>
                  <a:pt x="1815464" y="28575"/>
                </a:lnTo>
                <a:close/>
              </a:path>
              <a:path w="1844040" h="445769">
                <a:moveTo>
                  <a:pt x="1815464" y="431482"/>
                </a:moveTo>
                <a:lnTo>
                  <a:pt x="1815464" y="14287"/>
                </a:lnTo>
                <a:lnTo>
                  <a:pt x="1829752" y="28575"/>
                </a:lnTo>
                <a:lnTo>
                  <a:pt x="1844039" y="28575"/>
                </a:lnTo>
                <a:lnTo>
                  <a:pt x="1844039" y="417194"/>
                </a:lnTo>
                <a:lnTo>
                  <a:pt x="1829752" y="417194"/>
                </a:lnTo>
                <a:lnTo>
                  <a:pt x="1815464" y="431482"/>
                </a:lnTo>
                <a:close/>
              </a:path>
              <a:path w="1844040" h="445769">
                <a:moveTo>
                  <a:pt x="1844039" y="28575"/>
                </a:moveTo>
                <a:lnTo>
                  <a:pt x="1829752" y="28575"/>
                </a:lnTo>
                <a:lnTo>
                  <a:pt x="1815464" y="14287"/>
                </a:lnTo>
                <a:lnTo>
                  <a:pt x="1844039" y="14287"/>
                </a:lnTo>
                <a:lnTo>
                  <a:pt x="1844039" y="28575"/>
                </a:lnTo>
                <a:close/>
              </a:path>
              <a:path w="1844040" h="445769">
                <a:moveTo>
                  <a:pt x="28575" y="431482"/>
                </a:moveTo>
                <a:lnTo>
                  <a:pt x="14287" y="417194"/>
                </a:lnTo>
                <a:lnTo>
                  <a:pt x="28575" y="417194"/>
                </a:lnTo>
                <a:lnTo>
                  <a:pt x="28575" y="431482"/>
                </a:lnTo>
                <a:close/>
              </a:path>
              <a:path w="1844040" h="445769">
                <a:moveTo>
                  <a:pt x="1815464" y="431482"/>
                </a:moveTo>
                <a:lnTo>
                  <a:pt x="28575" y="431482"/>
                </a:lnTo>
                <a:lnTo>
                  <a:pt x="28575" y="417194"/>
                </a:lnTo>
                <a:lnTo>
                  <a:pt x="1815464" y="417194"/>
                </a:lnTo>
                <a:lnTo>
                  <a:pt x="1815464" y="431482"/>
                </a:lnTo>
                <a:close/>
              </a:path>
              <a:path w="1844040" h="445769">
                <a:moveTo>
                  <a:pt x="1844039" y="431482"/>
                </a:moveTo>
                <a:lnTo>
                  <a:pt x="1815464" y="431482"/>
                </a:lnTo>
                <a:lnTo>
                  <a:pt x="1829752" y="417194"/>
                </a:lnTo>
                <a:lnTo>
                  <a:pt x="1844039" y="417194"/>
                </a:lnTo>
                <a:lnTo>
                  <a:pt x="1844039" y="431482"/>
                </a:lnTo>
                <a:close/>
              </a:path>
            </a:pathLst>
          </a:custGeom>
          <a:solidFill>
            <a:srgbClr val="5F95E6"/>
          </a:solidFill>
        </p:spPr>
        <p:txBody>
          <a:bodyPr wrap="square" lIns="0" tIns="0" rIns="0" bIns="0" rtlCol="0"/>
          <a:lstStyle/>
          <a:p>
            <a:endParaRPr/>
          </a:p>
        </p:txBody>
      </p:sp>
      <p:sp>
        <p:nvSpPr>
          <p:cNvPr id="14" name="object 14"/>
          <p:cNvSpPr/>
          <p:nvPr/>
        </p:nvSpPr>
        <p:spPr>
          <a:xfrm>
            <a:off x="5924232" y="2779077"/>
            <a:ext cx="1843405" cy="445770"/>
          </a:xfrm>
          <a:custGeom>
            <a:avLst/>
            <a:gdLst/>
            <a:ahLst/>
            <a:cxnLst/>
            <a:rect l="l" t="t" r="r" b="b"/>
            <a:pathLst>
              <a:path w="1843404" h="445769">
                <a:moveTo>
                  <a:pt x="1843404" y="445770"/>
                </a:moveTo>
                <a:lnTo>
                  <a:pt x="0" y="445770"/>
                </a:lnTo>
                <a:lnTo>
                  <a:pt x="0" y="0"/>
                </a:lnTo>
                <a:lnTo>
                  <a:pt x="1843404" y="0"/>
                </a:lnTo>
                <a:lnTo>
                  <a:pt x="1843404" y="14287"/>
                </a:lnTo>
                <a:lnTo>
                  <a:pt x="28575" y="14287"/>
                </a:lnTo>
                <a:lnTo>
                  <a:pt x="14287" y="28575"/>
                </a:lnTo>
                <a:lnTo>
                  <a:pt x="28575" y="28575"/>
                </a:lnTo>
                <a:lnTo>
                  <a:pt x="28575" y="417195"/>
                </a:lnTo>
                <a:lnTo>
                  <a:pt x="14287" y="417195"/>
                </a:lnTo>
                <a:lnTo>
                  <a:pt x="28575" y="431482"/>
                </a:lnTo>
                <a:lnTo>
                  <a:pt x="1843404" y="431482"/>
                </a:lnTo>
                <a:lnTo>
                  <a:pt x="1843404" y="445770"/>
                </a:lnTo>
                <a:close/>
              </a:path>
              <a:path w="1843404" h="445769">
                <a:moveTo>
                  <a:pt x="28575" y="28575"/>
                </a:moveTo>
                <a:lnTo>
                  <a:pt x="14287" y="28575"/>
                </a:lnTo>
                <a:lnTo>
                  <a:pt x="28575" y="14287"/>
                </a:lnTo>
                <a:lnTo>
                  <a:pt x="28575" y="28575"/>
                </a:lnTo>
                <a:close/>
              </a:path>
              <a:path w="1843404" h="445769">
                <a:moveTo>
                  <a:pt x="1814829" y="28575"/>
                </a:moveTo>
                <a:lnTo>
                  <a:pt x="28575" y="28575"/>
                </a:lnTo>
                <a:lnTo>
                  <a:pt x="28575" y="14287"/>
                </a:lnTo>
                <a:lnTo>
                  <a:pt x="1814829" y="14287"/>
                </a:lnTo>
                <a:lnTo>
                  <a:pt x="1814829" y="28575"/>
                </a:lnTo>
                <a:close/>
              </a:path>
              <a:path w="1843404" h="445769">
                <a:moveTo>
                  <a:pt x="1814829" y="431482"/>
                </a:moveTo>
                <a:lnTo>
                  <a:pt x="1814829" y="14287"/>
                </a:lnTo>
                <a:lnTo>
                  <a:pt x="1829117" y="28575"/>
                </a:lnTo>
                <a:lnTo>
                  <a:pt x="1843404" y="28575"/>
                </a:lnTo>
                <a:lnTo>
                  <a:pt x="1843404" y="417195"/>
                </a:lnTo>
                <a:lnTo>
                  <a:pt x="1829117" y="417195"/>
                </a:lnTo>
                <a:lnTo>
                  <a:pt x="1814829" y="431482"/>
                </a:lnTo>
                <a:close/>
              </a:path>
              <a:path w="1843404" h="445769">
                <a:moveTo>
                  <a:pt x="1843404" y="28575"/>
                </a:moveTo>
                <a:lnTo>
                  <a:pt x="1829117" y="28575"/>
                </a:lnTo>
                <a:lnTo>
                  <a:pt x="1814829" y="14287"/>
                </a:lnTo>
                <a:lnTo>
                  <a:pt x="1843404" y="14287"/>
                </a:lnTo>
                <a:lnTo>
                  <a:pt x="1843404" y="28575"/>
                </a:lnTo>
                <a:close/>
              </a:path>
              <a:path w="1843404" h="445769">
                <a:moveTo>
                  <a:pt x="28575" y="431482"/>
                </a:moveTo>
                <a:lnTo>
                  <a:pt x="14287" y="417195"/>
                </a:lnTo>
                <a:lnTo>
                  <a:pt x="28575" y="417195"/>
                </a:lnTo>
                <a:lnTo>
                  <a:pt x="28575" y="431482"/>
                </a:lnTo>
                <a:close/>
              </a:path>
              <a:path w="1843404" h="445769">
                <a:moveTo>
                  <a:pt x="1814829" y="431482"/>
                </a:moveTo>
                <a:lnTo>
                  <a:pt x="28575" y="431482"/>
                </a:lnTo>
                <a:lnTo>
                  <a:pt x="28575" y="417195"/>
                </a:lnTo>
                <a:lnTo>
                  <a:pt x="1814829" y="417195"/>
                </a:lnTo>
                <a:lnTo>
                  <a:pt x="1814829" y="431482"/>
                </a:lnTo>
                <a:close/>
              </a:path>
              <a:path w="1843404" h="445769">
                <a:moveTo>
                  <a:pt x="1843404" y="431482"/>
                </a:moveTo>
                <a:lnTo>
                  <a:pt x="1814829" y="431482"/>
                </a:lnTo>
                <a:lnTo>
                  <a:pt x="1829117" y="417195"/>
                </a:lnTo>
                <a:lnTo>
                  <a:pt x="1843404" y="417195"/>
                </a:lnTo>
                <a:lnTo>
                  <a:pt x="1843404" y="431482"/>
                </a:lnTo>
                <a:close/>
              </a:path>
            </a:pathLst>
          </a:custGeom>
          <a:solidFill>
            <a:srgbClr val="5F95E6"/>
          </a:solidFill>
        </p:spPr>
        <p:txBody>
          <a:bodyPr wrap="square" lIns="0" tIns="0" rIns="0" bIns="0" rtlCol="0"/>
          <a:lstStyle/>
          <a:p>
            <a:endParaRPr/>
          </a:p>
        </p:txBody>
      </p:sp>
      <p:sp>
        <p:nvSpPr>
          <p:cNvPr id="15" name="object 15"/>
          <p:cNvSpPr txBox="1"/>
          <p:nvPr/>
        </p:nvSpPr>
        <p:spPr>
          <a:xfrm>
            <a:off x="6033134" y="2267584"/>
            <a:ext cx="5295900" cy="886460"/>
          </a:xfrm>
          <a:prstGeom prst="rect">
            <a:avLst/>
          </a:prstGeom>
        </p:spPr>
        <p:txBody>
          <a:bodyPr vert="horz" wrap="square" lIns="0" tIns="12700" rIns="0" bIns="0" rtlCol="0">
            <a:spAutoFit/>
          </a:bodyPr>
          <a:lstStyle/>
          <a:p>
            <a:pPr marL="12700">
              <a:lnSpc>
                <a:spcPct val="100000"/>
              </a:lnSpc>
              <a:spcBef>
                <a:spcPts val="100"/>
              </a:spcBef>
              <a:tabLst>
                <a:tab pos="1853564" algn="l"/>
              </a:tabLst>
            </a:pPr>
            <a:r>
              <a:rPr sz="1800" dirty="0">
                <a:latin typeface="宋体"/>
                <a:cs typeface="宋体"/>
              </a:rPr>
              <a:t>创造性妥协探</a:t>
            </a:r>
            <a:r>
              <a:rPr sz="1800" spc="-50" dirty="0">
                <a:latin typeface="宋体"/>
                <a:cs typeface="宋体"/>
              </a:rPr>
              <a:t>索</a:t>
            </a:r>
            <a:r>
              <a:rPr sz="1800" dirty="0">
                <a:latin typeface="宋体"/>
                <a:cs typeface="宋体"/>
              </a:rPr>
              <a:t>	</a:t>
            </a:r>
            <a:r>
              <a:rPr sz="2700" baseline="1543" dirty="0">
                <a:latin typeface="宋体"/>
                <a:cs typeface="宋体"/>
              </a:rPr>
              <a:t>寻找满足所有约束的创新解决方</a:t>
            </a:r>
            <a:r>
              <a:rPr sz="2700" spc="-75" baseline="1543" dirty="0">
                <a:latin typeface="宋体"/>
                <a:cs typeface="宋体"/>
              </a:rPr>
              <a:t>案</a:t>
            </a:r>
            <a:endParaRPr sz="2700" baseline="1543">
              <a:latin typeface="宋体"/>
              <a:cs typeface="宋体"/>
            </a:endParaRPr>
          </a:p>
          <a:p>
            <a:pPr>
              <a:lnSpc>
                <a:spcPct val="100000"/>
              </a:lnSpc>
              <a:spcBef>
                <a:spcPts val="25"/>
              </a:spcBef>
            </a:pPr>
            <a:endParaRPr sz="1900">
              <a:latin typeface="宋体"/>
              <a:cs typeface="宋体"/>
            </a:endParaRPr>
          </a:p>
          <a:p>
            <a:pPr marL="127000">
              <a:lnSpc>
                <a:spcPct val="100000"/>
              </a:lnSpc>
              <a:tabLst>
                <a:tab pos="1853564" algn="l"/>
              </a:tabLst>
            </a:pPr>
            <a:r>
              <a:rPr sz="1800" dirty="0">
                <a:latin typeface="宋体"/>
                <a:cs typeface="宋体"/>
              </a:rPr>
              <a:t>约束突破思</a:t>
            </a:r>
            <a:r>
              <a:rPr sz="1800" spc="-50" dirty="0">
                <a:latin typeface="宋体"/>
                <a:cs typeface="宋体"/>
              </a:rPr>
              <a:t>考</a:t>
            </a:r>
            <a:r>
              <a:rPr sz="1800" dirty="0">
                <a:latin typeface="宋体"/>
                <a:cs typeface="宋体"/>
              </a:rPr>
              <a:t>	探索创造性地绕过或重新定义约</a:t>
            </a:r>
            <a:r>
              <a:rPr sz="1800" spc="-50" dirty="0">
                <a:latin typeface="宋体"/>
                <a:cs typeface="宋体"/>
              </a:rPr>
              <a:t>束</a:t>
            </a:r>
            <a:endParaRPr sz="1800">
              <a:latin typeface="宋体"/>
              <a:cs typeface="宋体"/>
            </a:endParaRPr>
          </a:p>
        </p:txBody>
      </p:sp>
      <p:sp>
        <p:nvSpPr>
          <p:cNvPr id="16" name="object 16"/>
          <p:cNvSpPr txBox="1"/>
          <p:nvPr/>
        </p:nvSpPr>
        <p:spPr>
          <a:xfrm>
            <a:off x="6591934" y="4401184"/>
            <a:ext cx="3149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a:cs typeface="宋体"/>
              </a:rPr>
              <a:t>（1）</a:t>
            </a:r>
            <a:r>
              <a:rPr sz="1200" spc="-5" dirty="0">
                <a:latin typeface="宋体"/>
                <a:cs typeface="宋体"/>
              </a:rPr>
              <a:t>核心问题：设计一款多功能智能家居设备</a:t>
            </a:r>
            <a:endParaRPr sz="1200">
              <a:latin typeface="宋体"/>
              <a:cs typeface="宋体"/>
            </a:endParaRPr>
          </a:p>
        </p:txBody>
      </p:sp>
      <p:sp>
        <p:nvSpPr>
          <p:cNvPr id="17" name="object 17"/>
          <p:cNvSpPr txBox="1"/>
          <p:nvPr/>
        </p:nvSpPr>
        <p:spPr>
          <a:xfrm>
            <a:off x="6591934" y="4680584"/>
            <a:ext cx="11684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a:cs typeface="宋体"/>
              </a:rPr>
              <a:t>（2）</a:t>
            </a:r>
            <a:r>
              <a:rPr sz="1200" spc="-10" dirty="0">
                <a:latin typeface="宋体"/>
                <a:cs typeface="宋体"/>
              </a:rPr>
              <a:t>约束条件：</a:t>
            </a:r>
            <a:endParaRPr sz="1200">
              <a:latin typeface="宋体"/>
              <a:cs typeface="宋体"/>
            </a:endParaRPr>
          </a:p>
        </p:txBody>
      </p:sp>
      <p:sp>
        <p:nvSpPr>
          <p:cNvPr id="18" name="object 18"/>
          <p:cNvSpPr txBox="1"/>
          <p:nvPr/>
        </p:nvSpPr>
        <p:spPr>
          <a:xfrm>
            <a:off x="6591934" y="4863465"/>
            <a:ext cx="2806700" cy="1422400"/>
          </a:xfrm>
          <a:prstGeom prst="rect">
            <a:avLst/>
          </a:prstGeom>
        </p:spPr>
        <p:txBody>
          <a:bodyPr vert="horz" wrap="square" lIns="0" tIns="109220" rIns="0" bIns="0" rtlCol="0">
            <a:spAutoFit/>
          </a:bodyPr>
          <a:lstStyle/>
          <a:p>
            <a:pPr marL="355600" indent="-342900">
              <a:lnSpc>
                <a:spcPct val="100000"/>
              </a:lnSpc>
              <a:spcBef>
                <a:spcPts val="860"/>
              </a:spcBef>
              <a:buFont typeface="Trebuchet MS"/>
              <a:buChar char="▪"/>
              <a:tabLst>
                <a:tab pos="354965" algn="l"/>
                <a:tab pos="355600" algn="l"/>
              </a:tabLst>
            </a:pPr>
            <a:r>
              <a:rPr sz="1200" spc="-5" dirty="0">
                <a:latin typeface="宋体"/>
                <a:cs typeface="宋体"/>
              </a:rPr>
              <a:t>产品体积不能超过一个标准鞋盒</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dirty="0">
                <a:latin typeface="宋体"/>
                <a:cs typeface="宋体"/>
              </a:rPr>
              <a:t>必须同时满足5</a:t>
            </a:r>
            <a:r>
              <a:rPr sz="1200" spc="-10" dirty="0">
                <a:latin typeface="宋体"/>
                <a:cs typeface="宋体"/>
              </a:rPr>
              <a:t>个不同的家居需求</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dirty="0">
                <a:latin typeface="宋体"/>
                <a:cs typeface="宋体"/>
              </a:rPr>
              <a:t>产品售价不超过100</a:t>
            </a:r>
            <a:r>
              <a:rPr sz="1200" spc="-25" dirty="0">
                <a:latin typeface="宋体"/>
                <a:cs typeface="宋体"/>
              </a:rPr>
              <a:t>美元</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dirty="0">
                <a:latin typeface="宋体"/>
                <a:cs typeface="宋体"/>
              </a:rPr>
              <a:t>使用</a:t>
            </a:r>
            <a:r>
              <a:rPr sz="1200" spc="110" dirty="0">
                <a:latin typeface="宋体"/>
                <a:cs typeface="宋体"/>
              </a:rPr>
              <a:t>100%</a:t>
            </a:r>
            <a:r>
              <a:rPr sz="1200" spc="-10" dirty="0">
                <a:latin typeface="宋体"/>
                <a:cs typeface="宋体"/>
              </a:rPr>
              <a:t>可回收材料制造</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适用于从儿童到老年人的所有年龄段</a:t>
            </a:r>
            <a:endParaRPr sz="1200">
              <a:latin typeface="宋体"/>
              <a:cs typeface="宋体"/>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523855" cy="634365"/>
          </a:xfrm>
          <a:prstGeom prst="rect">
            <a:avLst/>
          </a:prstGeom>
        </p:spPr>
        <p:txBody>
          <a:bodyPr vert="horz" wrap="square" lIns="0" tIns="12065" rIns="0" bIns="0" rtlCol="0">
            <a:spAutoFit/>
          </a:bodyPr>
          <a:lstStyle/>
          <a:p>
            <a:pPr marL="12700">
              <a:lnSpc>
                <a:spcPct val="100000"/>
              </a:lnSpc>
              <a:spcBef>
                <a:spcPts val="95"/>
              </a:spcBef>
            </a:pPr>
            <a:r>
              <a:rPr sz="4000" spc="270" dirty="0"/>
              <a:t>语体模拟机制（</a:t>
            </a:r>
            <a:r>
              <a:rPr sz="4000" spc="270" dirty="0">
                <a:latin typeface="Arial"/>
                <a:cs typeface="Arial"/>
              </a:rPr>
              <a:t>RSM</a:t>
            </a:r>
            <a:r>
              <a:rPr sz="4000" spc="270" dirty="0"/>
              <a:t>）：精准捕捉语言特</a:t>
            </a:r>
            <a:r>
              <a:rPr sz="4000" spc="-50" dirty="0"/>
              <a:t>征</a:t>
            </a:r>
            <a:endParaRPr sz="4000">
              <a:latin typeface="Arial"/>
              <a:cs typeface="Arial"/>
            </a:endParaRPr>
          </a:p>
        </p:txBody>
      </p:sp>
      <p:sp>
        <p:nvSpPr>
          <p:cNvPr id="3" name="object 3"/>
          <p:cNvSpPr txBox="1"/>
          <p:nvPr/>
        </p:nvSpPr>
        <p:spPr>
          <a:xfrm>
            <a:off x="540384" y="3591722"/>
            <a:ext cx="5671185" cy="3048635"/>
          </a:xfrm>
          <a:prstGeom prst="rect">
            <a:avLst/>
          </a:prstGeom>
        </p:spPr>
        <p:txBody>
          <a:bodyPr vert="horz" wrap="square" lIns="0" tIns="173990" rIns="0" bIns="0" rtlCol="0">
            <a:spAutoFit/>
          </a:bodyPr>
          <a:lstStyle/>
          <a:p>
            <a:pPr marL="267335">
              <a:lnSpc>
                <a:spcPct val="100000"/>
              </a:lnSpc>
              <a:spcBef>
                <a:spcPts val="1370"/>
              </a:spcBef>
            </a:pPr>
            <a:r>
              <a:rPr sz="2000" b="1" spc="-10" dirty="0">
                <a:latin typeface="Arial"/>
                <a:cs typeface="Arial"/>
              </a:rPr>
              <a:t>RSM</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140"/>
              </a:spcBef>
              <a:buFont typeface="Arial"/>
              <a:buAutoNum type="arabicPeriod"/>
              <a:tabLst>
                <a:tab pos="354965" algn="l"/>
                <a:tab pos="355600" algn="l"/>
              </a:tabLst>
            </a:pPr>
            <a:r>
              <a:rPr sz="1800" spc="-5" dirty="0">
                <a:latin typeface="宋体"/>
                <a:cs typeface="宋体"/>
              </a:rPr>
              <a:t>确定目标语体：明确需要模拟的具体语言风格</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收集语料样本：搜集目标语体的典型文本样本</a:t>
            </a:r>
            <a:endParaRPr sz="1800">
              <a:latin typeface="宋体"/>
              <a:cs typeface="宋体"/>
            </a:endParaRPr>
          </a:p>
          <a:p>
            <a:pPr marL="355600" marR="5080" indent="-342900">
              <a:lnSpc>
                <a:spcPct val="129900"/>
              </a:lnSpc>
              <a:buFont typeface="Arial"/>
              <a:buAutoNum type="arabicPeriod"/>
              <a:tabLst>
                <a:tab pos="354965" algn="l"/>
                <a:tab pos="355600" algn="l"/>
              </a:tabLst>
            </a:pPr>
            <a:r>
              <a:rPr sz="1800" spc="-5" dirty="0">
                <a:latin typeface="宋体"/>
                <a:cs typeface="宋体"/>
              </a:rPr>
              <a:t>分析语言特征：从词汇、句法、修辞等多个维度分析</a:t>
            </a:r>
            <a:r>
              <a:rPr sz="1800" spc="-15" dirty="0">
                <a:latin typeface="宋体"/>
                <a:cs typeface="宋体"/>
              </a:rPr>
              <a:t>语体特征</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提取关键元素：识别和提取构成语体的独特语言元素</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构建语体指南：创建详细的语体使用指南</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生成模拟提示：创建引导</a:t>
            </a:r>
            <a:r>
              <a:rPr sz="1800" spc="-10" dirty="0">
                <a:latin typeface="Arial"/>
                <a:cs typeface="Arial"/>
              </a:rPr>
              <a:t>AI</a:t>
            </a:r>
            <a:r>
              <a:rPr sz="1800" spc="-5" dirty="0">
                <a:latin typeface="宋体"/>
                <a:cs typeface="宋体"/>
              </a:rPr>
              <a:t>模拟特定语体的提示语</a:t>
            </a:r>
            <a:endParaRPr sz="1800">
              <a:latin typeface="宋体"/>
              <a:cs typeface="宋体"/>
            </a:endParaRPr>
          </a:p>
        </p:txBody>
      </p:sp>
      <p:grpSp>
        <p:nvGrpSpPr>
          <p:cNvPr id="4" name="object 4"/>
          <p:cNvGrpSpPr/>
          <p:nvPr/>
        </p:nvGrpSpPr>
        <p:grpSpPr>
          <a:xfrm>
            <a:off x="6509384" y="3906011"/>
            <a:ext cx="5143500" cy="2745740"/>
            <a:chOff x="6509384" y="3906011"/>
            <a:chExt cx="5143500" cy="2745740"/>
          </a:xfrm>
        </p:grpSpPr>
        <p:sp>
          <p:nvSpPr>
            <p:cNvPr id="5" name="object 5"/>
            <p:cNvSpPr/>
            <p:nvPr/>
          </p:nvSpPr>
          <p:spPr>
            <a:xfrm>
              <a:off x="6513575" y="3906011"/>
              <a:ext cx="2106295" cy="349250"/>
            </a:xfrm>
            <a:custGeom>
              <a:avLst/>
              <a:gdLst/>
              <a:ahLst/>
              <a:cxnLst/>
              <a:rect l="l" t="t" r="r" b="b"/>
              <a:pathLst>
                <a:path w="2106295" h="349250">
                  <a:moveTo>
                    <a:pt x="2048255" y="348996"/>
                  </a:moveTo>
                  <a:lnTo>
                    <a:pt x="57912" y="348996"/>
                  </a:lnTo>
                  <a:lnTo>
                    <a:pt x="35211" y="344497"/>
                  </a:lnTo>
                  <a:lnTo>
                    <a:pt x="16725" y="332079"/>
                  </a:lnTo>
                  <a:lnTo>
                    <a:pt x="4355" y="313641"/>
                  </a:lnTo>
                  <a:lnTo>
                    <a:pt x="0" y="291084"/>
                  </a:lnTo>
                  <a:lnTo>
                    <a:pt x="0" y="57912"/>
                  </a:lnTo>
                  <a:lnTo>
                    <a:pt x="4355" y="35354"/>
                  </a:lnTo>
                  <a:lnTo>
                    <a:pt x="16725" y="16916"/>
                  </a:lnTo>
                  <a:lnTo>
                    <a:pt x="35211" y="4498"/>
                  </a:lnTo>
                  <a:lnTo>
                    <a:pt x="57912" y="0"/>
                  </a:lnTo>
                  <a:lnTo>
                    <a:pt x="2048255" y="0"/>
                  </a:lnTo>
                  <a:lnTo>
                    <a:pt x="2070599" y="4498"/>
                  </a:lnTo>
                  <a:lnTo>
                    <a:pt x="2088965" y="16916"/>
                  </a:lnTo>
                  <a:lnTo>
                    <a:pt x="2101455" y="35354"/>
                  </a:lnTo>
                  <a:lnTo>
                    <a:pt x="2106168" y="57912"/>
                  </a:lnTo>
                  <a:lnTo>
                    <a:pt x="2106168" y="291084"/>
                  </a:lnTo>
                  <a:lnTo>
                    <a:pt x="2101455" y="313641"/>
                  </a:lnTo>
                  <a:lnTo>
                    <a:pt x="2088965" y="332079"/>
                  </a:lnTo>
                  <a:lnTo>
                    <a:pt x="2070599" y="344497"/>
                  </a:lnTo>
                  <a:lnTo>
                    <a:pt x="2048255" y="348996"/>
                  </a:lnTo>
                  <a:close/>
                </a:path>
              </a:pathLst>
            </a:custGeom>
            <a:solidFill>
              <a:srgbClr val="0A80DF"/>
            </a:solidFill>
          </p:spPr>
          <p:txBody>
            <a:bodyPr wrap="square" lIns="0" tIns="0" rIns="0" bIns="0" rtlCol="0"/>
            <a:lstStyle/>
            <a:p>
              <a:endParaRPr/>
            </a:p>
          </p:txBody>
        </p:sp>
        <p:sp>
          <p:nvSpPr>
            <p:cNvPr id="6" name="object 6"/>
            <p:cNvSpPr/>
            <p:nvPr/>
          </p:nvSpPr>
          <p:spPr>
            <a:xfrm>
              <a:off x="6509384" y="4268469"/>
              <a:ext cx="5143500" cy="2383155"/>
            </a:xfrm>
            <a:custGeom>
              <a:avLst/>
              <a:gdLst/>
              <a:ahLst/>
              <a:cxnLst/>
              <a:rect l="l" t="t" r="r" b="b"/>
              <a:pathLst>
                <a:path w="5143500" h="2383154">
                  <a:moveTo>
                    <a:pt x="5139690" y="2383154"/>
                  </a:moveTo>
                  <a:lnTo>
                    <a:pt x="3810" y="2383154"/>
                  </a:lnTo>
                  <a:lnTo>
                    <a:pt x="2349" y="2382862"/>
                  </a:lnTo>
                  <a:lnTo>
                    <a:pt x="1117" y="2382037"/>
                  </a:lnTo>
                  <a:lnTo>
                    <a:pt x="292" y="2380805"/>
                  </a:lnTo>
                  <a:lnTo>
                    <a:pt x="0" y="2379345"/>
                  </a:lnTo>
                  <a:lnTo>
                    <a:pt x="0" y="3809"/>
                  </a:lnTo>
                  <a:lnTo>
                    <a:pt x="292" y="2349"/>
                  </a:lnTo>
                  <a:lnTo>
                    <a:pt x="1117" y="1117"/>
                  </a:lnTo>
                  <a:lnTo>
                    <a:pt x="2349" y="292"/>
                  </a:lnTo>
                  <a:lnTo>
                    <a:pt x="3810" y="0"/>
                  </a:lnTo>
                  <a:lnTo>
                    <a:pt x="5139690" y="0"/>
                  </a:lnTo>
                  <a:lnTo>
                    <a:pt x="5141150" y="292"/>
                  </a:lnTo>
                  <a:lnTo>
                    <a:pt x="5142382" y="1117"/>
                  </a:lnTo>
                  <a:lnTo>
                    <a:pt x="5143207" y="2349"/>
                  </a:lnTo>
                  <a:lnTo>
                    <a:pt x="5143500" y="3809"/>
                  </a:lnTo>
                  <a:lnTo>
                    <a:pt x="7620" y="3809"/>
                  </a:lnTo>
                  <a:lnTo>
                    <a:pt x="3810" y="7619"/>
                  </a:lnTo>
                  <a:lnTo>
                    <a:pt x="7620" y="7619"/>
                  </a:lnTo>
                  <a:lnTo>
                    <a:pt x="7620" y="2375534"/>
                  </a:lnTo>
                  <a:lnTo>
                    <a:pt x="3810" y="2375534"/>
                  </a:lnTo>
                  <a:lnTo>
                    <a:pt x="7620" y="2379345"/>
                  </a:lnTo>
                  <a:lnTo>
                    <a:pt x="5143500" y="2379345"/>
                  </a:lnTo>
                  <a:lnTo>
                    <a:pt x="5143207" y="2380805"/>
                  </a:lnTo>
                  <a:lnTo>
                    <a:pt x="5142382" y="2382037"/>
                  </a:lnTo>
                  <a:lnTo>
                    <a:pt x="5141150" y="2382862"/>
                  </a:lnTo>
                  <a:lnTo>
                    <a:pt x="5139690" y="2383154"/>
                  </a:lnTo>
                  <a:close/>
                </a:path>
                <a:path w="5143500" h="2383154">
                  <a:moveTo>
                    <a:pt x="7620" y="7619"/>
                  </a:moveTo>
                  <a:lnTo>
                    <a:pt x="3810" y="7619"/>
                  </a:lnTo>
                  <a:lnTo>
                    <a:pt x="7620" y="3809"/>
                  </a:lnTo>
                  <a:lnTo>
                    <a:pt x="7620" y="7619"/>
                  </a:lnTo>
                  <a:close/>
                </a:path>
                <a:path w="5143500" h="2383154">
                  <a:moveTo>
                    <a:pt x="5135880" y="7619"/>
                  </a:moveTo>
                  <a:lnTo>
                    <a:pt x="7620" y="7619"/>
                  </a:lnTo>
                  <a:lnTo>
                    <a:pt x="7620" y="3809"/>
                  </a:lnTo>
                  <a:lnTo>
                    <a:pt x="5135880" y="3809"/>
                  </a:lnTo>
                  <a:lnTo>
                    <a:pt x="5135880" y="7619"/>
                  </a:lnTo>
                  <a:close/>
                </a:path>
                <a:path w="5143500" h="2383154">
                  <a:moveTo>
                    <a:pt x="5135880" y="2379345"/>
                  </a:moveTo>
                  <a:lnTo>
                    <a:pt x="5135880" y="3809"/>
                  </a:lnTo>
                  <a:lnTo>
                    <a:pt x="5139690" y="7619"/>
                  </a:lnTo>
                  <a:lnTo>
                    <a:pt x="5143500" y="7619"/>
                  </a:lnTo>
                  <a:lnTo>
                    <a:pt x="5143500" y="2375534"/>
                  </a:lnTo>
                  <a:lnTo>
                    <a:pt x="5139690" y="2375534"/>
                  </a:lnTo>
                  <a:lnTo>
                    <a:pt x="5135880" y="2379345"/>
                  </a:lnTo>
                  <a:close/>
                </a:path>
                <a:path w="5143500" h="2383154">
                  <a:moveTo>
                    <a:pt x="5143500" y="7619"/>
                  </a:moveTo>
                  <a:lnTo>
                    <a:pt x="5139690" y="7619"/>
                  </a:lnTo>
                  <a:lnTo>
                    <a:pt x="5135880" y="3809"/>
                  </a:lnTo>
                  <a:lnTo>
                    <a:pt x="5143500" y="3809"/>
                  </a:lnTo>
                  <a:lnTo>
                    <a:pt x="5143500" y="7619"/>
                  </a:lnTo>
                  <a:close/>
                </a:path>
                <a:path w="5143500" h="2383154">
                  <a:moveTo>
                    <a:pt x="7620" y="2379345"/>
                  </a:moveTo>
                  <a:lnTo>
                    <a:pt x="3810" y="2375534"/>
                  </a:lnTo>
                  <a:lnTo>
                    <a:pt x="7620" y="2375534"/>
                  </a:lnTo>
                  <a:lnTo>
                    <a:pt x="7620" y="2379345"/>
                  </a:lnTo>
                  <a:close/>
                </a:path>
                <a:path w="5143500" h="2383154">
                  <a:moveTo>
                    <a:pt x="5135880" y="2379345"/>
                  </a:moveTo>
                  <a:lnTo>
                    <a:pt x="7620" y="2379345"/>
                  </a:lnTo>
                  <a:lnTo>
                    <a:pt x="7620" y="2375534"/>
                  </a:lnTo>
                  <a:lnTo>
                    <a:pt x="5135880" y="2375534"/>
                  </a:lnTo>
                  <a:lnTo>
                    <a:pt x="5135880" y="2379345"/>
                  </a:lnTo>
                  <a:close/>
                </a:path>
                <a:path w="5143500" h="2383154">
                  <a:moveTo>
                    <a:pt x="5143500" y="2379345"/>
                  </a:moveTo>
                  <a:lnTo>
                    <a:pt x="5135880" y="2379345"/>
                  </a:lnTo>
                  <a:lnTo>
                    <a:pt x="5139690" y="2375534"/>
                  </a:lnTo>
                  <a:lnTo>
                    <a:pt x="5143500" y="2375534"/>
                  </a:lnTo>
                  <a:lnTo>
                    <a:pt x="5143500" y="2379345"/>
                  </a:lnTo>
                  <a:close/>
                </a:path>
              </a:pathLst>
            </a:custGeom>
            <a:solidFill>
              <a:srgbClr val="E6E6E6"/>
            </a:solidFill>
          </p:spPr>
          <p:txBody>
            <a:bodyPr wrap="square" lIns="0" tIns="0" rIns="0" bIns="0" rtlCol="0"/>
            <a:lstStyle/>
            <a:p>
              <a:endParaRPr/>
            </a:p>
          </p:txBody>
        </p:sp>
      </p:grpSp>
      <p:sp>
        <p:nvSpPr>
          <p:cNvPr id="7" name="object 7"/>
          <p:cNvSpPr txBox="1"/>
          <p:nvPr/>
        </p:nvSpPr>
        <p:spPr>
          <a:xfrm>
            <a:off x="6591934" y="3932453"/>
            <a:ext cx="4889500" cy="1208405"/>
          </a:xfrm>
          <a:prstGeom prst="rect">
            <a:avLst/>
          </a:prstGeom>
        </p:spPr>
        <p:txBody>
          <a:bodyPr vert="horz" wrap="square" lIns="0" tIns="12700" rIns="0" bIns="0" rtlCol="0">
            <a:spAutoFit/>
          </a:bodyPr>
          <a:lstStyle/>
          <a:p>
            <a:pPr marL="514984">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5080">
              <a:lnSpc>
                <a:spcPct val="152800"/>
              </a:lnSpc>
              <a:spcBef>
                <a:spcPts val="550"/>
              </a:spcBef>
            </a:pPr>
            <a:r>
              <a:rPr sz="1200" dirty="0">
                <a:latin typeface="宋体"/>
                <a:cs typeface="宋体"/>
              </a:rPr>
              <a:t>假设需要</a:t>
            </a:r>
            <a:r>
              <a:rPr sz="1200" spc="-45" dirty="0">
                <a:latin typeface="宋体"/>
                <a:cs typeface="宋体"/>
              </a:rPr>
              <a:t>AI</a:t>
            </a:r>
            <a:r>
              <a:rPr sz="1200" dirty="0">
                <a:latin typeface="宋体"/>
                <a:cs typeface="宋体"/>
              </a:rPr>
              <a:t>生成一篇模仿莎士比亚风格的短文，可以使用</a:t>
            </a:r>
            <a:r>
              <a:rPr sz="1200" spc="204" dirty="0">
                <a:latin typeface="宋体"/>
                <a:cs typeface="宋体"/>
              </a:rPr>
              <a:t>RSM</a:t>
            </a:r>
            <a:r>
              <a:rPr sz="1200" dirty="0">
                <a:latin typeface="宋体"/>
                <a:cs typeface="宋体"/>
              </a:rPr>
              <a:t>来指导</a:t>
            </a:r>
            <a:r>
              <a:rPr sz="1200" spc="-45" dirty="0">
                <a:latin typeface="宋体"/>
                <a:cs typeface="宋体"/>
              </a:rPr>
              <a:t>AI</a:t>
            </a:r>
            <a:r>
              <a:rPr sz="1200" spc="-50" dirty="0">
                <a:latin typeface="宋体"/>
                <a:cs typeface="宋体"/>
              </a:rPr>
              <a:t>更</a:t>
            </a:r>
            <a:r>
              <a:rPr sz="1200" spc="-5" dirty="0">
                <a:latin typeface="宋体"/>
                <a:cs typeface="宋体"/>
              </a:rPr>
              <a:t>准确地捕捉莎士比亚的语言特征。</a:t>
            </a:r>
            <a:endParaRPr sz="1200">
              <a:latin typeface="宋体"/>
              <a:cs typeface="宋体"/>
            </a:endParaRPr>
          </a:p>
          <a:p>
            <a:pPr marL="12700">
              <a:lnSpc>
                <a:spcPct val="100000"/>
              </a:lnSpc>
              <a:spcBef>
                <a:spcPts val="760"/>
              </a:spcBef>
            </a:pPr>
            <a:r>
              <a:rPr sz="1200" spc="-5" dirty="0">
                <a:latin typeface="宋体"/>
                <a:cs typeface="宋体"/>
              </a:rPr>
              <a:t>莎士比亚风格特征分析：</a:t>
            </a:r>
            <a:endParaRPr sz="1200">
              <a:latin typeface="宋体"/>
              <a:cs typeface="宋体"/>
            </a:endParaRPr>
          </a:p>
        </p:txBody>
      </p:sp>
      <p:sp>
        <p:nvSpPr>
          <p:cNvPr id="8" name="object 8"/>
          <p:cNvSpPr txBox="1"/>
          <p:nvPr/>
        </p:nvSpPr>
        <p:spPr>
          <a:xfrm>
            <a:off x="6591934" y="5114925"/>
            <a:ext cx="3263900" cy="1422400"/>
          </a:xfrm>
          <a:prstGeom prst="rect">
            <a:avLst/>
          </a:prstGeom>
        </p:spPr>
        <p:txBody>
          <a:bodyPr vert="horz" wrap="square" lIns="0" tIns="109220" rIns="0" bIns="0" rtlCol="0">
            <a:spAutoFit/>
          </a:bodyPr>
          <a:lstStyle/>
          <a:p>
            <a:pPr marL="355600" indent="-342900">
              <a:lnSpc>
                <a:spcPct val="100000"/>
              </a:lnSpc>
              <a:spcBef>
                <a:spcPts val="860"/>
              </a:spcBef>
              <a:buFont typeface="Trebuchet MS"/>
              <a:buChar char="▪"/>
              <a:tabLst>
                <a:tab pos="354965" algn="l"/>
                <a:tab pos="355600" algn="l"/>
              </a:tabLst>
            </a:pPr>
            <a:r>
              <a:rPr sz="1200" spc="-5" dirty="0">
                <a:latin typeface="宋体"/>
                <a:cs typeface="宋体"/>
              </a:rPr>
              <a:t>词汇：使用古英语词汇，创造性的复合词</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语法：倒装句，不规则句式</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修辞：大量的比喻、隐喻和双关语</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韵律：多用抑扬格五音步</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主题：常涉及爱情、权力、背叛等永恒主题</a:t>
            </a:r>
            <a:endParaRPr sz="1200">
              <a:latin typeface="宋体"/>
              <a:cs typeface="宋体"/>
            </a:endParaRPr>
          </a:p>
        </p:txBody>
      </p:sp>
      <p:pic>
        <p:nvPicPr>
          <p:cNvPr id="9" name="object 9"/>
          <p:cNvPicPr/>
          <p:nvPr/>
        </p:nvPicPr>
        <p:blipFill>
          <a:blip r:embed="rId2" cstate="print"/>
          <a:stretch>
            <a:fillRect/>
          </a:stretch>
        </p:blipFill>
        <p:spPr>
          <a:xfrm>
            <a:off x="7388352" y="836675"/>
            <a:ext cx="3384804" cy="3418332"/>
          </a:xfrm>
          <a:prstGeom prst="rect">
            <a:avLst/>
          </a:prstGeom>
        </p:spPr>
      </p:pic>
      <p:sp>
        <p:nvSpPr>
          <p:cNvPr id="10" name="object 10"/>
          <p:cNvSpPr/>
          <p:nvPr/>
        </p:nvSpPr>
        <p:spPr>
          <a:xfrm>
            <a:off x="503872" y="2439352"/>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1" name="object 11"/>
          <p:cNvSpPr/>
          <p:nvPr/>
        </p:nvSpPr>
        <p:spPr>
          <a:xfrm>
            <a:off x="503872" y="3026092"/>
            <a:ext cx="2577465" cy="436245"/>
          </a:xfrm>
          <a:custGeom>
            <a:avLst/>
            <a:gdLst/>
            <a:ahLst/>
            <a:cxnLst/>
            <a:rect l="l" t="t" r="r" b="b"/>
            <a:pathLst>
              <a:path w="2577465" h="436245">
                <a:moveTo>
                  <a:pt x="2577465" y="436245"/>
                </a:moveTo>
                <a:lnTo>
                  <a:pt x="0" y="436245"/>
                </a:lnTo>
                <a:lnTo>
                  <a:pt x="0" y="0"/>
                </a:lnTo>
                <a:lnTo>
                  <a:pt x="2577465" y="0"/>
                </a:lnTo>
                <a:lnTo>
                  <a:pt x="2577465" y="14287"/>
                </a:lnTo>
                <a:lnTo>
                  <a:pt x="28575" y="14287"/>
                </a:lnTo>
                <a:lnTo>
                  <a:pt x="14287" y="28575"/>
                </a:lnTo>
                <a:lnTo>
                  <a:pt x="28575" y="28575"/>
                </a:lnTo>
                <a:lnTo>
                  <a:pt x="28575" y="407670"/>
                </a:lnTo>
                <a:lnTo>
                  <a:pt x="14287" y="407670"/>
                </a:lnTo>
                <a:lnTo>
                  <a:pt x="28575" y="421957"/>
                </a:lnTo>
                <a:lnTo>
                  <a:pt x="2577465" y="421957"/>
                </a:lnTo>
                <a:lnTo>
                  <a:pt x="2577465" y="436245"/>
                </a:lnTo>
                <a:close/>
              </a:path>
              <a:path w="2577465" h="436245">
                <a:moveTo>
                  <a:pt x="28575" y="28575"/>
                </a:moveTo>
                <a:lnTo>
                  <a:pt x="14287" y="28575"/>
                </a:lnTo>
                <a:lnTo>
                  <a:pt x="28575" y="14287"/>
                </a:lnTo>
                <a:lnTo>
                  <a:pt x="28575" y="28575"/>
                </a:lnTo>
                <a:close/>
              </a:path>
              <a:path w="2577465" h="436245">
                <a:moveTo>
                  <a:pt x="2548890" y="28575"/>
                </a:moveTo>
                <a:lnTo>
                  <a:pt x="28575" y="28575"/>
                </a:lnTo>
                <a:lnTo>
                  <a:pt x="28575" y="14287"/>
                </a:lnTo>
                <a:lnTo>
                  <a:pt x="2548890" y="14287"/>
                </a:lnTo>
                <a:lnTo>
                  <a:pt x="2548890" y="28575"/>
                </a:lnTo>
                <a:close/>
              </a:path>
              <a:path w="2577465" h="436245">
                <a:moveTo>
                  <a:pt x="2548890" y="421957"/>
                </a:moveTo>
                <a:lnTo>
                  <a:pt x="2548890" y="14287"/>
                </a:lnTo>
                <a:lnTo>
                  <a:pt x="2563177" y="28575"/>
                </a:lnTo>
                <a:lnTo>
                  <a:pt x="2577465" y="28575"/>
                </a:lnTo>
                <a:lnTo>
                  <a:pt x="2577465" y="407670"/>
                </a:lnTo>
                <a:lnTo>
                  <a:pt x="2563177" y="407670"/>
                </a:lnTo>
                <a:lnTo>
                  <a:pt x="2548890" y="421957"/>
                </a:lnTo>
                <a:close/>
              </a:path>
              <a:path w="2577465" h="436245">
                <a:moveTo>
                  <a:pt x="2577465" y="28575"/>
                </a:moveTo>
                <a:lnTo>
                  <a:pt x="2563177" y="28575"/>
                </a:lnTo>
                <a:lnTo>
                  <a:pt x="2548890" y="14287"/>
                </a:lnTo>
                <a:lnTo>
                  <a:pt x="2577465" y="14287"/>
                </a:lnTo>
                <a:lnTo>
                  <a:pt x="2577465" y="28575"/>
                </a:lnTo>
                <a:close/>
              </a:path>
              <a:path w="2577465" h="436245">
                <a:moveTo>
                  <a:pt x="28575" y="421957"/>
                </a:moveTo>
                <a:lnTo>
                  <a:pt x="14287" y="407670"/>
                </a:lnTo>
                <a:lnTo>
                  <a:pt x="28575" y="407670"/>
                </a:lnTo>
                <a:lnTo>
                  <a:pt x="28575" y="421957"/>
                </a:lnTo>
                <a:close/>
              </a:path>
              <a:path w="2577465" h="436245">
                <a:moveTo>
                  <a:pt x="2548890" y="421957"/>
                </a:moveTo>
                <a:lnTo>
                  <a:pt x="28575" y="421957"/>
                </a:lnTo>
                <a:lnTo>
                  <a:pt x="28575" y="407670"/>
                </a:lnTo>
                <a:lnTo>
                  <a:pt x="2548890" y="407670"/>
                </a:lnTo>
                <a:lnTo>
                  <a:pt x="2548890" y="421957"/>
                </a:lnTo>
                <a:close/>
              </a:path>
              <a:path w="2577465" h="436245">
                <a:moveTo>
                  <a:pt x="2577465" y="421957"/>
                </a:moveTo>
                <a:lnTo>
                  <a:pt x="2548890" y="421957"/>
                </a:lnTo>
                <a:lnTo>
                  <a:pt x="2563177" y="407670"/>
                </a:lnTo>
                <a:lnTo>
                  <a:pt x="2577465" y="407670"/>
                </a:lnTo>
                <a:lnTo>
                  <a:pt x="2577465" y="421957"/>
                </a:lnTo>
                <a:close/>
              </a:path>
            </a:pathLst>
          </a:custGeom>
          <a:solidFill>
            <a:srgbClr val="5F95E6"/>
          </a:solidFill>
        </p:spPr>
        <p:txBody>
          <a:bodyPr wrap="square" lIns="0" tIns="0" rIns="0" bIns="0" rtlCol="0"/>
          <a:lstStyle/>
          <a:p>
            <a:endParaRPr/>
          </a:p>
        </p:txBody>
      </p:sp>
      <p:sp>
        <p:nvSpPr>
          <p:cNvPr id="12" name="object 12"/>
          <p:cNvSpPr/>
          <p:nvPr/>
        </p:nvSpPr>
        <p:spPr>
          <a:xfrm>
            <a:off x="3179762" y="2441257"/>
            <a:ext cx="2577465" cy="427355"/>
          </a:xfrm>
          <a:custGeom>
            <a:avLst/>
            <a:gdLst/>
            <a:ahLst/>
            <a:cxnLst/>
            <a:rect l="l" t="t" r="r" b="b"/>
            <a:pathLst>
              <a:path w="2577465" h="427355">
                <a:moveTo>
                  <a:pt x="2577465" y="427354"/>
                </a:moveTo>
                <a:lnTo>
                  <a:pt x="0" y="427354"/>
                </a:lnTo>
                <a:lnTo>
                  <a:pt x="0" y="0"/>
                </a:lnTo>
                <a:lnTo>
                  <a:pt x="2577465" y="0"/>
                </a:lnTo>
                <a:lnTo>
                  <a:pt x="2577465" y="14287"/>
                </a:lnTo>
                <a:lnTo>
                  <a:pt x="28575" y="14287"/>
                </a:lnTo>
                <a:lnTo>
                  <a:pt x="14287" y="28574"/>
                </a:lnTo>
                <a:lnTo>
                  <a:pt x="28575" y="28574"/>
                </a:lnTo>
                <a:lnTo>
                  <a:pt x="28575" y="398779"/>
                </a:lnTo>
                <a:lnTo>
                  <a:pt x="14287" y="398779"/>
                </a:lnTo>
                <a:lnTo>
                  <a:pt x="28575" y="413067"/>
                </a:lnTo>
                <a:lnTo>
                  <a:pt x="2577465" y="413067"/>
                </a:lnTo>
                <a:lnTo>
                  <a:pt x="2577465" y="427354"/>
                </a:lnTo>
                <a:close/>
              </a:path>
              <a:path w="2577465" h="427355">
                <a:moveTo>
                  <a:pt x="28575" y="28574"/>
                </a:moveTo>
                <a:lnTo>
                  <a:pt x="14287" y="28574"/>
                </a:lnTo>
                <a:lnTo>
                  <a:pt x="28575" y="14287"/>
                </a:lnTo>
                <a:lnTo>
                  <a:pt x="28575" y="28574"/>
                </a:lnTo>
                <a:close/>
              </a:path>
              <a:path w="2577465" h="427355">
                <a:moveTo>
                  <a:pt x="2548890" y="28574"/>
                </a:moveTo>
                <a:lnTo>
                  <a:pt x="28575" y="28574"/>
                </a:lnTo>
                <a:lnTo>
                  <a:pt x="28575" y="14287"/>
                </a:lnTo>
                <a:lnTo>
                  <a:pt x="2548890" y="14287"/>
                </a:lnTo>
                <a:lnTo>
                  <a:pt x="2548890" y="28574"/>
                </a:lnTo>
                <a:close/>
              </a:path>
              <a:path w="2577465" h="427355">
                <a:moveTo>
                  <a:pt x="2548890" y="413067"/>
                </a:moveTo>
                <a:lnTo>
                  <a:pt x="2548890" y="14287"/>
                </a:lnTo>
                <a:lnTo>
                  <a:pt x="2563177" y="28574"/>
                </a:lnTo>
                <a:lnTo>
                  <a:pt x="2577465" y="28574"/>
                </a:lnTo>
                <a:lnTo>
                  <a:pt x="2577465" y="398779"/>
                </a:lnTo>
                <a:lnTo>
                  <a:pt x="2563177" y="398779"/>
                </a:lnTo>
                <a:lnTo>
                  <a:pt x="2548890" y="413067"/>
                </a:lnTo>
                <a:close/>
              </a:path>
              <a:path w="2577465" h="427355">
                <a:moveTo>
                  <a:pt x="2577465" y="28574"/>
                </a:moveTo>
                <a:lnTo>
                  <a:pt x="2563177" y="28574"/>
                </a:lnTo>
                <a:lnTo>
                  <a:pt x="2548890" y="14287"/>
                </a:lnTo>
                <a:lnTo>
                  <a:pt x="2577465" y="14287"/>
                </a:lnTo>
                <a:lnTo>
                  <a:pt x="2577465" y="28574"/>
                </a:lnTo>
                <a:close/>
              </a:path>
              <a:path w="2577465" h="427355">
                <a:moveTo>
                  <a:pt x="28575" y="413067"/>
                </a:moveTo>
                <a:lnTo>
                  <a:pt x="14287" y="398779"/>
                </a:lnTo>
                <a:lnTo>
                  <a:pt x="28575" y="398779"/>
                </a:lnTo>
                <a:lnTo>
                  <a:pt x="28575" y="413067"/>
                </a:lnTo>
                <a:close/>
              </a:path>
              <a:path w="2577465" h="427355">
                <a:moveTo>
                  <a:pt x="2548890" y="413067"/>
                </a:moveTo>
                <a:lnTo>
                  <a:pt x="28575" y="413067"/>
                </a:lnTo>
                <a:lnTo>
                  <a:pt x="28575" y="398779"/>
                </a:lnTo>
                <a:lnTo>
                  <a:pt x="2548890" y="398779"/>
                </a:lnTo>
                <a:lnTo>
                  <a:pt x="2548890" y="413067"/>
                </a:lnTo>
                <a:close/>
              </a:path>
              <a:path w="2577465" h="427355">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13" name="object 13"/>
          <p:cNvSpPr/>
          <p:nvPr/>
        </p:nvSpPr>
        <p:spPr>
          <a:xfrm>
            <a:off x="3179762" y="3033077"/>
            <a:ext cx="2577465" cy="427355"/>
          </a:xfrm>
          <a:custGeom>
            <a:avLst/>
            <a:gdLst/>
            <a:ahLst/>
            <a:cxnLst/>
            <a:rect l="l" t="t" r="r" b="b"/>
            <a:pathLst>
              <a:path w="2577465" h="427354">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80"/>
                </a:lnTo>
                <a:lnTo>
                  <a:pt x="2563177" y="398780"/>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80"/>
                </a:lnTo>
                <a:lnTo>
                  <a:pt x="28575" y="398780"/>
                </a:lnTo>
                <a:lnTo>
                  <a:pt x="28575" y="413067"/>
                </a:lnTo>
                <a:close/>
              </a:path>
              <a:path w="2577465" h="427354">
                <a:moveTo>
                  <a:pt x="2548890" y="413067"/>
                </a:moveTo>
                <a:lnTo>
                  <a:pt x="28575" y="413067"/>
                </a:lnTo>
                <a:lnTo>
                  <a:pt x="28575" y="398780"/>
                </a:lnTo>
                <a:lnTo>
                  <a:pt x="2548890" y="398780"/>
                </a:lnTo>
                <a:lnTo>
                  <a:pt x="2548890" y="413067"/>
                </a:lnTo>
                <a:close/>
              </a:path>
              <a:path w="2577465" h="427354">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4" name="object 14"/>
          <p:cNvSpPr txBox="1"/>
          <p:nvPr/>
        </p:nvSpPr>
        <p:spPr>
          <a:xfrm>
            <a:off x="540384" y="994805"/>
            <a:ext cx="5670550" cy="240411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RSM</a:t>
            </a:r>
            <a:r>
              <a:rPr sz="2000" b="1" spc="-10" dirty="0">
                <a:latin typeface="Microsoft JhengHei"/>
                <a:cs typeface="Microsoft JhengHei"/>
              </a:rPr>
              <a:t>的理论基础：</a:t>
            </a:r>
            <a:endParaRPr sz="2000">
              <a:latin typeface="Microsoft JhengHei"/>
              <a:cs typeface="Microsoft JhengHei"/>
            </a:endParaRPr>
          </a:p>
          <a:p>
            <a:pPr marL="12700" marR="5080">
              <a:lnSpc>
                <a:spcPct val="129900"/>
              </a:lnSpc>
              <a:spcBef>
                <a:spcPts val="434"/>
              </a:spcBef>
            </a:pPr>
            <a:r>
              <a:rPr sz="1800" dirty="0">
                <a:latin typeface="Arial"/>
                <a:cs typeface="Arial"/>
              </a:rPr>
              <a:t>RSM</a:t>
            </a:r>
            <a:r>
              <a:rPr sz="1800" spc="-5" dirty="0">
                <a:latin typeface="宋体"/>
                <a:cs typeface="宋体"/>
              </a:rPr>
              <a:t>建立在语言学中的语域理论和语体分析的基础上，</a:t>
            </a:r>
            <a:r>
              <a:rPr sz="1800" spc="-10" dirty="0">
                <a:latin typeface="宋体"/>
                <a:cs typeface="宋体"/>
              </a:rPr>
              <a:t>关键步骤如下：</a:t>
            </a:r>
            <a:endParaRPr sz="1800">
              <a:latin typeface="宋体"/>
              <a:cs typeface="宋体"/>
            </a:endParaRPr>
          </a:p>
          <a:p>
            <a:pPr>
              <a:lnSpc>
                <a:spcPct val="100000"/>
              </a:lnSpc>
              <a:spcBef>
                <a:spcPts val="10"/>
              </a:spcBef>
            </a:pPr>
            <a:endParaRPr sz="1750">
              <a:latin typeface="宋体"/>
              <a:cs typeface="宋体"/>
            </a:endParaRPr>
          </a:p>
          <a:p>
            <a:pPr marL="566420">
              <a:lnSpc>
                <a:spcPct val="100000"/>
              </a:lnSpc>
              <a:tabLst>
                <a:tab pos="3241675" algn="l"/>
              </a:tabLst>
            </a:pPr>
            <a:r>
              <a:rPr sz="1800" dirty="0">
                <a:latin typeface="宋体"/>
                <a:cs typeface="宋体"/>
              </a:rPr>
              <a:t>语体特征识</a:t>
            </a:r>
            <a:r>
              <a:rPr sz="1800" spc="-50" dirty="0">
                <a:latin typeface="宋体"/>
                <a:cs typeface="宋体"/>
              </a:rPr>
              <a:t>别</a:t>
            </a:r>
            <a:r>
              <a:rPr sz="1800" dirty="0">
                <a:latin typeface="宋体"/>
                <a:cs typeface="宋体"/>
              </a:rPr>
              <a:t>	语体要素提</a:t>
            </a:r>
            <a:r>
              <a:rPr sz="1800" spc="-50" dirty="0">
                <a:latin typeface="宋体"/>
                <a:cs typeface="宋体"/>
              </a:rPr>
              <a:t>取</a:t>
            </a:r>
            <a:endParaRPr sz="1800">
              <a:latin typeface="宋体"/>
              <a:cs typeface="宋体"/>
            </a:endParaRPr>
          </a:p>
          <a:p>
            <a:pPr>
              <a:lnSpc>
                <a:spcPct val="100000"/>
              </a:lnSpc>
              <a:spcBef>
                <a:spcPts val="5"/>
              </a:spcBef>
            </a:pPr>
            <a:endParaRPr sz="1950">
              <a:latin typeface="宋体"/>
              <a:cs typeface="宋体"/>
            </a:endParaRPr>
          </a:p>
          <a:p>
            <a:pPr marL="566420">
              <a:lnSpc>
                <a:spcPct val="100000"/>
              </a:lnSpc>
              <a:tabLst>
                <a:tab pos="3241675" algn="l"/>
              </a:tabLst>
            </a:pPr>
            <a:r>
              <a:rPr sz="1800" dirty="0">
                <a:latin typeface="宋体"/>
                <a:cs typeface="宋体"/>
              </a:rPr>
              <a:t>语境因素考</a:t>
            </a:r>
            <a:r>
              <a:rPr sz="1800" spc="-50" dirty="0">
                <a:latin typeface="宋体"/>
                <a:cs typeface="宋体"/>
              </a:rPr>
              <a:t>量</a:t>
            </a:r>
            <a:r>
              <a:rPr sz="1800" dirty="0">
                <a:latin typeface="宋体"/>
                <a:cs typeface="宋体"/>
              </a:rPr>
              <a:t>	语体规则构</a:t>
            </a:r>
            <a:r>
              <a:rPr sz="1800" spc="-50" dirty="0">
                <a:latin typeface="宋体"/>
                <a:cs typeface="宋体"/>
              </a:rPr>
              <a:t>建</a:t>
            </a:r>
            <a:endParaRPr sz="1800">
              <a:latin typeface="宋体"/>
              <a:cs typeface="宋体"/>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667240" cy="634365"/>
          </a:xfrm>
          <a:prstGeom prst="rect">
            <a:avLst/>
          </a:prstGeom>
        </p:spPr>
        <p:txBody>
          <a:bodyPr vert="horz" wrap="square" lIns="0" tIns="12065" rIns="0" bIns="0" rtlCol="0">
            <a:spAutoFit/>
          </a:bodyPr>
          <a:lstStyle/>
          <a:p>
            <a:pPr marL="12700">
              <a:lnSpc>
                <a:spcPct val="100000"/>
              </a:lnSpc>
              <a:spcBef>
                <a:spcPts val="95"/>
              </a:spcBef>
            </a:pPr>
            <a:r>
              <a:rPr sz="4000" spc="270" dirty="0"/>
              <a:t>情感融入策略</a:t>
            </a:r>
            <a:r>
              <a:rPr sz="4000" spc="275" dirty="0"/>
              <a:t>（</a:t>
            </a:r>
            <a:r>
              <a:rPr sz="4000" spc="275" dirty="0">
                <a:latin typeface="Arial"/>
                <a:cs typeface="Arial"/>
              </a:rPr>
              <a:t>EIS</a:t>
            </a:r>
            <a:r>
              <a:rPr sz="4000" spc="275" dirty="0"/>
              <a:t>）：</a:t>
            </a:r>
            <a:r>
              <a:rPr sz="4000" spc="270" dirty="0"/>
              <a:t>增强文本感染</a:t>
            </a:r>
            <a:r>
              <a:rPr sz="4000" spc="-50" dirty="0"/>
              <a:t>力</a:t>
            </a:r>
            <a:endParaRPr sz="4000">
              <a:latin typeface="Arial"/>
              <a:cs typeface="Arial"/>
            </a:endParaRPr>
          </a:p>
        </p:txBody>
      </p:sp>
      <p:sp>
        <p:nvSpPr>
          <p:cNvPr id="3" name="object 3"/>
          <p:cNvSpPr txBox="1"/>
          <p:nvPr/>
        </p:nvSpPr>
        <p:spPr>
          <a:xfrm>
            <a:off x="540384" y="3591722"/>
            <a:ext cx="5854700" cy="2692400"/>
          </a:xfrm>
          <a:prstGeom prst="rect">
            <a:avLst/>
          </a:prstGeom>
        </p:spPr>
        <p:txBody>
          <a:bodyPr vert="horz" wrap="square" lIns="0" tIns="173990" rIns="0" bIns="0" rtlCol="0">
            <a:spAutoFit/>
          </a:bodyPr>
          <a:lstStyle/>
          <a:p>
            <a:pPr marL="267335">
              <a:lnSpc>
                <a:spcPct val="100000"/>
              </a:lnSpc>
              <a:spcBef>
                <a:spcPts val="1370"/>
              </a:spcBef>
            </a:pPr>
            <a:r>
              <a:rPr sz="2000" b="1" spc="-10" dirty="0">
                <a:latin typeface="Arial"/>
                <a:cs typeface="Arial"/>
              </a:rPr>
              <a:t>EIS</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140"/>
              </a:spcBef>
              <a:buFont typeface="Arial"/>
              <a:buAutoNum type="arabicPeriod"/>
              <a:tabLst>
                <a:tab pos="354965" algn="l"/>
                <a:tab pos="355600" algn="l"/>
              </a:tabLst>
            </a:pPr>
            <a:r>
              <a:rPr sz="1800" spc="-5" dirty="0">
                <a:latin typeface="宋体"/>
                <a:cs typeface="宋体"/>
              </a:rPr>
              <a:t>确定目标情感：明确文本要传达的主要情感基调</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创建情感词库：收集与目标情感相关的词汇和短语</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设计情感曲线：规划文本中情感强度的变化趋势</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选择情感触发点：在文本中植入情感元素的关键位置</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构建情感场景：创造能引发情感共鸣的具体场景或细节</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生成情感融入提示：创建引导</a:t>
            </a:r>
            <a:r>
              <a:rPr sz="1800" spc="-10" dirty="0">
                <a:latin typeface="Arial"/>
                <a:cs typeface="Arial"/>
              </a:rPr>
              <a:t>AI</a:t>
            </a:r>
            <a:r>
              <a:rPr sz="1800" spc="-5" dirty="0">
                <a:latin typeface="宋体"/>
                <a:cs typeface="宋体"/>
              </a:rPr>
              <a:t>注入情感元素的提示语</a:t>
            </a:r>
            <a:endParaRPr sz="1800">
              <a:latin typeface="宋体"/>
              <a:cs typeface="宋体"/>
            </a:endParaRPr>
          </a:p>
        </p:txBody>
      </p:sp>
      <p:sp>
        <p:nvSpPr>
          <p:cNvPr id="4" name="object 4"/>
          <p:cNvSpPr/>
          <p:nvPr/>
        </p:nvSpPr>
        <p:spPr>
          <a:xfrm>
            <a:off x="6513576" y="3906011"/>
            <a:ext cx="2106295" cy="349250"/>
          </a:xfrm>
          <a:custGeom>
            <a:avLst/>
            <a:gdLst/>
            <a:ahLst/>
            <a:cxnLst/>
            <a:rect l="l" t="t" r="r" b="b"/>
            <a:pathLst>
              <a:path w="2106295" h="349250">
                <a:moveTo>
                  <a:pt x="2048255" y="348996"/>
                </a:moveTo>
                <a:lnTo>
                  <a:pt x="57912" y="348996"/>
                </a:lnTo>
                <a:lnTo>
                  <a:pt x="35211" y="344497"/>
                </a:lnTo>
                <a:lnTo>
                  <a:pt x="16725" y="332079"/>
                </a:lnTo>
                <a:lnTo>
                  <a:pt x="4355" y="313641"/>
                </a:lnTo>
                <a:lnTo>
                  <a:pt x="0" y="291084"/>
                </a:lnTo>
                <a:lnTo>
                  <a:pt x="0" y="57912"/>
                </a:lnTo>
                <a:lnTo>
                  <a:pt x="4355" y="35354"/>
                </a:lnTo>
                <a:lnTo>
                  <a:pt x="16725" y="16916"/>
                </a:lnTo>
                <a:lnTo>
                  <a:pt x="35211" y="4498"/>
                </a:lnTo>
                <a:lnTo>
                  <a:pt x="57912" y="0"/>
                </a:lnTo>
                <a:lnTo>
                  <a:pt x="2048255" y="0"/>
                </a:lnTo>
                <a:lnTo>
                  <a:pt x="2070599" y="4498"/>
                </a:lnTo>
                <a:lnTo>
                  <a:pt x="2088965" y="16916"/>
                </a:lnTo>
                <a:lnTo>
                  <a:pt x="2101455" y="35354"/>
                </a:lnTo>
                <a:lnTo>
                  <a:pt x="2106168" y="57912"/>
                </a:lnTo>
                <a:lnTo>
                  <a:pt x="2106168" y="291084"/>
                </a:lnTo>
                <a:lnTo>
                  <a:pt x="2101455" y="313641"/>
                </a:lnTo>
                <a:lnTo>
                  <a:pt x="2088965" y="332079"/>
                </a:lnTo>
                <a:lnTo>
                  <a:pt x="2070599" y="344497"/>
                </a:lnTo>
                <a:lnTo>
                  <a:pt x="2048255" y="348996"/>
                </a:lnTo>
                <a:close/>
              </a:path>
            </a:pathLst>
          </a:custGeom>
          <a:solidFill>
            <a:srgbClr val="0A80DF"/>
          </a:solidFill>
        </p:spPr>
        <p:txBody>
          <a:bodyPr wrap="square" lIns="0" tIns="0" rIns="0" bIns="0" rtlCol="0"/>
          <a:lstStyle/>
          <a:p>
            <a:endParaRPr/>
          </a:p>
        </p:txBody>
      </p:sp>
      <p:sp>
        <p:nvSpPr>
          <p:cNvPr id="5" name="object 5"/>
          <p:cNvSpPr txBox="1"/>
          <p:nvPr/>
        </p:nvSpPr>
        <p:spPr>
          <a:xfrm>
            <a:off x="7094753" y="3932453"/>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6" name="object 6"/>
          <p:cNvSpPr/>
          <p:nvPr/>
        </p:nvSpPr>
        <p:spPr>
          <a:xfrm>
            <a:off x="503872" y="2439352"/>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7" name="object 7"/>
          <p:cNvSpPr/>
          <p:nvPr/>
        </p:nvSpPr>
        <p:spPr>
          <a:xfrm>
            <a:off x="503872" y="3026092"/>
            <a:ext cx="2577465" cy="436245"/>
          </a:xfrm>
          <a:custGeom>
            <a:avLst/>
            <a:gdLst/>
            <a:ahLst/>
            <a:cxnLst/>
            <a:rect l="l" t="t" r="r" b="b"/>
            <a:pathLst>
              <a:path w="2577465" h="436245">
                <a:moveTo>
                  <a:pt x="2577465" y="436245"/>
                </a:moveTo>
                <a:lnTo>
                  <a:pt x="0" y="436245"/>
                </a:lnTo>
                <a:lnTo>
                  <a:pt x="0" y="0"/>
                </a:lnTo>
                <a:lnTo>
                  <a:pt x="2577465" y="0"/>
                </a:lnTo>
                <a:lnTo>
                  <a:pt x="2577465" y="14287"/>
                </a:lnTo>
                <a:lnTo>
                  <a:pt x="28575" y="14287"/>
                </a:lnTo>
                <a:lnTo>
                  <a:pt x="14287" y="28575"/>
                </a:lnTo>
                <a:lnTo>
                  <a:pt x="28575" y="28575"/>
                </a:lnTo>
                <a:lnTo>
                  <a:pt x="28575" y="407670"/>
                </a:lnTo>
                <a:lnTo>
                  <a:pt x="14287" y="407670"/>
                </a:lnTo>
                <a:lnTo>
                  <a:pt x="28575" y="421957"/>
                </a:lnTo>
                <a:lnTo>
                  <a:pt x="2577465" y="421957"/>
                </a:lnTo>
                <a:lnTo>
                  <a:pt x="2577465" y="436245"/>
                </a:lnTo>
                <a:close/>
              </a:path>
              <a:path w="2577465" h="436245">
                <a:moveTo>
                  <a:pt x="28575" y="28575"/>
                </a:moveTo>
                <a:lnTo>
                  <a:pt x="14287" y="28575"/>
                </a:lnTo>
                <a:lnTo>
                  <a:pt x="28575" y="14287"/>
                </a:lnTo>
                <a:lnTo>
                  <a:pt x="28575" y="28575"/>
                </a:lnTo>
                <a:close/>
              </a:path>
              <a:path w="2577465" h="436245">
                <a:moveTo>
                  <a:pt x="2548890" y="28575"/>
                </a:moveTo>
                <a:lnTo>
                  <a:pt x="28575" y="28575"/>
                </a:lnTo>
                <a:lnTo>
                  <a:pt x="28575" y="14287"/>
                </a:lnTo>
                <a:lnTo>
                  <a:pt x="2548890" y="14287"/>
                </a:lnTo>
                <a:lnTo>
                  <a:pt x="2548890" y="28575"/>
                </a:lnTo>
                <a:close/>
              </a:path>
              <a:path w="2577465" h="436245">
                <a:moveTo>
                  <a:pt x="2548890" y="421957"/>
                </a:moveTo>
                <a:lnTo>
                  <a:pt x="2548890" y="14287"/>
                </a:lnTo>
                <a:lnTo>
                  <a:pt x="2563177" y="28575"/>
                </a:lnTo>
                <a:lnTo>
                  <a:pt x="2577465" y="28575"/>
                </a:lnTo>
                <a:lnTo>
                  <a:pt x="2577465" y="407670"/>
                </a:lnTo>
                <a:lnTo>
                  <a:pt x="2563177" y="407670"/>
                </a:lnTo>
                <a:lnTo>
                  <a:pt x="2548890" y="421957"/>
                </a:lnTo>
                <a:close/>
              </a:path>
              <a:path w="2577465" h="436245">
                <a:moveTo>
                  <a:pt x="2577465" y="28575"/>
                </a:moveTo>
                <a:lnTo>
                  <a:pt x="2563177" y="28575"/>
                </a:lnTo>
                <a:lnTo>
                  <a:pt x="2548890" y="14287"/>
                </a:lnTo>
                <a:lnTo>
                  <a:pt x="2577465" y="14287"/>
                </a:lnTo>
                <a:lnTo>
                  <a:pt x="2577465" y="28575"/>
                </a:lnTo>
                <a:close/>
              </a:path>
              <a:path w="2577465" h="436245">
                <a:moveTo>
                  <a:pt x="28575" y="421957"/>
                </a:moveTo>
                <a:lnTo>
                  <a:pt x="14287" y="407670"/>
                </a:lnTo>
                <a:lnTo>
                  <a:pt x="28575" y="407670"/>
                </a:lnTo>
                <a:lnTo>
                  <a:pt x="28575" y="421957"/>
                </a:lnTo>
                <a:close/>
              </a:path>
              <a:path w="2577465" h="436245">
                <a:moveTo>
                  <a:pt x="2548890" y="421957"/>
                </a:moveTo>
                <a:lnTo>
                  <a:pt x="28575" y="421957"/>
                </a:lnTo>
                <a:lnTo>
                  <a:pt x="28575" y="407670"/>
                </a:lnTo>
                <a:lnTo>
                  <a:pt x="2548890" y="407670"/>
                </a:lnTo>
                <a:lnTo>
                  <a:pt x="2548890" y="421957"/>
                </a:lnTo>
                <a:close/>
              </a:path>
              <a:path w="2577465" h="436245">
                <a:moveTo>
                  <a:pt x="2577465" y="421957"/>
                </a:moveTo>
                <a:lnTo>
                  <a:pt x="2548890" y="421957"/>
                </a:lnTo>
                <a:lnTo>
                  <a:pt x="2563177" y="407670"/>
                </a:lnTo>
                <a:lnTo>
                  <a:pt x="2577465" y="407670"/>
                </a:lnTo>
                <a:lnTo>
                  <a:pt x="2577465" y="421957"/>
                </a:lnTo>
                <a:close/>
              </a:path>
            </a:pathLst>
          </a:custGeom>
          <a:solidFill>
            <a:srgbClr val="5F95E6"/>
          </a:solidFill>
        </p:spPr>
        <p:txBody>
          <a:bodyPr wrap="square" lIns="0" tIns="0" rIns="0" bIns="0" rtlCol="0"/>
          <a:lstStyle/>
          <a:p>
            <a:endParaRPr/>
          </a:p>
        </p:txBody>
      </p:sp>
      <p:sp>
        <p:nvSpPr>
          <p:cNvPr id="8" name="object 8"/>
          <p:cNvSpPr/>
          <p:nvPr/>
        </p:nvSpPr>
        <p:spPr>
          <a:xfrm>
            <a:off x="3179762" y="2441257"/>
            <a:ext cx="2577465" cy="427355"/>
          </a:xfrm>
          <a:custGeom>
            <a:avLst/>
            <a:gdLst/>
            <a:ahLst/>
            <a:cxnLst/>
            <a:rect l="l" t="t" r="r" b="b"/>
            <a:pathLst>
              <a:path w="2577465" h="427355">
                <a:moveTo>
                  <a:pt x="2577465" y="427354"/>
                </a:moveTo>
                <a:lnTo>
                  <a:pt x="0" y="427354"/>
                </a:lnTo>
                <a:lnTo>
                  <a:pt x="0" y="0"/>
                </a:lnTo>
                <a:lnTo>
                  <a:pt x="2577465" y="0"/>
                </a:lnTo>
                <a:lnTo>
                  <a:pt x="2577465" y="14287"/>
                </a:lnTo>
                <a:lnTo>
                  <a:pt x="28575" y="14287"/>
                </a:lnTo>
                <a:lnTo>
                  <a:pt x="14287" y="28574"/>
                </a:lnTo>
                <a:lnTo>
                  <a:pt x="28575" y="28574"/>
                </a:lnTo>
                <a:lnTo>
                  <a:pt x="28575" y="398779"/>
                </a:lnTo>
                <a:lnTo>
                  <a:pt x="14287" y="398779"/>
                </a:lnTo>
                <a:lnTo>
                  <a:pt x="28575" y="413067"/>
                </a:lnTo>
                <a:lnTo>
                  <a:pt x="2577465" y="413067"/>
                </a:lnTo>
                <a:lnTo>
                  <a:pt x="2577465" y="427354"/>
                </a:lnTo>
                <a:close/>
              </a:path>
              <a:path w="2577465" h="427355">
                <a:moveTo>
                  <a:pt x="28575" y="28574"/>
                </a:moveTo>
                <a:lnTo>
                  <a:pt x="14287" y="28574"/>
                </a:lnTo>
                <a:lnTo>
                  <a:pt x="28575" y="14287"/>
                </a:lnTo>
                <a:lnTo>
                  <a:pt x="28575" y="28574"/>
                </a:lnTo>
                <a:close/>
              </a:path>
              <a:path w="2577465" h="427355">
                <a:moveTo>
                  <a:pt x="2548890" y="28574"/>
                </a:moveTo>
                <a:lnTo>
                  <a:pt x="28575" y="28574"/>
                </a:lnTo>
                <a:lnTo>
                  <a:pt x="28575" y="14287"/>
                </a:lnTo>
                <a:lnTo>
                  <a:pt x="2548890" y="14287"/>
                </a:lnTo>
                <a:lnTo>
                  <a:pt x="2548890" y="28574"/>
                </a:lnTo>
                <a:close/>
              </a:path>
              <a:path w="2577465" h="427355">
                <a:moveTo>
                  <a:pt x="2548890" y="413067"/>
                </a:moveTo>
                <a:lnTo>
                  <a:pt x="2548890" y="14287"/>
                </a:lnTo>
                <a:lnTo>
                  <a:pt x="2563177" y="28574"/>
                </a:lnTo>
                <a:lnTo>
                  <a:pt x="2577465" y="28574"/>
                </a:lnTo>
                <a:lnTo>
                  <a:pt x="2577465" y="398779"/>
                </a:lnTo>
                <a:lnTo>
                  <a:pt x="2563177" y="398779"/>
                </a:lnTo>
                <a:lnTo>
                  <a:pt x="2548890" y="413067"/>
                </a:lnTo>
                <a:close/>
              </a:path>
              <a:path w="2577465" h="427355">
                <a:moveTo>
                  <a:pt x="2577465" y="28574"/>
                </a:moveTo>
                <a:lnTo>
                  <a:pt x="2563177" y="28574"/>
                </a:lnTo>
                <a:lnTo>
                  <a:pt x="2548890" y="14287"/>
                </a:lnTo>
                <a:lnTo>
                  <a:pt x="2577465" y="14287"/>
                </a:lnTo>
                <a:lnTo>
                  <a:pt x="2577465" y="28574"/>
                </a:lnTo>
                <a:close/>
              </a:path>
              <a:path w="2577465" h="427355">
                <a:moveTo>
                  <a:pt x="28575" y="413067"/>
                </a:moveTo>
                <a:lnTo>
                  <a:pt x="14287" y="398779"/>
                </a:lnTo>
                <a:lnTo>
                  <a:pt x="28575" y="398779"/>
                </a:lnTo>
                <a:lnTo>
                  <a:pt x="28575" y="413067"/>
                </a:lnTo>
                <a:close/>
              </a:path>
              <a:path w="2577465" h="427355">
                <a:moveTo>
                  <a:pt x="2548890" y="413067"/>
                </a:moveTo>
                <a:lnTo>
                  <a:pt x="28575" y="413067"/>
                </a:lnTo>
                <a:lnTo>
                  <a:pt x="28575" y="398779"/>
                </a:lnTo>
                <a:lnTo>
                  <a:pt x="2548890" y="398779"/>
                </a:lnTo>
                <a:lnTo>
                  <a:pt x="2548890" y="413067"/>
                </a:lnTo>
                <a:close/>
              </a:path>
              <a:path w="2577465" h="427355">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9" name="object 9"/>
          <p:cNvSpPr/>
          <p:nvPr/>
        </p:nvSpPr>
        <p:spPr>
          <a:xfrm>
            <a:off x="3179762" y="3033077"/>
            <a:ext cx="2577465" cy="427355"/>
          </a:xfrm>
          <a:custGeom>
            <a:avLst/>
            <a:gdLst/>
            <a:ahLst/>
            <a:cxnLst/>
            <a:rect l="l" t="t" r="r" b="b"/>
            <a:pathLst>
              <a:path w="2577465" h="427354">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80"/>
                </a:lnTo>
                <a:lnTo>
                  <a:pt x="2563177" y="398780"/>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80"/>
                </a:lnTo>
                <a:lnTo>
                  <a:pt x="28575" y="398780"/>
                </a:lnTo>
                <a:lnTo>
                  <a:pt x="28575" y="413067"/>
                </a:lnTo>
                <a:close/>
              </a:path>
              <a:path w="2577465" h="427354">
                <a:moveTo>
                  <a:pt x="2548890" y="413067"/>
                </a:moveTo>
                <a:lnTo>
                  <a:pt x="28575" y="413067"/>
                </a:lnTo>
                <a:lnTo>
                  <a:pt x="28575" y="398780"/>
                </a:lnTo>
                <a:lnTo>
                  <a:pt x="2548890" y="398780"/>
                </a:lnTo>
                <a:lnTo>
                  <a:pt x="2548890" y="413067"/>
                </a:lnTo>
                <a:close/>
              </a:path>
              <a:path w="2577465" h="427354">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0" name="object 10"/>
          <p:cNvSpPr txBox="1"/>
          <p:nvPr/>
        </p:nvSpPr>
        <p:spPr>
          <a:xfrm>
            <a:off x="540384" y="994805"/>
            <a:ext cx="5670550" cy="240411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EIS</a:t>
            </a:r>
            <a:r>
              <a:rPr sz="2000" b="1" spc="-10" dirty="0">
                <a:latin typeface="Microsoft JhengHei"/>
                <a:cs typeface="Microsoft JhengHei"/>
              </a:rPr>
              <a:t>的理论基础：</a:t>
            </a:r>
            <a:endParaRPr sz="2000">
              <a:latin typeface="Microsoft JhengHei"/>
              <a:cs typeface="Microsoft JhengHei"/>
            </a:endParaRPr>
          </a:p>
          <a:p>
            <a:pPr marL="12700" marR="5080">
              <a:lnSpc>
                <a:spcPct val="129900"/>
              </a:lnSpc>
              <a:spcBef>
                <a:spcPts val="434"/>
              </a:spcBef>
            </a:pPr>
            <a:r>
              <a:rPr sz="1800" dirty="0">
                <a:latin typeface="Arial"/>
                <a:cs typeface="Arial"/>
              </a:rPr>
              <a:t>EIS</a:t>
            </a:r>
            <a:r>
              <a:rPr sz="1800" spc="-5" dirty="0">
                <a:latin typeface="宋体"/>
                <a:cs typeface="宋体"/>
              </a:rPr>
              <a:t>基于情感语言学和心理语言学的研究成果，开发了以</a:t>
            </a:r>
            <a:r>
              <a:rPr sz="1800" spc="-15" dirty="0">
                <a:latin typeface="宋体"/>
                <a:cs typeface="宋体"/>
              </a:rPr>
              <a:t>下策略：</a:t>
            </a:r>
            <a:endParaRPr sz="1800">
              <a:latin typeface="宋体"/>
              <a:cs typeface="宋体"/>
            </a:endParaRPr>
          </a:p>
          <a:p>
            <a:pPr marL="795020" marR="1049020" indent="-228600">
              <a:lnSpc>
                <a:spcPts val="4660"/>
              </a:lnSpc>
              <a:spcBef>
                <a:spcPts val="125"/>
              </a:spcBef>
              <a:tabLst>
                <a:tab pos="3241675" algn="l"/>
                <a:tab pos="3470275" algn="l"/>
              </a:tabLst>
            </a:pPr>
            <a:r>
              <a:rPr sz="1800" dirty="0">
                <a:latin typeface="宋体"/>
                <a:cs typeface="宋体"/>
              </a:rPr>
              <a:t>情感词汇选</a:t>
            </a:r>
            <a:r>
              <a:rPr sz="1800" spc="-50" dirty="0">
                <a:latin typeface="宋体"/>
                <a:cs typeface="宋体"/>
              </a:rPr>
              <a:t>择</a:t>
            </a:r>
            <a:r>
              <a:rPr sz="1800" dirty="0">
                <a:latin typeface="宋体"/>
                <a:cs typeface="宋体"/>
              </a:rPr>
              <a:t>		意象构</a:t>
            </a:r>
            <a:r>
              <a:rPr sz="1800" spc="-50" dirty="0">
                <a:latin typeface="宋体"/>
                <a:cs typeface="宋体"/>
              </a:rPr>
              <a:t>建 </a:t>
            </a:r>
            <a:r>
              <a:rPr sz="1800" dirty="0">
                <a:latin typeface="宋体"/>
                <a:cs typeface="宋体"/>
              </a:rPr>
              <a:t>语气调</a:t>
            </a:r>
            <a:r>
              <a:rPr sz="1800" spc="-50" dirty="0">
                <a:latin typeface="宋体"/>
                <a:cs typeface="宋体"/>
              </a:rPr>
              <a:t>节</a:t>
            </a:r>
            <a:r>
              <a:rPr sz="1800" dirty="0">
                <a:latin typeface="宋体"/>
                <a:cs typeface="宋体"/>
              </a:rPr>
              <a:t>	情感节奏控</a:t>
            </a:r>
            <a:r>
              <a:rPr sz="1800" spc="-50" dirty="0">
                <a:latin typeface="宋体"/>
                <a:cs typeface="宋体"/>
              </a:rPr>
              <a:t>制</a:t>
            </a:r>
            <a:endParaRPr sz="1800">
              <a:latin typeface="宋体"/>
              <a:cs typeface="宋体"/>
            </a:endParaRPr>
          </a:p>
        </p:txBody>
      </p:sp>
      <p:pic>
        <p:nvPicPr>
          <p:cNvPr id="11" name="object 11"/>
          <p:cNvPicPr/>
          <p:nvPr/>
        </p:nvPicPr>
        <p:blipFill>
          <a:blip r:embed="rId2" cstate="print"/>
          <a:stretch>
            <a:fillRect/>
          </a:stretch>
        </p:blipFill>
        <p:spPr>
          <a:xfrm>
            <a:off x="7606448" y="1291204"/>
            <a:ext cx="2642558" cy="2322365"/>
          </a:xfrm>
          <a:prstGeom prst="rect">
            <a:avLst/>
          </a:prstGeom>
        </p:spPr>
      </p:pic>
      <p:sp>
        <p:nvSpPr>
          <p:cNvPr id="12" name="object 12"/>
          <p:cNvSpPr/>
          <p:nvPr/>
        </p:nvSpPr>
        <p:spPr>
          <a:xfrm>
            <a:off x="6509384" y="4251325"/>
            <a:ext cx="5163185" cy="2018664"/>
          </a:xfrm>
          <a:custGeom>
            <a:avLst/>
            <a:gdLst/>
            <a:ahLst/>
            <a:cxnLst/>
            <a:rect l="l" t="t" r="r" b="b"/>
            <a:pathLst>
              <a:path w="5163184" h="2018664">
                <a:moveTo>
                  <a:pt x="5159375" y="2018664"/>
                </a:moveTo>
                <a:lnTo>
                  <a:pt x="3810" y="2018664"/>
                </a:lnTo>
                <a:lnTo>
                  <a:pt x="2349" y="2018372"/>
                </a:lnTo>
                <a:lnTo>
                  <a:pt x="1117" y="2017547"/>
                </a:lnTo>
                <a:lnTo>
                  <a:pt x="292" y="2016315"/>
                </a:lnTo>
                <a:lnTo>
                  <a:pt x="0" y="2014854"/>
                </a:lnTo>
                <a:lnTo>
                  <a:pt x="0" y="3810"/>
                </a:lnTo>
                <a:lnTo>
                  <a:pt x="292" y="2349"/>
                </a:lnTo>
                <a:lnTo>
                  <a:pt x="1117" y="1117"/>
                </a:lnTo>
                <a:lnTo>
                  <a:pt x="2349" y="292"/>
                </a:lnTo>
                <a:lnTo>
                  <a:pt x="3810" y="0"/>
                </a:lnTo>
                <a:lnTo>
                  <a:pt x="5159375" y="0"/>
                </a:lnTo>
                <a:lnTo>
                  <a:pt x="5160835" y="292"/>
                </a:lnTo>
                <a:lnTo>
                  <a:pt x="5162067" y="1117"/>
                </a:lnTo>
                <a:lnTo>
                  <a:pt x="5162892" y="2349"/>
                </a:lnTo>
                <a:lnTo>
                  <a:pt x="5163185" y="3810"/>
                </a:lnTo>
                <a:lnTo>
                  <a:pt x="7620" y="3810"/>
                </a:lnTo>
                <a:lnTo>
                  <a:pt x="3810" y="7620"/>
                </a:lnTo>
                <a:lnTo>
                  <a:pt x="7620" y="7620"/>
                </a:lnTo>
                <a:lnTo>
                  <a:pt x="7620" y="2011045"/>
                </a:lnTo>
                <a:lnTo>
                  <a:pt x="3810" y="2011045"/>
                </a:lnTo>
                <a:lnTo>
                  <a:pt x="7620" y="2014854"/>
                </a:lnTo>
                <a:lnTo>
                  <a:pt x="5163185" y="2014854"/>
                </a:lnTo>
                <a:lnTo>
                  <a:pt x="5162892" y="2016315"/>
                </a:lnTo>
                <a:lnTo>
                  <a:pt x="5162067" y="2017547"/>
                </a:lnTo>
                <a:lnTo>
                  <a:pt x="5160835" y="2018372"/>
                </a:lnTo>
                <a:lnTo>
                  <a:pt x="5159375" y="2018664"/>
                </a:lnTo>
                <a:close/>
              </a:path>
              <a:path w="5163184" h="2018664">
                <a:moveTo>
                  <a:pt x="7620" y="7620"/>
                </a:moveTo>
                <a:lnTo>
                  <a:pt x="3810" y="7620"/>
                </a:lnTo>
                <a:lnTo>
                  <a:pt x="7620" y="3810"/>
                </a:lnTo>
                <a:lnTo>
                  <a:pt x="7620" y="7620"/>
                </a:lnTo>
                <a:close/>
              </a:path>
              <a:path w="5163184" h="2018664">
                <a:moveTo>
                  <a:pt x="5155565" y="7620"/>
                </a:moveTo>
                <a:lnTo>
                  <a:pt x="7620" y="7620"/>
                </a:lnTo>
                <a:lnTo>
                  <a:pt x="7620" y="3810"/>
                </a:lnTo>
                <a:lnTo>
                  <a:pt x="5155565" y="3810"/>
                </a:lnTo>
                <a:lnTo>
                  <a:pt x="5155565" y="7620"/>
                </a:lnTo>
                <a:close/>
              </a:path>
              <a:path w="5163184" h="2018664">
                <a:moveTo>
                  <a:pt x="5155565" y="2014854"/>
                </a:moveTo>
                <a:lnTo>
                  <a:pt x="5155565" y="3810"/>
                </a:lnTo>
                <a:lnTo>
                  <a:pt x="5159375" y="7620"/>
                </a:lnTo>
                <a:lnTo>
                  <a:pt x="5163185" y="7620"/>
                </a:lnTo>
                <a:lnTo>
                  <a:pt x="5163185" y="2011045"/>
                </a:lnTo>
                <a:lnTo>
                  <a:pt x="5159375" y="2011045"/>
                </a:lnTo>
                <a:lnTo>
                  <a:pt x="5155565" y="2014854"/>
                </a:lnTo>
                <a:close/>
              </a:path>
              <a:path w="5163184" h="2018664">
                <a:moveTo>
                  <a:pt x="5163185" y="7620"/>
                </a:moveTo>
                <a:lnTo>
                  <a:pt x="5159375" y="7620"/>
                </a:lnTo>
                <a:lnTo>
                  <a:pt x="5155565" y="3810"/>
                </a:lnTo>
                <a:lnTo>
                  <a:pt x="5163185" y="3810"/>
                </a:lnTo>
                <a:lnTo>
                  <a:pt x="5163185" y="7620"/>
                </a:lnTo>
                <a:close/>
              </a:path>
              <a:path w="5163184" h="2018664">
                <a:moveTo>
                  <a:pt x="7620" y="2014854"/>
                </a:moveTo>
                <a:lnTo>
                  <a:pt x="3810" y="2011045"/>
                </a:lnTo>
                <a:lnTo>
                  <a:pt x="7620" y="2011045"/>
                </a:lnTo>
                <a:lnTo>
                  <a:pt x="7620" y="2014854"/>
                </a:lnTo>
                <a:close/>
              </a:path>
              <a:path w="5163184" h="2018664">
                <a:moveTo>
                  <a:pt x="5155565" y="2014854"/>
                </a:moveTo>
                <a:lnTo>
                  <a:pt x="7620" y="2014854"/>
                </a:lnTo>
                <a:lnTo>
                  <a:pt x="7620" y="2011045"/>
                </a:lnTo>
                <a:lnTo>
                  <a:pt x="5155565" y="2011045"/>
                </a:lnTo>
                <a:lnTo>
                  <a:pt x="5155565" y="2014854"/>
                </a:lnTo>
                <a:close/>
              </a:path>
              <a:path w="5163184" h="2018664">
                <a:moveTo>
                  <a:pt x="5163185" y="2014854"/>
                </a:moveTo>
                <a:lnTo>
                  <a:pt x="5155565" y="2014854"/>
                </a:lnTo>
                <a:lnTo>
                  <a:pt x="5159375" y="2011045"/>
                </a:lnTo>
                <a:lnTo>
                  <a:pt x="5163185" y="2011045"/>
                </a:lnTo>
                <a:lnTo>
                  <a:pt x="5163185" y="2014854"/>
                </a:lnTo>
                <a:close/>
              </a:path>
            </a:pathLst>
          </a:custGeom>
          <a:solidFill>
            <a:srgbClr val="E6E6E6"/>
          </a:solidFill>
        </p:spPr>
        <p:txBody>
          <a:bodyPr wrap="square" lIns="0" tIns="0" rIns="0" bIns="0" rtlCol="0"/>
          <a:lstStyle/>
          <a:p>
            <a:endParaRPr/>
          </a:p>
        </p:txBody>
      </p:sp>
      <p:sp>
        <p:nvSpPr>
          <p:cNvPr id="13" name="object 13"/>
          <p:cNvSpPr txBox="1"/>
          <p:nvPr/>
        </p:nvSpPr>
        <p:spPr>
          <a:xfrm>
            <a:off x="6591934" y="4617084"/>
            <a:ext cx="49980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a:cs typeface="宋体"/>
              </a:rPr>
              <a:t>假设需要</a:t>
            </a:r>
            <a:r>
              <a:rPr sz="1200" spc="-35" dirty="0">
                <a:latin typeface="宋体"/>
                <a:cs typeface="宋体"/>
              </a:rPr>
              <a:t>AI</a:t>
            </a:r>
            <a:r>
              <a:rPr sz="1200" dirty="0">
                <a:latin typeface="宋体"/>
                <a:cs typeface="宋体"/>
              </a:rPr>
              <a:t>生成一篇关于“离别”主题的短文，可以使用</a:t>
            </a:r>
            <a:r>
              <a:rPr sz="1200" spc="-45" dirty="0">
                <a:latin typeface="宋体"/>
                <a:cs typeface="宋体"/>
              </a:rPr>
              <a:t>EIS</a:t>
            </a:r>
            <a:r>
              <a:rPr sz="1200" dirty="0">
                <a:latin typeface="宋体"/>
                <a:cs typeface="宋体"/>
              </a:rPr>
              <a:t>来指导</a:t>
            </a:r>
            <a:r>
              <a:rPr sz="1200" spc="-30" dirty="0">
                <a:latin typeface="宋体"/>
                <a:cs typeface="宋体"/>
              </a:rPr>
              <a:t>AI</a:t>
            </a:r>
            <a:r>
              <a:rPr sz="1200" spc="-25" dirty="0">
                <a:latin typeface="宋体"/>
                <a:cs typeface="宋体"/>
              </a:rPr>
              <a:t>更好</a:t>
            </a:r>
            <a:endParaRPr sz="1200">
              <a:latin typeface="宋体"/>
              <a:cs typeface="宋体"/>
            </a:endParaRPr>
          </a:p>
        </p:txBody>
      </p:sp>
      <p:sp>
        <p:nvSpPr>
          <p:cNvPr id="14" name="object 14"/>
          <p:cNvSpPr txBox="1"/>
          <p:nvPr/>
        </p:nvSpPr>
        <p:spPr>
          <a:xfrm>
            <a:off x="6591934" y="4896484"/>
            <a:ext cx="12446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宋体"/>
                <a:cs typeface="宋体"/>
              </a:rPr>
              <a:t>地融入情感元素。</a:t>
            </a:r>
            <a:endParaRPr sz="1200">
              <a:latin typeface="宋体"/>
              <a:cs typeface="宋体"/>
            </a:endParaRPr>
          </a:p>
        </p:txBody>
      </p:sp>
      <p:sp>
        <p:nvSpPr>
          <p:cNvPr id="15" name="object 15"/>
          <p:cNvSpPr txBox="1"/>
          <p:nvPr/>
        </p:nvSpPr>
        <p:spPr>
          <a:xfrm>
            <a:off x="6896734" y="5175884"/>
            <a:ext cx="7874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宋体"/>
                <a:cs typeface="宋体"/>
              </a:rPr>
              <a:t>情感分析：</a:t>
            </a:r>
            <a:endParaRPr sz="1200">
              <a:latin typeface="宋体"/>
              <a:cs typeface="宋体"/>
            </a:endParaRPr>
          </a:p>
        </p:txBody>
      </p:sp>
      <p:sp>
        <p:nvSpPr>
          <p:cNvPr id="16" name="object 16"/>
          <p:cNvSpPr txBox="1"/>
          <p:nvPr/>
        </p:nvSpPr>
        <p:spPr>
          <a:xfrm>
            <a:off x="6591934" y="5358765"/>
            <a:ext cx="1892300" cy="584200"/>
          </a:xfrm>
          <a:prstGeom prst="rect">
            <a:avLst/>
          </a:prstGeom>
        </p:spPr>
        <p:txBody>
          <a:bodyPr vert="horz" wrap="square" lIns="0" tIns="109220" rIns="0" bIns="0" rtlCol="0">
            <a:spAutoFit/>
          </a:bodyPr>
          <a:lstStyle/>
          <a:p>
            <a:pPr marL="355600" indent="-342900">
              <a:lnSpc>
                <a:spcPct val="100000"/>
              </a:lnSpc>
              <a:spcBef>
                <a:spcPts val="860"/>
              </a:spcBef>
              <a:buFont typeface="Trebuchet MS"/>
              <a:buChar char="▪"/>
              <a:tabLst>
                <a:tab pos="354965" algn="l"/>
                <a:tab pos="355600" algn="l"/>
              </a:tabLst>
            </a:pPr>
            <a:r>
              <a:rPr sz="1200" spc="-5" dirty="0">
                <a:latin typeface="宋体"/>
                <a:cs typeface="宋体"/>
              </a:rPr>
              <a:t>主要情感：悲伤、不舍</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次要情感：希望、感激</a:t>
            </a:r>
            <a:endParaRPr sz="1200">
              <a:latin typeface="宋体"/>
              <a:cs typeface="宋体"/>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892665" cy="634365"/>
          </a:xfrm>
          <a:prstGeom prst="rect">
            <a:avLst/>
          </a:prstGeom>
        </p:spPr>
        <p:txBody>
          <a:bodyPr vert="horz" wrap="square" lIns="0" tIns="12065" rIns="0" bIns="0" rtlCol="0">
            <a:spAutoFit/>
          </a:bodyPr>
          <a:lstStyle/>
          <a:p>
            <a:pPr marL="12700">
              <a:lnSpc>
                <a:spcPct val="100000"/>
              </a:lnSpc>
              <a:spcBef>
                <a:spcPts val="95"/>
              </a:spcBef>
            </a:pPr>
            <a:r>
              <a:rPr sz="4000" spc="270" dirty="0"/>
              <a:t>修辞技巧应用（</a:t>
            </a:r>
            <a:r>
              <a:rPr sz="4000" spc="270" dirty="0">
                <a:latin typeface="Arial"/>
                <a:cs typeface="Arial"/>
              </a:rPr>
              <a:t>RTA</a:t>
            </a:r>
            <a:r>
              <a:rPr sz="4000" spc="270" dirty="0"/>
              <a:t>）：提升语言表现</a:t>
            </a:r>
            <a:r>
              <a:rPr sz="4000" spc="-50" dirty="0"/>
              <a:t>力</a:t>
            </a:r>
            <a:endParaRPr sz="4000">
              <a:latin typeface="Arial"/>
              <a:cs typeface="Arial"/>
            </a:endParaRPr>
          </a:p>
        </p:txBody>
      </p:sp>
      <p:grpSp>
        <p:nvGrpSpPr>
          <p:cNvPr id="3" name="object 3"/>
          <p:cNvGrpSpPr/>
          <p:nvPr/>
        </p:nvGrpSpPr>
        <p:grpSpPr>
          <a:xfrm>
            <a:off x="6509384" y="1185672"/>
            <a:ext cx="5165725" cy="1872614"/>
            <a:chOff x="6509384" y="1185672"/>
            <a:chExt cx="5165725" cy="1872614"/>
          </a:xfrm>
        </p:grpSpPr>
        <p:sp>
          <p:nvSpPr>
            <p:cNvPr id="4" name="object 4"/>
            <p:cNvSpPr/>
            <p:nvPr/>
          </p:nvSpPr>
          <p:spPr>
            <a:xfrm>
              <a:off x="6513575" y="1185672"/>
              <a:ext cx="2106295" cy="349250"/>
            </a:xfrm>
            <a:custGeom>
              <a:avLst/>
              <a:gdLst/>
              <a:ahLst/>
              <a:cxnLst/>
              <a:rect l="l" t="t" r="r" b="b"/>
              <a:pathLst>
                <a:path w="2106295" h="349250">
                  <a:moveTo>
                    <a:pt x="2048255" y="348995"/>
                  </a:moveTo>
                  <a:lnTo>
                    <a:pt x="57912" y="348995"/>
                  </a:lnTo>
                  <a:lnTo>
                    <a:pt x="35211" y="344116"/>
                  </a:lnTo>
                  <a:lnTo>
                    <a:pt x="16725" y="331412"/>
                  </a:lnTo>
                  <a:lnTo>
                    <a:pt x="4355" y="312641"/>
                  </a:lnTo>
                  <a:lnTo>
                    <a:pt x="0" y="289559"/>
                  </a:lnTo>
                  <a:lnTo>
                    <a:pt x="0" y="57911"/>
                  </a:lnTo>
                  <a:lnTo>
                    <a:pt x="4355" y="34997"/>
                  </a:lnTo>
                  <a:lnTo>
                    <a:pt x="16725" y="16440"/>
                  </a:lnTo>
                  <a:lnTo>
                    <a:pt x="35211" y="4140"/>
                  </a:lnTo>
                  <a:lnTo>
                    <a:pt x="57912" y="0"/>
                  </a:lnTo>
                  <a:lnTo>
                    <a:pt x="2048255" y="0"/>
                  </a:lnTo>
                  <a:lnTo>
                    <a:pt x="2070599" y="4140"/>
                  </a:lnTo>
                  <a:lnTo>
                    <a:pt x="2088965" y="16440"/>
                  </a:lnTo>
                  <a:lnTo>
                    <a:pt x="2101455" y="34997"/>
                  </a:lnTo>
                  <a:lnTo>
                    <a:pt x="2106168" y="57911"/>
                  </a:lnTo>
                  <a:lnTo>
                    <a:pt x="2106168" y="289559"/>
                  </a:lnTo>
                  <a:lnTo>
                    <a:pt x="2101455" y="312641"/>
                  </a:lnTo>
                  <a:lnTo>
                    <a:pt x="2088965" y="331412"/>
                  </a:lnTo>
                  <a:lnTo>
                    <a:pt x="2070599" y="344116"/>
                  </a:lnTo>
                  <a:lnTo>
                    <a:pt x="2048255" y="348995"/>
                  </a:lnTo>
                  <a:close/>
                </a:path>
              </a:pathLst>
            </a:custGeom>
            <a:solidFill>
              <a:srgbClr val="0A80DF"/>
            </a:solidFill>
          </p:spPr>
          <p:txBody>
            <a:bodyPr wrap="square" lIns="0" tIns="0" rIns="0" bIns="0" rtlCol="0"/>
            <a:lstStyle/>
            <a:p>
              <a:endParaRPr/>
            </a:p>
          </p:txBody>
        </p:sp>
        <p:sp>
          <p:nvSpPr>
            <p:cNvPr id="5" name="object 5"/>
            <p:cNvSpPr/>
            <p:nvPr/>
          </p:nvSpPr>
          <p:spPr>
            <a:xfrm>
              <a:off x="6509384" y="1548765"/>
              <a:ext cx="5165725" cy="1509395"/>
            </a:xfrm>
            <a:custGeom>
              <a:avLst/>
              <a:gdLst/>
              <a:ahLst/>
              <a:cxnLst/>
              <a:rect l="l" t="t" r="r" b="b"/>
              <a:pathLst>
                <a:path w="5165725" h="1509395">
                  <a:moveTo>
                    <a:pt x="5161915" y="1509395"/>
                  </a:moveTo>
                  <a:lnTo>
                    <a:pt x="3810" y="1509395"/>
                  </a:lnTo>
                  <a:lnTo>
                    <a:pt x="2349" y="1509102"/>
                  </a:lnTo>
                  <a:lnTo>
                    <a:pt x="1117" y="1508277"/>
                  </a:lnTo>
                  <a:lnTo>
                    <a:pt x="292" y="1507045"/>
                  </a:lnTo>
                  <a:lnTo>
                    <a:pt x="0" y="1505585"/>
                  </a:lnTo>
                  <a:lnTo>
                    <a:pt x="0" y="3810"/>
                  </a:lnTo>
                  <a:lnTo>
                    <a:pt x="292" y="2349"/>
                  </a:lnTo>
                  <a:lnTo>
                    <a:pt x="1117" y="1117"/>
                  </a:lnTo>
                  <a:lnTo>
                    <a:pt x="2349" y="292"/>
                  </a:lnTo>
                  <a:lnTo>
                    <a:pt x="3810" y="0"/>
                  </a:lnTo>
                  <a:lnTo>
                    <a:pt x="5161915" y="0"/>
                  </a:lnTo>
                  <a:lnTo>
                    <a:pt x="5163375" y="292"/>
                  </a:lnTo>
                  <a:lnTo>
                    <a:pt x="5164607" y="1117"/>
                  </a:lnTo>
                  <a:lnTo>
                    <a:pt x="5165432" y="2349"/>
                  </a:lnTo>
                  <a:lnTo>
                    <a:pt x="5165725" y="3810"/>
                  </a:lnTo>
                  <a:lnTo>
                    <a:pt x="7620" y="3810"/>
                  </a:lnTo>
                  <a:lnTo>
                    <a:pt x="3810" y="7619"/>
                  </a:lnTo>
                  <a:lnTo>
                    <a:pt x="7620" y="7619"/>
                  </a:lnTo>
                  <a:lnTo>
                    <a:pt x="7620" y="1501775"/>
                  </a:lnTo>
                  <a:lnTo>
                    <a:pt x="3810" y="1501775"/>
                  </a:lnTo>
                  <a:lnTo>
                    <a:pt x="7620" y="1505585"/>
                  </a:lnTo>
                  <a:lnTo>
                    <a:pt x="5165725" y="1505585"/>
                  </a:lnTo>
                  <a:lnTo>
                    <a:pt x="5165432" y="1507045"/>
                  </a:lnTo>
                  <a:lnTo>
                    <a:pt x="5164607" y="1508277"/>
                  </a:lnTo>
                  <a:lnTo>
                    <a:pt x="5163375" y="1509102"/>
                  </a:lnTo>
                  <a:lnTo>
                    <a:pt x="5161915" y="1509395"/>
                  </a:lnTo>
                  <a:close/>
                </a:path>
                <a:path w="5165725" h="1509395">
                  <a:moveTo>
                    <a:pt x="7620" y="7619"/>
                  </a:moveTo>
                  <a:lnTo>
                    <a:pt x="3810" y="7619"/>
                  </a:lnTo>
                  <a:lnTo>
                    <a:pt x="7620" y="3810"/>
                  </a:lnTo>
                  <a:lnTo>
                    <a:pt x="7620" y="7619"/>
                  </a:lnTo>
                  <a:close/>
                </a:path>
                <a:path w="5165725" h="1509395">
                  <a:moveTo>
                    <a:pt x="5158105" y="7619"/>
                  </a:moveTo>
                  <a:lnTo>
                    <a:pt x="7620" y="7619"/>
                  </a:lnTo>
                  <a:lnTo>
                    <a:pt x="7620" y="3810"/>
                  </a:lnTo>
                  <a:lnTo>
                    <a:pt x="5158105" y="3810"/>
                  </a:lnTo>
                  <a:lnTo>
                    <a:pt x="5158105" y="7619"/>
                  </a:lnTo>
                  <a:close/>
                </a:path>
                <a:path w="5165725" h="1509395">
                  <a:moveTo>
                    <a:pt x="5158105" y="1505585"/>
                  </a:moveTo>
                  <a:lnTo>
                    <a:pt x="5158105" y="3810"/>
                  </a:lnTo>
                  <a:lnTo>
                    <a:pt x="5161915" y="7619"/>
                  </a:lnTo>
                  <a:lnTo>
                    <a:pt x="5165725" y="7619"/>
                  </a:lnTo>
                  <a:lnTo>
                    <a:pt x="5165725" y="1501775"/>
                  </a:lnTo>
                  <a:lnTo>
                    <a:pt x="5161915" y="1501775"/>
                  </a:lnTo>
                  <a:lnTo>
                    <a:pt x="5158105" y="1505585"/>
                  </a:lnTo>
                  <a:close/>
                </a:path>
                <a:path w="5165725" h="1509395">
                  <a:moveTo>
                    <a:pt x="5165725" y="7619"/>
                  </a:moveTo>
                  <a:lnTo>
                    <a:pt x="5161915" y="7619"/>
                  </a:lnTo>
                  <a:lnTo>
                    <a:pt x="5158105" y="3810"/>
                  </a:lnTo>
                  <a:lnTo>
                    <a:pt x="5165725" y="3810"/>
                  </a:lnTo>
                  <a:lnTo>
                    <a:pt x="5165725" y="7619"/>
                  </a:lnTo>
                  <a:close/>
                </a:path>
                <a:path w="5165725" h="1509395">
                  <a:moveTo>
                    <a:pt x="7620" y="1505585"/>
                  </a:moveTo>
                  <a:lnTo>
                    <a:pt x="3810" y="1501775"/>
                  </a:lnTo>
                  <a:lnTo>
                    <a:pt x="7620" y="1501775"/>
                  </a:lnTo>
                  <a:lnTo>
                    <a:pt x="7620" y="1505585"/>
                  </a:lnTo>
                  <a:close/>
                </a:path>
                <a:path w="5165725" h="1509395">
                  <a:moveTo>
                    <a:pt x="5158105" y="1505585"/>
                  </a:moveTo>
                  <a:lnTo>
                    <a:pt x="7620" y="1505585"/>
                  </a:lnTo>
                  <a:lnTo>
                    <a:pt x="7620" y="1501775"/>
                  </a:lnTo>
                  <a:lnTo>
                    <a:pt x="5158105" y="1501775"/>
                  </a:lnTo>
                  <a:lnTo>
                    <a:pt x="5158105" y="1505585"/>
                  </a:lnTo>
                  <a:close/>
                </a:path>
                <a:path w="5165725" h="1509395">
                  <a:moveTo>
                    <a:pt x="5165725" y="1505585"/>
                  </a:moveTo>
                  <a:lnTo>
                    <a:pt x="5158105" y="1505585"/>
                  </a:lnTo>
                  <a:lnTo>
                    <a:pt x="5161915" y="1501775"/>
                  </a:lnTo>
                  <a:lnTo>
                    <a:pt x="5165725" y="1501775"/>
                  </a:lnTo>
                  <a:lnTo>
                    <a:pt x="5165725" y="1505585"/>
                  </a:lnTo>
                  <a:close/>
                </a:path>
              </a:pathLst>
            </a:custGeom>
            <a:solidFill>
              <a:srgbClr val="E6E6E6"/>
            </a:solidFill>
          </p:spPr>
          <p:txBody>
            <a:bodyPr wrap="square" lIns="0" tIns="0" rIns="0" bIns="0" rtlCol="0"/>
            <a:lstStyle/>
            <a:p>
              <a:endParaRPr/>
            </a:p>
          </p:txBody>
        </p:sp>
      </p:grpSp>
      <p:sp>
        <p:nvSpPr>
          <p:cNvPr id="6" name="object 6"/>
          <p:cNvSpPr txBox="1"/>
          <p:nvPr/>
        </p:nvSpPr>
        <p:spPr>
          <a:xfrm>
            <a:off x="6591934" y="1211478"/>
            <a:ext cx="4860290" cy="1768475"/>
          </a:xfrm>
          <a:prstGeom prst="rect">
            <a:avLst/>
          </a:prstGeom>
        </p:spPr>
        <p:txBody>
          <a:bodyPr vert="horz" wrap="square" lIns="0" tIns="12700" rIns="0" bIns="0" rtlCol="0">
            <a:spAutoFit/>
          </a:bodyPr>
          <a:lstStyle/>
          <a:p>
            <a:pPr marL="514984">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5080">
              <a:lnSpc>
                <a:spcPct val="152800"/>
              </a:lnSpc>
              <a:spcBef>
                <a:spcPts val="560"/>
              </a:spcBef>
            </a:pPr>
            <a:r>
              <a:rPr sz="1200" dirty="0">
                <a:latin typeface="宋体"/>
                <a:cs typeface="宋体"/>
              </a:rPr>
              <a:t>假设需要</a:t>
            </a:r>
            <a:r>
              <a:rPr sz="1200" spc="-45" dirty="0">
                <a:latin typeface="宋体"/>
                <a:cs typeface="宋体"/>
              </a:rPr>
              <a:t>AI</a:t>
            </a:r>
            <a:r>
              <a:rPr sz="1200" dirty="0">
                <a:latin typeface="宋体"/>
                <a:cs typeface="宋体"/>
              </a:rPr>
              <a:t>生成一篇描述城市夜景的短文，可以使用</a:t>
            </a:r>
            <a:r>
              <a:rPr sz="1200" spc="125" dirty="0">
                <a:latin typeface="宋体"/>
                <a:cs typeface="宋体"/>
              </a:rPr>
              <a:t>RTA</a:t>
            </a:r>
            <a:r>
              <a:rPr sz="1200" dirty="0">
                <a:latin typeface="宋体"/>
                <a:cs typeface="宋体"/>
              </a:rPr>
              <a:t>来指导</a:t>
            </a:r>
            <a:r>
              <a:rPr sz="1200" spc="-45" dirty="0">
                <a:latin typeface="宋体"/>
                <a:cs typeface="宋体"/>
              </a:rPr>
              <a:t>AI</a:t>
            </a:r>
            <a:r>
              <a:rPr sz="1200" spc="-20" dirty="0">
                <a:latin typeface="宋体"/>
                <a:cs typeface="宋体"/>
              </a:rPr>
              <a:t>更好地</a:t>
            </a:r>
            <a:r>
              <a:rPr sz="1200" spc="-10" dirty="0">
                <a:latin typeface="宋体"/>
                <a:cs typeface="宋体"/>
              </a:rPr>
              <a:t>运用修辞技巧。</a:t>
            </a:r>
            <a:endParaRPr sz="1200">
              <a:latin typeface="宋体"/>
              <a:cs typeface="宋体"/>
            </a:endParaRPr>
          </a:p>
          <a:p>
            <a:pPr marL="12700">
              <a:lnSpc>
                <a:spcPct val="100000"/>
              </a:lnSpc>
              <a:spcBef>
                <a:spcPts val="760"/>
              </a:spcBef>
            </a:pPr>
            <a:r>
              <a:rPr sz="1200" spc="-10" dirty="0">
                <a:latin typeface="宋体"/>
                <a:cs typeface="宋体"/>
              </a:rPr>
              <a:t>修辞技巧选择：</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主要技巧：比喻、拟人、排比</a:t>
            </a:r>
            <a:endParaRPr sz="1200">
              <a:latin typeface="宋体"/>
              <a:cs typeface="宋体"/>
            </a:endParaRPr>
          </a:p>
          <a:p>
            <a:pPr marL="355600" indent="-342900">
              <a:lnSpc>
                <a:spcPct val="100000"/>
              </a:lnSpc>
              <a:spcBef>
                <a:spcPts val="760"/>
              </a:spcBef>
              <a:buFont typeface="Trebuchet MS"/>
              <a:buChar char="▪"/>
              <a:tabLst>
                <a:tab pos="354965" algn="l"/>
                <a:tab pos="355600" algn="l"/>
              </a:tabLst>
            </a:pPr>
            <a:r>
              <a:rPr sz="1200" spc="-5" dirty="0">
                <a:latin typeface="宋体"/>
                <a:cs typeface="宋体"/>
              </a:rPr>
              <a:t>辅助技巧：对比、夸张</a:t>
            </a:r>
            <a:endParaRPr sz="1200">
              <a:latin typeface="宋体"/>
              <a:cs typeface="宋体"/>
            </a:endParaRPr>
          </a:p>
        </p:txBody>
      </p:sp>
      <p:sp>
        <p:nvSpPr>
          <p:cNvPr id="7" name="object 7"/>
          <p:cNvSpPr/>
          <p:nvPr/>
        </p:nvSpPr>
        <p:spPr>
          <a:xfrm>
            <a:off x="503872" y="2439352"/>
            <a:ext cx="2577465" cy="427355"/>
          </a:xfrm>
          <a:custGeom>
            <a:avLst/>
            <a:gdLst/>
            <a:ahLst/>
            <a:cxnLst/>
            <a:rect l="l" t="t" r="r" b="b"/>
            <a:pathLst>
              <a:path w="2577465" h="427355">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5">
                <a:moveTo>
                  <a:pt x="28575" y="28575"/>
                </a:moveTo>
                <a:lnTo>
                  <a:pt x="14287" y="28575"/>
                </a:lnTo>
                <a:lnTo>
                  <a:pt x="28575" y="14287"/>
                </a:lnTo>
                <a:lnTo>
                  <a:pt x="28575" y="28575"/>
                </a:lnTo>
                <a:close/>
              </a:path>
              <a:path w="2577465" h="427355">
                <a:moveTo>
                  <a:pt x="2548890" y="28575"/>
                </a:moveTo>
                <a:lnTo>
                  <a:pt x="28575" y="28575"/>
                </a:lnTo>
                <a:lnTo>
                  <a:pt x="28575" y="14287"/>
                </a:lnTo>
                <a:lnTo>
                  <a:pt x="2548890" y="14287"/>
                </a:lnTo>
                <a:lnTo>
                  <a:pt x="2548890" y="28575"/>
                </a:lnTo>
                <a:close/>
              </a:path>
              <a:path w="2577465" h="427355">
                <a:moveTo>
                  <a:pt x="2548890" y="413067"/>
                </a:moveTo>
                <a:lnTo>
                  <a:pt x="2548890" y="14287"/>
                </a:lnTo>
                <a:lnTo>
                  <a:pt x="2563177" y="28575"/>
                </a:lnTo>
                <a:lnTo>
                  <a:pt x="2577465" y="28575"/>
                </a:lnTo>
                <a:lnTo>
                  <a:pt x="2577465" y="398780"/>
                </a:lnTo>
                <a:lnTo>
                  <a:pt x="2563177" y="398780"/>
                </a:lnTo>
                <a:lnTo>
                  <a:pt x="2548890" y="413067"/>
                </a:lnTo>
                <a:close/>
              </a:path>
              <a:path w="2577465" h="427355">
                <a:moveTo>
                  <a:pt x="2577465" y="28575"/>
                </a:moveTo>
                <a:lnTo>
                  <a:pt x="2563177" y="28575"/>
                </a:lnTo>
                <a:lnTo>
                  <a:pt x="2548890" y="14287"/>
                </a:lnTo>
                <a:lnTo>
                  <a:pt x="2577465" y="14287"/>
                </a:lnTo>
                <a:lnTo>
                  <a:pt x="2577465" y="28575"/>
                </a:lnTo>
                <a:close/>
              </a:path>
              <a:path w="2577465" h="427355">
                <a:moveTo>
                  <a:pt x="28575" y="413067"/>
                </a:moveTo>
                <a:lnTo>
                  <a:pt x="14287" y="398780"/>
                </a:lnTo>
                <a:lnTo>
                  <a:pt x="28575" y="398780"/>
                </a:lnTo>
                <a:lnTo>
                  <a:pt x="28575" y="413067"/>
                </a:lnTo>
                <a:close/>
              </a:path>
              <a:path w="2577465" h="427355">
                <a:moveTo>
                  <a:pt x="2548890" y="413067"/>
                </a:moveTo>
                <a:lnTo>
                  <a:pt x="28575" y="413067"/>
                </a:lnTo>
                <a:lnTo>
                  <a:pt x="28575" y="398780"/>
                </a:lnTo>
                <a:lnTo>
                  <a:pt x="2548890" y="398780"/>
                </a:lnTo>
                <a:lnTo>
                  <a:pt x="2548890" y="413067"/>
                </a:lnTo>
                <a:close/>
              </a:path>
              <a:path w="2577465" h="427355">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8" name="object 8"/>
          <p:cNvSpPr/>
          <p:nvPr/>
        </p:nvSpPr>
        <p:spPr>
          <a:xfrm>
            <a:off x="503872" y="3026092"/>
            <a:ext cx="2577465" cy="436245"/>
          </a:xfrm>
          <a:custGeom>
            <a:avLst/>
            <a:gdLst/>
            <a:ahLst/>
            <a:cxnLst/>
            <a:rect l="l" t="t" r="r" b="b"/>
            <a:pathLst>
              <a:path w="2577465" h="436245">
                <a:moveTo>
                  <a:pt x="2577465" y="436245"/>
                </a:moveTo>
                <a:lnTo>
                  <a:pt x="0" y="436245"/>
                </a:lnTo>
                <a:lnTo>
                  <a:pt x="0" y="0"/>
                </a:lnTo>
                <a:lnTo>
                  <a:pt x="2577465" y="0"/>
                </a:lnTo>
                <a:lnTo>
                  <a:pt x="2577465" y="14287"/>
                </a:lnTo>
                <a:lnTo>
                  <a:pt x="28575" y="14287"/>
                </a:lnTo>
                <a:lnTo>
                  <a:pt x="14287" y="28575"/>
                </a:lnTo>
                <a:lnTo>
                  <a:pt x="28575" y="28575"/>
                </a:lnTo>
                <a:lnTo>
                  <a:pt x="28575" y="407670"/>
                </a:lnTo>
                <a:lnTo>
                  <a:pt x="14287" y="407670"/>
                </a:lnTo>
                <a:lnTo>
                  <a:pt x="28575" y="421957"/>
                </a:lnTo>
                <a:lnTo>
                  <a:pt x="2577465" y="421957"/>
                </a:lnTo>
                <a:lnTo>
                  <a:pt x="2577465" y="436245"/>
                </a:lnTo>
                <a:close/>
              </a:path>
              <a:path w="2577465" h="436245">
                <a:moveTo>
                  <a:pt x="28575" y="28575"/>
                </a:moveTo>
                <a:lnTo>
                  <a:pt x="14287" y="28575"/>
                </a:lnTo>
                <a:lnTo>
                  <a:pt x="28575" y="14287"/>
                </a:lnTo>
                <a:lnTo>
                  <a:pt x="28575" y="28575"/>
                </a:lnTo>
                <a:close/>
              </a:path>
              <a:path w="2577465" h="436245">
                <a:moveTo>
                  <a:pt x="2548890" y="28575"/>
                </a:moveTo>
                <a:lnTo>
                  <a:pt x="28575" y="28575"/>
                </a:lnTo>
                <a:lnTo>
                  <a:pt x="28575" y="14287"/>
                </a:lnTo>
                <a:lnTo>
                  <a:pt x="2548890" y="14287"/>
                </a:lnTo>
                <a:lnTo>
                  <a:pt x="2548890" y="28575"/>
                </a:lnTo>
                <a:close/>
              </a:path>
              <a:path w="2577465" h="436245">
                <a:moveTo>
                  <a:pt x="2548890" y="421957"/>
                </a:moveTo>
                <a:lnTo>
                  <a:pt x="2548890" y="14287"/>
                </a:lnTo>
                <a:lnTo>
                  <a:pt x="2563177" y="28575"/>
                </a:lnTo>
                <a:lnTo>
                  <a:pt x="2577465" y="28575"/>
                </a:lnTo>
                <a:lnTo>
                  <a:pt x="2577465" y="407670"/>
                </a:lnTo>
                <a:lnTo>
                  <a:pt x="2563177" y="407670"/>
                </a:lnTo>
                <a:lnTo>
                  <a:pt x="2548890" y="421957"/>
                </a:lnTo>
                <a:close/>
              </a:path>
              <a:path w="2577465" h="436245">
                <a:moveTo>
                  <a:pt x="2577465" y="28575"/>
                </a:moveTo>
                <a:lnTo>
                  <a:pt x="2563177" y="28575"/>
                </a:lnTo>
                <a:lnTo>
                  <a:pt x="2548890" y="14287"/>
                </a:lnTo>
                <a:lnTo>
                  <a:pt x="2577465" y="14287"/>
                </a:lnTo>
                <a:lnTo>
                  <a:pt x="2577465" y="28575"/>
                </a:lnTo>
                <a:close/>
              </a:path>
              <a:path w="2577465" h="436245">
                <a:moveTo>
                  <a:pt x="28575" y="421957"/>
                </a:moveTo>
                <a:lnTo>
                  <a:pt x="14287" y="407670"/>
                </a:lnTo>
                <a:lnTo>
                  <a:pt x="28575" y="407670"/>
                </a:lnTo>
                <a:lnTo>
                  <a:pt x="28575" y="421957"/>
                </a:lnTo>
                <a:close/>
              </a:path>
              <a:path w="2577465" h="436245">
                <a:moveTo>
                  <a:pt x="2548890" y="421957"/>
                </a:moveTo>
                <a:lnTo>
                  <a:pt x="28575" y="421957"/>
                </a:lnTo>
                <a:lnTo>
                  <a:pt x="28575" y="407670"/>
                </a:lnTo>
                <a:lnTo>
                  <a:pt x="2548890" y="407670"/>
                </a:lnTo>
                <a:lnTo>
                  <a:pt x="2548890" y="421957"/>
                </a:lnTo>
                <a:close/>
              </a:path>
              <a:path w="2577465" h="436245">
                <a:moveTo>
                  <a:pt x="2577465" y="421957"/>
                </a:moveTo>
                <a:lnTo>
                  <a:pt x="2548890" y="421957"/>
                </a:lnTo>
                <a:lnTo>
                  <a:pt x="2563177" y="407670"/>
                </a:lnTo>
                <a:lnTo>
                  <a:pt x="2577465" y="407670"/>
                </a:lnTo>
                <a:lnTo>
                  <a:pt x="2577465" y="421957"/>
                </a:lnTo>
                <a:close/>
              </a:path>
            </a:pathLst>
          </a:custGeom>
          <a:solidFill>
            <a:srgbClr val="5F95E6"/>
          </a:solidFill>
        </p:spPr>
        <p:txBody>
          <a:bodyPr wrap="square" lIns="0" tIns="0" rIns="0" bIns="0" rtlCol="0"/>
          <a:lstStyle/>
          <a:p>
            <a:endParaRPr/>
          </a:p>
        </p:txBody>
      </p:sp>
      <p:sp>
        <p:nvSpPr>
          <p:cNvPr id="9" name="object 9"/>
          <p:cNvSpPr/>
          <p:nvPr/>
        </p:nvSpPr>
        <p:spPr>
          <a:xfrm>
            <a:off x="3179762" y="2441257"/>
            <a:ext cx="2577465" cy="427355"/>
          </a:xfrm>
          <a:custGeom>
            <a:avLst/>
            <a:gdLst/>
            <a:ahLst/>
            <a:cxnLst/>
            <a:rect l="l" t="t" r="r" b="b"/>
            <a:pathLst>
              <a:path w="2577465" h="427355">
                <a:moveTo>
                  <a:pt x="2577465" y="427354"/>
                </a:moveTo>
                <a:lnTo>
                  <a:pt x="0" y="427354"/>
                </a:lnTo>
                <a:lnTo>
                  <a:pt x="0" y="0"/>
                </a:lnTo>
                <a:lnTo>
                  <a:pt x="2577465" y="0"/>
                </a:lnTo>
                <a:lnTo>
                  <a:pt x="2577465" y="14287"/>
                </a:lnTo>
                <a:lnTo>
                  <a:pt x="28575" y="14287"/>
                </a:lnTo>
                <a:lnTo>
                  <a:pt x="14287" y="28574"/>
                </a:lnTo>
                <a:lnTo>
                  <a:pt x="28575" y="28574"/>
                </a:lnTo>
                <a:lnTo>
                  <a:pt x="28575" y="398779"/>
                </a:lnTo>
                <a:lnTo>
                  <a:pt x="14287" y="398779"/>
                </a:lnTo>
                <a:lnTo>
                  <a:pt x="28575" y="413067"/>
                </a:lnTo>
                <a:lnTo>
                  <a:pt x="2577465" y="413067"/>
                </a:lnTo>
                <a:lnTo>
                  <a:pt x="2577465" y="427354"/>
                </a:lnTo>
                <a:close/>
              </a:path>
              <a:path w="2577465" h="427355">
                <a:moveTo>
                  <a:pt x="28575" y="28574"/>
                </a:moveTo>
                <a:lnTo>
                  <a:pt x="14287" y="28574"/>
                </a:lnTo>
                <a:lnTo>
                  <a:pt x="28575" y="14287"/>
                </a:lnTo>
                <a:lnTo>
                  <a:pt x="28575" y="28574"/>
                </a:lnTo>
                <a:close/>
              </a:path>
              <a:path w="2577465" h="427355">
                <a:moveTo>
                  <a:pt x="2548890" y="28574"/>
                </a:moveTo>
                <a:lnTo>
                  <a:pt x="28575" y="28574"/>
                </a:lnTo>
                <a:lnTo>
                  <a:pt x="28575" y="14287"/>
                </a:lnTo>
                <a:lnTo>
                  <a:pt x="2548890" y="14287"/>
                </a:lnTo>
                <a:lnTo>
                  <a:pt x="2548890" y="28574"/>
                </a:lnTo>
                <a:close/>
              </a:path>
              <a:path w="2577465" h="427355">
                <a:moveTo>
                  <a:pt x="2548890" y="413067"/>
                </a:moveTo>
                <a:lnTo>
                  <a:pt x="2548890" y="14287"/>
                </a:lnTo>
                <a:lnTo>
                  <a:pt x="2563177" y="28574"/>
                </a:lnTo>
                <a:lnTo>
                  <a:pt x="2577465" y="28574"/>
                </a:lnTo>
                <a:lnTo>
                  <a:pt x="2577465" y="398779"/>
                </a:lnTo>
                <a:lnTo>
                  <a:pt x="2563177" y="398779"/>
                </a:lnTo>
                <a:lnTo>
                  <a:pt x="2548890" y="413067"/>
                </a:lnTo>
                <a:close/>
              </a:path>
              <a:path w="2577465" h="427355">
                <a:moveTo>
                  <a:pt x="2577465" y="28574"/>
                </a:moveTo>
                <a:lnTo>
                  <a:pt x="2563177" y="28574"/>
                </a:lnTo>
                <a:lnTo>
                  <a:pt x="2548890" y="14287"/>
                </a:lnTo>
                <a:lnTo>
                  <a:pt x="2577465" y="14287"/>
                </a:lnTo>
                <a:lnTo>
                  <a:pt x="2577465" y="28574"/>
                </a:lnTo>
                <a:close/>
              </a:path>
              <a:path w="2577465" h="427355">
                <a:moveTo>
                  <a:pt x="28575" y="413067"/>
                </a:moveTo>
                <a:lnTo>
                  <a:pt x="14287" y="398779"/>
                </a:lnTo>
                <a:lnTo>
                  <a:pt x="28575" y="398779"/>
                </a:lnTo>
                <a:lnTo>
                  <a:pt x="28575" y="413067"/>
                </a:lnTo>
                <a:close/>
              </a:path>
              <a:path w="2577465" h="427355">
                <a:moveTo>
                  <a:pt x="2548890" y="413067"/>
                </a:moveTo>
                <a:lnTo>
                  <a:pt x="28575" y="413067"/>
                </a:lnTo>
                <a:lnTo>
                  <a:pt x="28575" y="398779"/>
                </a:lnTo>
                <a:lnTo>
                  <a:pt x="2548890" y="398779"/>
                </a:lnTo>
                <a:lnTo>
                  <a:pt x="2548890" y="413067"/>
                </a:lnTo>
                <a:close/>
              </a:path>
              <a:path w="2577465" h="427355">
                <a:moveTo>
                  <a:pt x="2577465" y="413067"/>
                </a:moveTo>
                <a:lnTo>
                  <a:pt x="2548890" y="413067"/>
                </a:lnTo>
                <a:lnTo>
                  <a:pt x="2563177" y="398779"/>
                </a:lnTo>
                <a:lnTo>
                  <a:pt x="2577465" y="398779"/>
                </a:lnTo>
                <a:lnTo>
                  <a:pt x="2577465" y="413067"/>
                </a:lnTo>
                <a:close/>
              </a:path>
            </a:pathLst>
          </a:custGeom>
          <a:solidFill>
            <a:srgbClr val="5F95E6"/>
          </a:solidFill>
        </p:spPr>
        <p:txBody>
          <a:bodyPr wrap="square" lIns="0" tIns="0" rIns="0" bIns="0" rtlCol="0"/>
          <a:lstStyle/>
          <a:p>
            <a:endParaRPr/>
          </a:p>
        </p:txBody>
      </p:sp>
      <p:sp>
        <p:nvSpPr>
          <p:cNvPr id="10" name="object 10"/>
          <p:cNvSpPr/>
          <p:nvPr/>
        </p:nvSpPr>
        <p:spPr>
          <a:xfrm>
            <a:off x="3179762" y="3033077"/>
            <a:ext cx="2577465" cy="427355"/>
          </a:xfrm>
          <a:custGeom>
            <a:avLst/>
            <a:gdLst/>
            <a:ahLst/>
            <a:cxnLst/>
            <a:rect l="l" t="t" r="r" b="b"/>
            <a:pathLst>
              <a:path w="2577465" h="427354">
                <a:moveTo>
                  <a:pt x="2577465" y="427355"/>
                </a:moveTo>
                <a:lnTo>
                  <a:pt x="0" y="427355"/>
                </a:lnTo>
                <a:lnTo>
                  <a:pt x="0" y="0"/>
                </a:lnTo>
                <a:lnTo>
                  <a:pt x="2577465" y="0"/>
                </a:lnTo>
                <a:lnTo>
                  <a:pt x="2577465" y="14287"/>
                </a:lnTo>
                <a:lnTo>
                  <a:pt x="28575" y="14287"/>
                </a:lnTo>
                <a:lnTo>
                  <a:pt x="14287" y="28575"/>
                </a:lnTo>
                <a:lnTo>
                  <a:pt x="28575" y="28575"/>
                </a:lnTo>
                <a:lnTo>
                  <a:pt x="28575" y="398780"/>
                </a:lnTo>
                <a:lnTo>
                  <a:pt x="14287" y="398780"/>
                </a:lnTo>
                <a:lnTo>
                  <a:pt x="28575" y="413067"/>
                </a:lnTo>
                <a:lnTo>
                  <a:pt x="2577465" y="413067"/>
                </a:lnTo>
                <a:lnTo>
                  <a:pt x="2577465" y="427355"/>
                </a:lnTo>
                <a:close/>
              </a:path>
              <a:path w="2577465" h="427354">
                <a:moveTo>
                  <a:pt x="28575" y="28575"/>
                </a:moveTo>
                <a:lnTo>
                  <a:pt x="14287" y="28575"/>
                </a:lnTo>
                <a:lnTo>
                  <a:pt x="28575" y="14287"/>
                </a:lnTo>
                <a:lnTo>
                  <a:pt x="28575" y="28575"/>
                </a:lnTo>
                <a:close/>
              </a:path>
              <a:path w="2577465" h="427354">
                <a:moveTo>
                  <a:pt x="2548890" y="28575"/>
                </a:moveTo>
                <a:lnTo>
                  <a:pt x="28575" y="28575"/>
                </a:lnTo>
                <a:lnTo>
                  <a:pt x="28575" y="14287"/>
                </a:lnTo>
                <a:lnTo>
                  <a:pt x="2548890" y="14287"/>
                </a:lnTo>
                <a:lnTo>
                  <a:pt x="2548890" y="28575"/>
                </a:lnTo>
                <a:close/>
              </a:path>
              <a:path w="2577465" h="427354">
                <a:moveTo>
                  <a:pt x="2548890" y="413067"/>
                </a:moveTo>
                <a:lnTo>
                  <a:pt x="2548890" y="14287"/>
                </a:lnTo>
                <a:lnTo>
                  <a:pt x="2563177" y="28575"/>
                </a:lnTo>
                <a:lnTo>
                  <a:pt x="2577465" y="28575"/>
                </a:lnTo>
                <a:lnTo>
                  <a:pt x="2577465" y="398780"/>
                </a:lnTo>
                <a:lnTo>
                  <a:pt x="2563177" y="398780"/>
                </a:lnTo>
                <a:lnTo>
                  <a:pt x="2548890" y="413067"/>
                </a:lnTo>
                <a:close/>
              </a:path>
              <a:path w="2577465" h="427354">
                <a:moveTo>
                  <a:pt x="2577465" y="28575"/>
                </a:moveTo>
                <a:lnTo>
                  <a:pt x="2563177" y="28575"/>
                </a:lnTo>
                <a:lnTo>
                  <a:pt x="2548890" y="14287"/>
                </a:lnTo>
                <a:lnTo>
                  <a:pt x="2577465" y="14287"/>
                </a:lnTo>
                <a:lnTo>
                  <a:pt x="2577465" y="28575"/>
                </a:lnTo>
                <a:close/>
              </a:path>
              <a:path w="2577465" h="427354">
                <a:moveTo>
                  <a:pt x="28575" y="413067"/>
                </a:moveTo>
                <a:lnTo>
                  <a:pt x="14287" y="398780"/>
                </a:lnTo>
                <a:lnTo>
                  <a:pt x="28575" y="398780"/>
                </a:lnTo>
                <a:lnTo>
                  <a:pt x="28575" y="413067"/>
                </a:lnTo>
                <a:close/>
              </a:path>
              <a:path w="2577465" h="427354">
                <a:moveTo>
                  <a:pt x="2548890" y="413067"/>
                </a:moveTo>
                <a:lnTo>
                  <a:pt x="28575" y="413067"/>
                </a:lnTo>
                <a:lnTo>
                  <a:pt x="28575" y="398780"/>
                </a:lnTo>
                <a:lnTo>
                  <a:pt x="2548890" y="398780"/>
                </a:lnTo>
                <a:lnTo>
                  <a:pt x="2548890" y="413067"/>
                </a:lnTo>
                <a:close/>
              </a:path>
              <a:path w="2577465" h="427354">
                <a:moveTo>
                  <a:pt x="2577465" y="413067"/>
                </a:moveTo>
                <a:lnTo>
                  <a:pt x="2548890" y="413067"/>
                </a:lnTo>
                <a:lnTo>
                  <a:pt x="2563177" y="398780"/>
                </a:lnTo>
                <a:lnTo>
                  <a:pt x="2577465" y="398780"/>
                </a:lnTo>
                <a:lnTo>
                  <a:pt x="2577465" y="413067"/>
                </a:lnTo>
                <a:close/>
              </a:path>
            </a:pathLst>
          </a:custGeom>
          <a:solidFill>
            <a:srgbClr val="5F95E6"/>
          </a:solidFill>
        </p:spPr>
        <p:txBody>
          <a:bodyPr wrap="square" lIns="0" tIns="0" rIns="0" bIns="0" rtlCol="0"/>
          <a:lstStyle/>
          <a:p>
            <a:endParaRPr/>
          </a:p>
        </p:txBody>
      </p:sp>
      <p:sp>
        <p:nvSpPr>
          <p:cNvPr id="11" name="object 11"/>
          <p:cNvSpPr txBox="1"/>
          <p:nvPr/>
        </p:nvSpPr>
        <p:spPr>
          <a:xfrm>
            <a:off x="540384" y="994805"/>
            <a:ext cx="5671185" cy="5289550"/>
          </a:xfrm>
          <a:prstGeom prst="rect">
            <a:avLst/>
          </a:prstGeom>
        </p:spPr>
        <p:txBody>
          <a:bodyPr vert="horz" wrap="square" lIns="0" tIns="165735" rIns="0" bIns="0" rtlCol="0">
            <a:spAutoFit/>
          </a:bodyPr>
          <a:lstStyle/>
          <a:p>
            <a:pPr marL="267335">
              <a:lnSpc>
                <a:spcPct val="100000"/>
              </a:lnSpc>
              <a:spcBef>
                <a:spcPts val="1305"/>
              </a:spcBef>
            </a:pPr>
            <a:r>
              <a:rPr sz="2000" b="1" spc="-10" dirty="0">
                <a:latin typeface="Arial"/>
                <a:cs typeface="Arial"/>
              </a:rPr>
              <a:t>RTA</a:t>
            </a:r>
            <a:r>
              <a:rPr sz="2000" b="1" spc="-10" dirty="0">
                <a:latin typeface="Microsoft JhengHei"/>
                <a:cs typeface="Microsoft JhengHei"/>
              </a:rPr>
              <a:t>的理论基础：</a:t>
            </a:r>
            <a:endParaRPr sz="2000">
              <a:latin typeface="Microsoft JhengHei"/>
              <a:cs typeface="Microsoft JhengHei"/>
            </a:endParaRPr>
          </a:p>
          <a:p>
            <a:pPr marL="12700">
              <a:lnSpc>
                <a:spcPct val="100000"/>
              </a:lnSpc>
              <a:spcBef>
                <a:spcPts val="1080"/>
              </a:spcBef>
            </a:pPr>
            <a:r>
              <a:rPr sz="1800" spc="45" dirty="0">
                <a:latin typeface="Arial"/>
                <a:cs typeface="Arial"/>
              </a:rPr>
              <a:t>RTA</a:t>
            </a:r>
            <a:r>
              <a:rPr sz="1800" spc="50" dirty="0">
                <a:latin typeface="宋体"/>
                <a:cs typeface="宋体"/>
              </a:rPr>
              <a:t>基于修辞学和文体学的理论，将这些理论应用到</a:t>
            </a:r>
            <a:r>
              <a:rPr sz="1800" spc="-25" dirty="0">
                <a:latin typeface="Arial"/>
                <a:cs typeface="Arial"/>
              </a:rPr>
              <a:t>AI</a:t>
            </a:r>
            <a:endParaRPr sz="1800">
              <a:latin typeface="Arial"/>
              <a:cs typeface="Arial"/>
            </a:endParaRPr>
          </a:p>
          <a:p>
            <a:pPr marL="12700">
              <a:lnSpc>
                <a:spcPct val="100000"/>
              </a:lnSpc>
              <a:spcBef>
                <a:spcPts val="645"/>
              </a:spcBef>
            </a:pPr>
            <a:r>
              <a:rPr sz="1800" spc="-5" dirty="0">
                <a:latin typeface="宋体"/>
                <a:cs typeface="宋体"/>
              </a:rPr>
              <a:t>内容生成过程中，提出了以下关键步骤：</a:t>
            </a:r>
            <a:endParaRPr sz="1800">
              <a:latin typeface="宋体"/>
              <a:cs typeface="宋体"/>
            </a:endParaRPr>
          </a:p>
          <a:p>
            <a:pPr marL="795020" marR="1277620" indent="-228600">
              <a:lnSpc>
                <a:spcPts val="4660"/>
              </a:lnSpc>
              <a:spcBef>
                <a:spcPts val="325"/>
              </a:spcBef>
              <a:tabLst>
                <a:tab pos="3470275" algn="l"/>
              </a:tabLst>
            </a:pPr>
            <a:r>
              <a:rPr sz="1800" dirty="0">
                <a:latin typeface="宋体"/>
                <a:cs typeface="宋体"/>
              </a:rPr>
              <a:t>修辞手法识</a:t>
            </a:r>
            <a:r>
              <a:rPr sz="1800" spc="-50" dirty="0">
                <a:latin typeface="宋体"/>
                <a:cs typeface="宋体"/>
              </a:rPr>
              <a:t>别</a:t>
            </a:r>
            <a:r>
              <a:rPr sz="1800" dirty="0">
                <a:latin typeface="宋体"/>
                <a:cs typeface="宋体"/>
              </a:rPr>
              <a:t>	技巧整</a:t>
            </a:r>
            <a:r>
              <a:rPr sz="1800" spc="-50" dirty="0">
                <a:latin typeface="宋体"/>
                <a:cs typeface="宋体"/>
              </a:rPr>
              <a:t>合</a:t>
            </a:r>
            <a:r>
              <a:rPr sz="1800" dirty="0">
                <a:latin typeface="宋体"/>
                <a:cs typeface="宋体"/>
              </a:rPr>
              <a:t>语境适</a:t>
            </a:r>
            <a:r>
              <a:rPr sz="1800" spc="-50" dirty="0">
                <a:latin typeface="宋体"/>
                <a:cs typeface="宋体"/>
              </a:rPr>
              <a:t>配</a:t>
            </a:r>
            <a:r>
              <a:rPr sz="1800" dirty="0">
                <a:latin typeface="宋体"/>
                <a:cs typeface="宋体"/>
              </a:rPr>
              <a:t>	效果评</a:t>
            </a:r>
            <a:r>
              <a:rPr sz="1800" spc="-50" dirty="0">
                <a:latin typeface="宋体"/>
                <a:cs typeface="宋体"/>
              </a:rPr>
              <a:t>估</a:t>
            </a:r>
            <a:endParaRPr sz="1800">
              <a:latin typeface="宋体"/>
              <a:cs typeface="宋体"/>
            </a:endParaRPr>
          </a:p>
          <a:p>
            <a:pPr>
              <a:lnSpc>
                <a:spcPct val="100000"/>
              </a:lnSpc>
              <a:spcBef>
                <a:spcPts val="55"/>
              </a:spcBef>
            </a:pPr>
            <a:endParaRPr sz="1850">
              <a:latin typeface="宋体"/>
              <a:cs typeface="宋体"/>
            </a:endParaRPr>
          </a:p>
          <a:p>
            <a:pPr marL="267335">
              <a:lnSpc>
                <a:spcPct val="100000"/>
              </a:lnSpc>
            </a:pPr>
            <a:r>
              <a:rPr sz="2000" b="1" spc="-10" dirty="0">
                <a:latin typeface="Arial"/>
                <a:cs typeface="Arial"/>
              </a:rPr>
              <a:t>RTA</a:t>
            </a:r>
            <a:r>
              <a:rPr sz="2000" b="1" spc="-10" dirty="0">
                <a:latin typeface="Microsoft JhengHei"/>
                <a:cs typeface="Microsoft JhengHei"/>
              </a:rPr>
              <a:t>实施步骤：</a:t>
            </a:r>
            <a:endParaRPr sz="2000">
              <a:latin typeface="Microsoft JhengHei"/>
              <a:cs typeface="Microsoft JhengHei"/>
            </a:endParaRPr>
          </a:p>
          <a:p>
            <a:pPr marL="355600" indent="-342900">
              <a:lnSpc>
                <a:spcPct val="100000"/>
              </a:lnSpc>
              <a:spcBef>
                <a:spcPts val="1140"/>
              </a:spcBef>
              <a:buFont typeface="Arial"/>
              <a:buAutoNum type="arabicPeriod"/>
              <a:tabLst>
                <a:tab pos="354965" algn="l"/>
                <a:tab pos="355600" algn="l"/>
              </a:tabLst>
            </a:pPr>
            <a:r>
              <a:rPr sz="1800" spc="-5" dirty="0">
                <a:latin typeface="宋体"/>
                <a:cs typeface="宋体"/>
              </a:rPr>
              <a:t>确定任务目标：明确文本的主要目的</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选择核心修辞：选择</a:t>
            </a:r>
            <a:r>
              <a:rPr sz="1800" spc="-10" dirty="0">
                <a:latin typeface="Arial"/>
                <a:cs typeface="Arial"/>
              </a:rPr>
              <a:t>2—3</a:t>
            </a:r>
            <a:r>
              <a:rPr sz="1800" spc="-10" dirty="0">
                <a:latin typeface="宋体"/>
                <a:cs typeface="宋体"/>
              </a:rPr>
              <a:t>种主要的修辞手法</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设计修辞示例：为选定的修辞手法创建使用示例</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安排修辞分布：规划修辞技巧在文本中的分布</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5" dirty="0">
                <a:latin typeface="宋体"/>
                <a:cs typeface="宋体"/>
              </a:rPr>
              <a:t>创建平衡策略：确保修辞技巧不过于刻意或过度</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生成修辞应用提示：创建</a:t>
            </a:r>
            <a:r>
              <a:rPr sz="1800" spc="-10" dirty="0">
                <a:latin typeface="Arial"/>
                <a:cs typeface="Arial"/>
              </a:rPr>
              <a:t>AI</a:t>
            </a:r>
            <a:r>
              <a:rPr sz="1800" spc="-5" dirty="0">
                <a:latin typeface="宋体"/>
                <a:cs typeface="宋体"/>
              </a:rPr>
              <a:t>运用修辞技巧的提示语</a:t>
            </a:r>
            <a:endParaRPr sz="1800">
              <a:latin typeface="宋体"/>
              <a:cs typeface="宋体"/>
            </a:endParaRPr>
          </a:p>
        </p:txBody>
      </p:sp>
      <p:sp>
        <p:nvSpPr>
          <p:cNvPr id="12" name="object 12"/>
          <p:cNvSpPr txBox="1"/>
          <p:nvPr/>
        </p:nvSpPr>
        <p:spPr>
          <a:xfrm>
            <a:off x="6600825" y="3016598"/>
            <a:ext cx="5054600" cy="1287780"/>
          </a:xfrm>
          <a:prstGeom prst="rect">
            <a:avLst/>
          </a:prstGeom>
        </p:spPr>
        <p:txBody>
          <a:bodyPr vert="horz" wrap="square" lIns="0" tIns="184785" rIns="0" bIns="0" rtlCol="0">
            <a:spAutoFit/>
          </a:bodyPr>
          <a:lstStyle/>
          <a:p>
            <a:pPr marL="12700">
              <a:lnSpc>
                <a:spcPct val="100000"/>
              </a:lnSpc>
              <a:spcBef>
                <a:spcPts val="1455"/>
              </a:spcBef>
            </a:pPr>
            <a:r>
              <a:rPr sz="2000" b="1" spc="-5" dirty="0">
                <a:latin typeface="Microsoft JhengHei"/>
                <a:cs typeface="Microsoft JhengHei"/>
              </a:rPr>
              <a:t>语言风格优化：整合情感修辞技巧</a:t>
            </a:r>
            <a:endParaRPr sz="2000">
              <a:latin typeface="Microsoft JhengHei"/>
              <a:cs typeface="Microsoft JhengHei"/>
            </a:endParaRPr>
          </a:p>
          <a:p>
            <a:pPr marL="12700" marR="5080">
              <a:lnSpc>
                <a:spcPct val="129900"/>
              </a:lnSpc>
              <a:spcBef>
                <a:spcPts val="570"/>
              </a:spcBef>
            </a:pPr>
            <a:r>
              <a:rPr sz="1800" spc="-5" dirty="0">
                <a:latin typeface="宋体"/>
                <a:cs typeface="宋体"/>
              </a:rPr>
              <a:t>为了将语体模拟、情感融入和修辞技巧有机结合，</a:t>
            </a:r>
            <a:r>
              <a:rPr sz="1800" spc="-10" dirty="0">
                <a:latin typeface="宋体"/>
                <a:cs typeface="宋体"/>
              </a:rPr>
              <a:t>可以采用以下策略：</a:t>
            </a:r>
            <a:endParaRPr sz="1800">
              <a:latin typeface="宋体"/>
              <a:cs typeface="宋体"/>
            </a:endParaRPr>
          </a:p>
        </p:txBody>
      </p:sp>
      <p:pic>
        <p:nvPicPr>
          <p:cNvPr id="13" name="object 13"/>
          <p:cNvPicPr/>
          <p:nvPr/>
        </p:nvPicPr>
        <p:blipFill>
          <a:blip r:embed="rId2" cstate="print"/>
          <a:stretch>
            <a:fillRect/>
          </a:stretch>
        </p:blipFill>
        <p:spPr>
          <a:xfrm>
            <a:off x="5893308" y="4489703"/>
            <a:ext cx="6060947" cy="19339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4064</Words>
  <Application>Microsoft Office PowerPoint</Application>
  <PresentationFormat>宽屏</PresentationFormat>
  <Paragraphs>1245</Paragraphs>
  <Slides>56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56</vt:i4>
      </vt:variant>
    </vt:vector>
  </HeadingPairs>
  <TitlesOfParts>
    <vt:vector size="63" baseType="lpstr">
      <vt:lpstr>Microsoft JhengHei</vt:lpstr>
      <vt:lpstr>宋体</vt:lpstr>
      <vt:lpstr>Arial</vt:lpstr>
      <vt:lpstr>Calibri</vt:lpstr>
      <vt:lpstr>Times New Roman</vt:lpstr>
      <vt:lpstr>Trebuchet MS</vt:lpstr>
      <vt:lpstr>Office Theme</vt:lpstr>
      <vt:lpstr>DeepSeek：从入门到精通</vt:lpstr>
      <vt:lpstr>PowerPoint 演示文稿</vt:lpstr>
      <vt:lpstr>DeepSeek是什么？</vt:lpstr>
      <vt:lpstr>PowerPoint 演示文稿</vt:lpstr>
      <vt:lpstr>文本生成</vt:lpstr>
      <vt:lpstr>自然语言理解与分析</vt:lpstr>
      <vt:lpstr>编程与代码相关</vt:lpstr>
      <vt:lpstr>常规绘图</vt:lpstr>
      <vt:lpstr>如何使用DeepSeek？</vt:lpstr>
      <vt:lpstr>PowerPoint 演示文稿</vt:lpstr>
      <vt:lpstr>推理模型</vt:lpstr>
      <vt:lpstr>快思慢想：效能兼顾 全局视野</vt:lpstr>
      <vt:lpstr>提示语策略差异</vt:lpstr>
      <vt:lpstr>关键原则</vt:lpstr>
      <vt:lpstr>从“下达指令”到“表达需求”</vt:lpstr>
      <vt:lpstr>任务需求与提示语策略</vt:lpstr>
      <vt:lpstr>如何向AI表达需求</vt:lpstr>
      <vt:lpstr>提示语示例</vt:lpstr>
      <vt:lpstr>还要不要学提示语？</vt:lpstr>
      <vt:lpstr>提示语类型</vt:lpstr>
      <vt:lpstr>掌握提示语设计：AIGC时代的必备技能</vt:lpstr>
      <vt:lpstr>掌握提示语设计：AIGC时代的必备技能</vt:lpstr>
      <vt:lpstr>提示语的DNA：解构强大提示语的基本元素</vt:lpstr>
      <vt:lpstr>提示语的DNA：解构强大提示语的基本元素</vt:lpstr>
      <vt:lpstr>调教AI的秘籍：让你的提示语效果倍增的关键策略</vt:lpstr>
      <vt:lpstr>常见陷阱与应对：新手必知的提示语设计误区</vt:lpstr>
      <vt:lpstr>常见陷阱与应对：新手必知的提示语设计误区</vt:lpstr>
      <vt:lpstr>常见陷阱与应对：新手必知的提示语设计误区</vt:lpstr>
      <vt:lpstr>常见陷阱与应对：新手必知的提示语设计误区</vt:lpstr>
      <vt:lpstr>AI缺陷：臆造之辞 概率幻觉</vt:lpstr>
      <vt:lpstr>AI幻觉：五类七特 虚实迷域</vt:lpstr>
      <vt:lpstr>AIGC评测：2个国家级项目+1套自动化测评系统</vt:lpstr>
      <vt:lpstr>创新的火花：如何设计出独具匠心的提示语？</vt:lpstr>
      <vt:lpstr>提示语链的概念与特征</vt:lpstr>
      <vt:lpstr>提示语链的作用机制（一）</vt:lpstr>
      <vt:lpstr>提示语链的作用机制（二）</vt:lpstr>
      <vt:lpstr>提示语链的设计原则</vt:lpstr>
      <vt:lpstr>提示语链的设计模型</vt:lpstr>
      <vt:lpstr>任务分解的提示语链设计步骤</vt:lpstr>
      <vt:lpstr>SPECTRA任务分解模型</vt:lpstr>
      <vt:lpstr>思维拓展的认知理论基础</vt:lpstr>
      <vt:lpstr>思维拓展的提示语链设计</vt:lpstr>
      <vt:lpstr>深度融合：整合知识与创意的提示语链优化策略</vt:lpstr>
      <vt:lpstr>即学即用：复杂任务的提示语链设计实战</vt:lpstr>
      <vt:lpstr>语用意图分析（PIA）：解码内容生成目的</vt:lpstr>
      <vt:lpstr>主题聚焦机制（TFM）：锁定核心内容</vt:lpstr>
      <vt:lpstr>细节增强策略（DES）：深化内容质量</vt:lpstr>
      <vt:lpstr>跨域映射机制（CMM）：激发创新思维</vt:lpstr>
      <vt:lpstr>概念嫁接策略（CGS）：创造性融合</vt:lpstr>
      <vt:lpstr>知识转移技术（KTT）：跨域智慧应用</vt:lpstr>
      <vt:lpstr>随机组合机制（RCM）：打破常规思维</vt:lpstr>
      <vt:lpstr>极端假设策略（EHS）：突破思维界限</vt:lpstr>
      <vt:lpstr>多重约束策略（MCS）：激发创造性问题解决</vt:lpstr>
      <vt:lpstr>语体模拟机制（RSM）：精准捕捉语言特征</vt:lpstr>
      <vt:lpstr>情感融入策略（EIS）：增强文本感染力</vt:lpstr>
      <vt:lpstr>修辞技巧应用（RTA）：提升语言表现力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杨光剑</dc:creator>
  <cp:lastModifiedBy>阿白</cp:lastModifiedBy>
  <cp:revision>1</cp:revision>
  <dcterms:created xsi:type="dcterms:W3CDTF">2025-02-11T03:14:38Z</dcterms:created>
  <dcterms:modified xsi:type="dcterms:W3CDTF">2025-02-11T03:16:22Z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2025-02-04T00:00:00Z</vt:filetime>
  </property>
  <property fmtid="{D5CDD505-2E9C-101B-9397-08002B2CF9AE}" pid="3" name="Creator">
    <vt:lpwstr>WPS 演示</vt:lpwstr>
  </property>
  <property fmtid="{D5CDD505-2E9C-101B-9397-08002B2CF9AE}" pid="4" name="LastSaved">
    <vt:filetime>2025-02-11T00:00:00Z</vt:filetime>
  </property>
</Properties>
</file>